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AI 技术趋势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人工智能技术发展展望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三大主要趋势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大语言模型持续突破：GPT-5 和多模态 AI 引领新方向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AI Agent 实用化：从聊天助手到自主决策系统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边缘 AI 普及：设备端智能成为标配，隐私保护更强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谢谢观看</a:t>
            </a:r>
          </a:p>
          <a:p>
            <a:pPr algn="ctr">
              <a:spcBef>
                <a:spcPts val="2000"/>
              </a:spcBef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期待 AI 改变未来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