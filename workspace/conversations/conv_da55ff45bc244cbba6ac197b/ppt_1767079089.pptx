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fntdata" ContentType="application/x-fontdata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embeddedFontLst>
    <p:embeddedFont>
      <p:font typeface="Figtree Regular" pitchFamily="2" charset="0"/>
      <p:regular r:id="rId20"/>
    </p:embeddedFont>
    <p:embeddedFont>
      <p:font typeface="Figtree SemiBold" pitchFamily="2" charset="0"/>
      <p:regular r:id="rId21"/>
    </p:embeddedFont>
    <p:embeddedFont>
      <p:font typeface="Figtree Bold" pitchFamily="2" charset="0"/>
      <p:regular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
    <Relationship Id="rId20" Type="http://schemas.openxmlformats.org/officeDocument/2006/relationships/font" Target="fonts/font1.fntdata"/>
    <Relationship Id="rId21" Type="http://schemas.openxmlformats.org/officeDocument/2006/relationships/font" Target="fonts/font2.fntdata"/>
    <Relationship Id="rId22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欢迎大家参加本次关于智能招聘管理系统全流程解决方案的介绍。本次演讲将重点讲解如何通过数字化管理实现招聘流程的优化，并利用数据驱动提升招聘效率和效果。我们将展示系统如何帮助企业实现招聘流程的全面数字化管理，推动人才选拔的智能化升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本系统的搭建目标是实现智能招聘管理，全面实现招聘流程的数字化管理，提高整体效率。
系统的核心价值之一是能够对招聘全流程的数据进行记录与追踪，确保每一步都清晰可查。
核心价值之二是系统支持实时监控招聘进度和目标完成率，帮助管理者及时掌握招聘状态。
此外，系统通过数据驱动的决策支持功能，如招聘漏斗和流失分析，进一步提升招聘效率，同时改善候选人的体验。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本次设计采用简洁统一的登录方案，确保用户能够方便快捷地进行系统访问。  
所有成员共用一个账号“zenflux”，统一密码为“hrhr123456”，以简化登录流程。  
权限和数据实现团队共享，方便协同工作，提升整体效率。  
通过简化协作流程，降低使用门槛，使团队成员能够快速上手并高效使用系统。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本页面展示了核心招聘数据，帮助管理者实时了解当月招聘目标及完成率。
各岗位的招聘进度清晰可见，方便及时跟进和调整。
特别关注P0、P1、P2三个优先级岗位，确保重点岗位招聘任务按计划推进。
通过数据可视化，直观呈现月度招聘的整体健康状况，助力招聘决策和资源分配。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内容主要讲述了招聘计划管理的关键环节。首先，强调按月制定招聘计划，确保结构化管理，便于有序推进。其次，岗位信息需要包含名称和优先级分类（P0、P1、P2），以明确岗位的紧急程度和重要性。接下来，要设定明确的入职人数目标，确保招聘工作有具体量化的指标。同时，业务负责人需分配到相应岗位，促进责任落实和招聘效率提升。最后，通过计划与实际的对比分析，支持招聘计划的动态调整与优化，确保招聘目标顺利达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流程图展示了招聘的完整过程。首先，我们通过主动沟通和人才池挖掘来获取候选人。接着，对收到的简历进行筛选，确定合适的候选人。然后，进行在线沟通，进一步了解候选人情况。之后，业务负责人会对候选人进行筛选和评估。通过评估的候选人将收到面试邀请，并进入多轮面试环节，包括一面、二面和三面，逐步评估候选人的能力和匹配度。面试结束后，我们与候选人沟通Offer的具体细节，确认无误后正式发出录用通知。最后，候选人完成入职手续，正式加入公司。这个流程确保我们能够科学、高效地选拔到合适的人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部分介绍面试管理功能的主要内容。首先，多轮面试管理实现了对整个面试流程的精细化控制，确保每一轮面试都有条不紊地进行。其次，系统会记录每轮面试的面试官信息，方便后续查询和管理。第三，面试中产生的评价与反馈都会被详细记录，以支持综合评估候选人。最后，面试时间设置灵活，用户可以直接点击编辑具体的日期和时间，保证面试安排的准确性和及时更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内容介绍的是招聘漏斗的数据分析。招聘漏斗是指从候选人初步接触到最终录用的整个流程，通过分析各个环节的数据，能够帮助我们发现招聘过程中存在的问题和优化空间。具体来说，我们会关注简历投递数量、筛选通过率、面试安排、面试通过率以及最终录用人数等关键指标。通过这些数据的监测和分析，可以提高招聘效率，优化人才筛选策略，确保找到最合适的人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部分主要分析员工流失的主要原因。通过数据分析，我们可以识别出导致员工离职的关键因素，从而帮助企业制定有效的留人策略，提升员工满意度和企业稳定性。接下来，我们将详细探讨各个流失原因及其背后的具体数据表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系统的核心亮点主要体现在五个方面。首先是全流程数字化管理，确保数据不会丢失，提高了工作效率和数据安全性。其次是数据驱动决策，通过漏斗与流失分析，帮助我们更准确地把握关键环节的表现。第三是目标导向，支持实时监控完成率，确保各项任务按时推进。第四是快捷操作，用户可以直接编辑面试时间，大幅简化操作流程。最后，系统简单易用，降低了团队协作的门槛，使得各成员能够更高效地协同工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下来的行动包括几个重要步骤。首先，我们要明确系统开发计划，确保开发目标和时间节点清晰可行。然后，确定合适的技术方案以及组建专业的开发团队，以保障项目的顺利进行。接下来，完成系统原型设计，并进行评审，确保设计方案满足需求和质量标准。最后，采用分阶段实施与上线的方法，逐步推进系统功能；同时，持续进行优化和功能迭代，不断提升系统性能和用户体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感谢大家的聆听，期待有机会与您进一步探讨招聘管理系统的解决方案，共同推动招聘工作的优化与提升。欢迎大家提出问题或交流想法。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228621eb9e3d0ef9964dd42f4875761b5480e91b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228621eb9e3d0ef9964dd42f4875761b5480e91b.png"/><Relationship Id="rId2" Type="http://schemas.openxmlformats.org/officeDocument/2006/relationships/image" Target="../media/fe478c09c81be008a997192238ee01b770d71a80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228621eb9e3d0ef9964dd42f4875761b5480e91b.png"/><Relationship Id="rId2" Type="http://schemas.openxmlformats.org/officeDocument/2006/relationships/image" Target="../media/69e10a8e0433a37f4af625b57f2dc078f0f85035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228621eb9e3d0ef9964dd42f4875761b5480e91b.png"/><Relationship Id="rId2" Type="http://schemas.openxmlformats.org/officeDocument/2006/relationships/image" Target="../media/0755726879cf8fc20fecaa7e3f98f1dad26e5d9b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228621eb9e3d0ef9964dd42f4875761b5480e91b.png"/><Relationship Id="rId2" Type="http://schemas.openxmlformats.org/officeDocument/2006/relationships/image" Target="../media/45b8c6e295c6cd0d5e25ea6d415522126c0db5fc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228621eb9e3d0ef9964dd42f4875761b5480e91b.png"/><Relationship Id="rId2" Type="http://schemas.openxmlformats.org/officeDocument/2006/relationships/image" Target="../media/f8eaf7eb185d4f73530bdba78e77693dc3251b9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88848ba80787585b1be6bb515e87e3cfbf4d0f9b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fabb88fc16d8878edb01319b6861a2965156fbbb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228621eb9e3d0ef9964dd42f4875761b5480e91b.png"/><Relationship Id="rId2" Type="http://schemas.openxmlformats.org/officeDocument/2006/relationships/image" Target="../media/ce6940f6f05e9f850b97da049592059bb669c50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228621eb9e3d0ef9964dd42f4875761b5480e91b.png"/><Relationship Id="rId2" Type="http://schemas.openxmlformats.org/officeDocument/2006/relationships/image" Target="../media/5fd49499b783713824191f8bf91e075d9e4d5f09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3108960"/>
            <a:ext cx="12192000" cy="3749040"/>
          </a:xfrm>
          <a:prstGeom prst="rect">
            <a:avLst/>
          </a:prstGeom>
          <a:gradFill>
            <a:gsLst>
              <a:gs pos="15000">
                <a:srgbClr val="000000">
                  <a:alpha val="100000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31519" y="5473446"/>
            <a:ext cx="10728960" cy="9525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31520" y="1723241"/>
            <a:ext cx="10728960" cy="35292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智能招聘管理系统全流程解决方案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395836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31520" y="5712716"/>
            <a:ext cx="10728960" cy="823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实现招聘流程数字化管理及数据驱动优化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2743200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200400" y="1157457"/>
            <a:ext cx="8321040" cy="9525"/>
          </a:xfrm>
          <a:custGeom>
            <a:avLst/>
            <a:gdLst/>
            <a:ahLst/>
            <a:cxnLst/>
            <a:rect l="l" t="t" r="r" b="b"/>
            <a:pathLst>
              <a:path w="8321040" h="9525">
                <a:moveTo>
                  <a:pt x="0" y="0"/>
                </a:moveTo>
                <a:lnTo>
                  <a:pt x="832104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-7641" y="0"/>
            <a:ext cx="2750841" cy="6858000"/>
          </a:xfrm>
          <a:prstGeom prst="rect">
            <a:avLst/>
          </a:prstGeom>
          <a:blipFill>
            <a:blip r:embed="rId1"/>
            <a:srcRect l="0" t="0" r="0" b="0"/>
            <a:stretch>
              <a:fillRect l="0" t="0" r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911840" y="1365505"/>
            <a:ext cx="640080" cy="4585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03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04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05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06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07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08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09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10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11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12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0" y="1365505"/>
            <a:ext cx="7498080" cy="4585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系统目标与价值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登录与权限设计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主页-目标完成看板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招聘计划管理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招聘流程全景图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面试管理功能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数据分析-招聘漏斗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数据分析-流失原因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系统核心亮点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下一步行动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感谢聆听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0" y="503683"/>
            <a:ext cx="8261520" cy="53867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Table of Contents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1655241" y="0"/>
            <a:ext cx="536759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1655243" y="0"/>
            <a:ext cx="536757" cy="6858000"/>
          </a:xfrm>
          <a:prstGeom prst="rect">
            <a:avLst/>
          </a:prstGeom>
          <a:blipFill>
            <a:blip r:embed="rId1"/>
            <a:srcRect l="0" t="0" r="80488" b="0"/>
            <a:stretch>
              <a:fillRect l="0" t="0" r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0079" y="1311410"/>
            <a:ext cx="3840480" cy="237744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663439" y="1311410"/>
            <a:ext cx="3840480" cy="237744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0079" y="1164795"/>
            <a:ext cx="7863840" cy="45719"/>
          </a:xfrm>
          <a:custGeom>
            <a:avLst/>
            <a:gdLst/>
            <a:ahLst/>
            <a:cxnLst/>
            <a:rect l="l" t="t" r="r" b="b"/>
            <a:pathLst>
              <a:path w="7863840" h="45719">
                <a:moveTo>
                  <a:pt x="0" y="0"/>
                </a:moveTo>
                <a:lnTo>
                  <a:pt x="786384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79" y="3821072"/>
            <a:ext cx="3840480" cy="237744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63439" y="3821072"/>
            <a:ext cx="3840480" cy="237744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900160" y="0"/>
            <a:ext cx="3291840" cy="6858000"/>
          </a:xfrm>
          <a:prstGeom prst="rect">
            <a:avLst/>
          </a:prstGeom>
          <a:blipFill>
            <a:blip r:embed="rId2"/>
            <a:srcRect/>
            <a:stretch>
              <a:fillRect l="-106311" r="-106311" t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40079" y="1"/>
            <a:ext cx="7863840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系统目标与价值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3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57765" y="6309360"/>
            <a:ext cx="76461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智能招聘管理系统全流程解决方案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937759" y="504495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数据驱动决策支持(招聘漏斗、流失分析)，提升招聘效率与候选人体验。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59" y="45719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数据驱动支持与提升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399" y="504495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实时监控招聘进度与目标完成率。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399" y="45719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核心价值之二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59" y="253529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全流程数据记录与追踪。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59" y="206228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核心价值之一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399" y="253529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搭建智能招聘管理系统，实现招聘全流程数字化管理。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399" y="206228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系统搭建目标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22154" y="1502320"/>
            <a:ext cx="350251" cy="365760"/>
          </a:xfrm>
          <a:custGeom>
            <a:avLst/>
            <a:gdLst/>
            <a:ahLst/>
            <a:cxnLst/>
            <a:rect l="l" t="t" r="r" b="b"/>
            <a:pathLst>
              <a:path w="350251" h="365760">
                <a:moveTo>
                  <a:pt x="175129" y="0"/>
                </a:moveTo>
                <a:cubicBezTo>
                  <a:pt x="187272" y="0"/>
                  <a:pt x="199132" y="1214"/>
                  <a:pt x="210704" y="3431"/>
                </a:cubicBezTo>
                <a:cubicBezTo>
                  <a:pt x="216346" y="4502"/>
                  <a:pt x="226276" y="7787"/>
                  <a:pt x="231705" y="17791"/>
                </a:cubicBezTo>
                <a:cubicBezTo>
                  <a:pt x="233134" y="20435"/>
                  <a:pt x="234276" y="23218"/>
                  <a:pt x="234990" y="26221"/>
                </a:cubicBezTo>
                <a:lnTo>
                  <a:pt x="241634" y="53726"/>
                </a:lnTo>
                <a:cubicBezTo>
                  <a:pt x="242636" y="57870"/>
                  <a:pt x="249634" y="61941"/>
                  <a:pt x="253708" y="60727"/>
                </a:cubicBezTo>
                <a:lnTo>
                  <a:pt x="280855" y="52724"/>
                </a:lnTo>
                <a:cubicBezTo>
                  <a:pt x="283714" y="51868"/>
                  <a:pt x="286642" y="51437"/>
                  <a:pt x="289570" y="51367"/>
                </a:cubicBezTo>
                <a:cubicBezTo>
                  <a:pt x="301072" y="51009"/>
                  <a:pt x="308858" y="58083"/>
                  <a:pt x="312644" y="62369"/>
                </a:cubicBezTo>
                <a:cubicBezTo>
                  <a:pt x="328434" y="80299"/>
                  <a:pt x="340577" y="101374"/>
                  <a:pt x="348293" y="124018"/>
                </a:cubicBezTo>
                <a:cubicBezTo>
                  <a:pt x="350149" y="129446"/>
                  <a:pt x="352293" y="139592"/>
                  <a:pt x="346363" y="149307"/>
                </a:cubicBezTo>
                <a:cubicBezTo>
                  <a:pt x="344790" y="151878"/>
                  <a:pt x="342864" y="154307"/>
                  <a:pt x="340647" y="156450"/>
                </a:cubicBezTo>
                <a:lnTo>
                  <a:pt x="320143" y="175953"/>
                </a:lnTo>
                <a:cubicBezTo>
                  <a:pt x="317142" y="178809"/>
                  <a:pt x="317142" y="187024"/>
                  <a:pt x="320143" y="189884"/>
                </a:cubicBezTo>
                <a:lnTo>
                  <a:pt x="340647" y="209387"/>
                </a:lnTo>
                <a:cubicBezTo>
                  <a:pt x="342860" y="211530"/>
                  <a:pt x="344790" y="213959"/>
                  <a:pt x="346363" y="216530"/>
                </a:cubicBezTo>
                <a:cubicBezTo>
                  <a:pt x="352219" y="226245"/>
                  <a:pt x="350079" y="236391"/>
                  <a:pt x="348293" y="241819"/>
                </a:cubicBezTo>
                <a:cubicBezTo>
                  <a:pt x="340577" y="264463"/>
                  <a:pt x="328434" y="285469"/>
                  <a:pt x="312644" y="303468"/>
                </a:cubicBezTo>
                <a:cubicBezTo>
                  <a:pt x="308858" y="307754"/>
                  <a:pt x="300998" y="314824"/>
                  <a:pt x="289570" y="314470"/>
                </a:cubicBezTo>
                <a:cubicBezTo>
                  <a:pt x="286642" y="314396"/>
                  <a:pt x="283714" y="313899"/>
                  <a:pt x="280855" y="313113"/>
                </a:cubicBezTo>
                <a:lnTo>
                  <a:pt x="253708" y="305040"/>
                </a:lnTo>
                <a:cubicBezTo>
                  <a:pt x="249634" y="303826"/>
                  <a:pt x="242636" y="307897"/>
                  <a:pt x="241634" y="312041"/>
                </a:cubicBezTo>
                <a:lnTo>
                  <a:pt x="234990" y="339546"/>
                </a:lnTo>
                <a:cubicBezTo>
                  <a:pt x="234276" y="342545"/>
                  <a:pt x="233134" y="345406"/>
                  <a:pt x="231705" y="347977"/>
                </a:cubicBezTo>
                <a:cubicBezTo>
                  <a:pt x="226202" y="357977"/>
                  <a:pt x="216273" y="361192"/>
                  <a:pt x="210704" y="362337"/>
                </a:cubicBezTo>
                <a:cubicBezTo>
                  <a:pt x="199131" y="364549"/>
                  <a:pt x="187272" y="365764"/>
                  <a:pt x="175129" y="365764"/>
                </a:cubicBezTo>
                <a:cubicBezTo>
                  <a:pt x="162986" y="365764"/>
                  <a:pt x="151126" y="364549"/>
                  <a:pt x="139554" y="362333"/>
                </a:cubicBezTo>
                <a:cubicBezTo>
                  <a:pt x="133911" y="361261"/>
                  <a:pt x="123982" y="357977"/>
                  <a:pt x="118553" y="347973"/>
                </a:cubicBezTo>
                <a:cubicBezTo>
                  <a:pt x="117124" y="345329"/>
                  <a:pt x="115982" y="342545"/>
                  <a:pt x="115268" y="339543"/>
                </a:cubicBezTo>
                <a:lnTo>
                  <a:pt x="108623" y="312037"/>
                </a:lnTo>
                <a:cubicBezTo>
                  <a:pt x="107622" y="307893"/>
                  <a:pt x="100624" y="303822"/>
                  <a:pt x="96550" y="305037"/>
                </a:cubicBezTo>
                <a:lnTo>
                  <a:pt x="69402" y="313036"/>
                </a:lnTo>
                <a:cubicBezTo>
                  <a:pt x="66544" y="313892"/>
                  <a:pt x="63616" y="314323"/>
                  <a:pt x="60688" y="314393"/>
                </a:cubicBezTo>
                <a:cubicBezTo>
                  <a:pt x="49186" y="314751"/>
                  <a:pt x="41400" y="307678"/>
                  <a:pt x="37613" y="303391"/>
                </a:cubicBezTo>
                <a:cubicBezTo>
                  <a:pt x="21898" y="285461"/>
                  <a:pt x="9681" y="264386"/>
                  <a:pt x="1965" y="241742"/>
                </a:cubicBezTo>
                <a:cubicBezTo>
                  <a:pt x="109" y="236314"/>
                  <a:pt x="-2035" y="226168"/>
                  <a:pt x="3895" y="216453"/>
                </a:cubicBezTo>
                <a:cubicBezTo>
                  <a:pt x="5467" y="213882"/>
                  <a:pt x="7394" y="211453"/>
                  <a:pt x="9611" y="209310"/>
                </a:cubicBezTo>
                <a:lnTo>
                  <a:pt x="30115" y="189808"/>
                </a:lnTo>
                <a:cubicBezTo>
                  <a:pt x="33116" y="186951"/>
                  <a:pt x="33116" y="178736"/>
                  <a:pt x="30115" y="175876"/>
                </a:cubicBezTo>
                <a:lnTo>
                  <a:pt x="9541" y="156373"/>
                </a:lnTo>
                <a:cubicBezTo>
                  <a:pt x="7327" y="154230"/>
                  <a:pt x="5397" y="151801"/>
                  <a:pt x="3825" y="149230"/>
                </a:cubicBezTo>
                <a:cubicBezTo>
                  <a:pt x="-2031" y="139516"/>
                  <a:pt x="109" y="129369"/>
                  <a:pt x="1968" y="124011"/>
                </a:cubicBezTo>
                <a:cubicBezTo>
                  <a:pt x="9684" y="101367"/>
                  <a:pt x="21828" y="80361"/>
                  <a:pt x="37617" y="62362"/>
                </a:cubicBezTo>
                <a:cubicBezTo>
                  <a:pt x="41403" y="58075"/>
                  <a:pt x="49263" y="51005"/>
                  <a:pt x="60691" y="51360"/>
                </a:cubicBezTo>
                <a:cubicBezTo>
                  <a:pt x="63620" y="51433"/>
                  <a:pt x="66548" y="51931"/>
                  <a:pt x="69406" y="52717"/>
                </a:cubicBezTo>
                <a:lnTo>
                  <a:pt x="96554" y="60720"/>
                </a:lnTo>
                <a:cubicBezTo>
                  <a:pt x="100627" y="61934"/>
                  <a:pt x="107625" y="57863"/>
                  <a:pt x="108627" y="53719"/>
                </a:cubicBezTo>
                <a:lnTo>
                  <a:pt x="115271" y="26214"/>
                </a:lnTo>
                <a:cubicBezTo>
                  <a:pt x="115986" y="23215"/>
                  <a:pt x="117127" y="20355"/>
                  <a:pt x="118556" y="17783"/>
                </a:cubicBezTo>
                <a:cubicBezTo>
                  <a:pt x="124059" y="7783"/>
                  <a:pt x="133988" y="4568"/>
                  <a:pt x="139557" y="3424"/>
                </a:cubicBezTo>
                <a:cubicBezTo>
                  <a:pt x="151130" y="1211"/>
                  <a:pt x="162989" y="-7"/>
                  <a:pt x="175132" y="-7"/>
                </a:cubicBezTo>
                <a:lnTo>
                  <a:pt x="175129" y="0"/>
                </a:lnTo>
                <a:moveTo>
                  <a:pt x="148055" y="36719"/>
                </a:moveTo>
                <a:lnTo>
                  <a:pt x="141981" y="61792"/>
                </a:lnTo>
                <a:cubicBezTo>
                  <a:pt x="136409" y="84867"/>
                  <a:pt x="109622" y="100295"/>
                  <a:pt x="86831" y="93653"/>
                </a:cubicBezTo>
                <a:lnTo>
                  <a:pt x="62183" y="86367"/>
                </a:lnTo>
                <a:cubicBezTo>
                  <a:pt x="50398" y="100156"/>
                  <a:pt x="41109" y="116158"/>
                  <a:pt x="35036" y="133301"/>
                </a:cubicBezTo>
                <a:lnTo>
                  <a:pt x="53753" y="151088"/>
                </a:lnTo>
                <a:cubicBezTo>
                  <a:pt x="70898" y="167375"/>
                  <a:pt x="70898" y="198381"/>
                  <a:pt x="53753" y="214668"/>
                </a:cubicBezTo>
                <a:lnTo>
                  <a:pt x="35036" y="232455"/>
                </a:lnTo>
                <a:cubicBezTo>
                  <a:pt x="41109" y="249602"/>
                  <a:pt x="50394" y="265600"/>
                  <a:pt x="62183" y="279389"/>
                </a:cubicBezTo>
                <a:lnTo>
                  <a:pt x="86901" y="272103"/>
                </a:lnTo>
                <a:cubicBezTo>
                  <a:pt x="109618" y="265388"/>
                  <a:pt x="136479" y="280889"/>
                  <a:pt x="142051" y="303965"/>
                </a:cubicBezTo>
                <a:lnTo>
                  <a:pt x="148125" y="329038"/>
                </a:lnTo>
                <a:cubicBezTo>
                  <a:pt x="165697" y="332253"/>
                  <a:pt x="184771" y="332253"/>
                  <a:pt x="202347" y="329038"/>
                </a:cubicBezTo>
                <a:lnTo>
                  <a:pt x="208420" y="303965"/>
                </a:lnTo>
                <a:cubicBezTo>
                  <a:pt x="213993" y="280889"/>
                  <a:pt x="240780" y="265461"/>
                  <a:pt x="263571" y="272103"/>
                </a:cubicBezTo>
                <a:lnTo>
                  <a:pt x="288288" y="279389"/>
                </a:lnTo>
                <a:cubicBezTo>
                  <a:pt x="300074" y="265600"/>
                  <a:pt x="309362" y="249598"/>
                  <a:pt x="315436" y="232455"/>
                </a:cubicBezTo>
                <a:lnTo>
                  <a:pt x="296718" y="214668"/>
                </a:lnTo>
                <a:cubicBezTo>
                  <a:pt x="279574" y="198381"/>
                  <a:pt x="279574" y="167375"/>
                  <a:pt x="296718" y="151088"/>
                </a:cubicBezTo>
                <a:lnTo>
                  <a:pt x="315436" y="133301"/>
                </a:lnTo>
                <a:cubicBezTo>
                  <a:pt x="309362" y="116158"/>
                  <a:pt x="300077" y="100152"/>
                  <a:pt x="288288" y="86367"/>
                </a:cubicBezTo>
                <a:lnTo>
                  <a:pt x="263571" y="93653"/>
                </a:lnTo>
                <a:cubicBezTo>
                  <a:pt x="240853" y="100368"/>
                  <a:pt x="213993" y="84867"/>
                  <a:pt x="208420" y="61792"/>
                </a:cubicBezTo>
                <a:lnTo>
                  <a:pt x="202347" y="36719"/>
                </a:lnTo>
                <a:cubicBezTo>
                  <a:pt x="184775" y="33504"/>
                  <a:pt x="165700" y="33504"/>
                  <a:pt x="148125" y="36719"/>
                </a:cubicBezTo>
                <a:lnTo>
                  <a:pt x="148055" y="36719"/>
                </a:lnTo>
                <a:moveTo>
                  <a:pt x="140839" y="182880"/>
                </a:moveTo>
                <a:cubicBezTo>
                  <a:pt x="140839" y="201819"/>
                  <a:pt x="156191" y="217170"/>
                  <a:pt x="175129" y="217170"/>
                </a:cubicBezTo>
                <a:cubicBezTo>
                  <a:pt x="194067" y="217170"/>
                  <a:pt x="209418" y="201819"/>
                  <a:pt x="209418" y="182880"/>
                </a:cubicBezTo>
                <a:cubicBezTo>
                  <a:pt x="209418" y="163941"/>
                  <a:pt x="194067" y="148590"/>
                  <a:pt x="175129" y="148590"/>
                </a:cubicBezTo>
                <a:cubicBezTo>
                  <a:pt x="156191" y="148590"/>
                  <a:pt x="140839" y="163941"/>
                  <a:pt x="140839" y="182880"/>
                </a:cubicBezTo>
                <a:lnTo>
                  <a:pt x="140839" y="182880"/>
                </a:lnTo>
                <a:moveTo>
                  <a:pt x="175129" y="251460"/>
                </a:moveTo>
                <a:cubicBezTo>
                  <a:pt x="137253" y="251460"/>
                  <a:pt x="106550" y="220754"/>
                  <a:pt x="106550" y="182880"/>
                </a:cubicBezTo>
                <a:cubicBezTo>
                  <a:pt x="106550" y="145006"/>
                  <a:pt x="137253" y="114300"/>
                  <a:pt x="175129" y="114300"/>
                </a:cubicBezTo>
                <a:cubicBezTo>
                  <a:pt x="213005" y="114300"/>
                  <a:pt x="243708" y="145006"/>
                  <a:pt x="243708" y="182880"/>
                </a:cubicBezTo>
                <a:cubicBezTo>
                  <a:pt x="243708" y="220754"/>
                  <a:pt x="213005" y="251460"/>
                  <a:pt x="175129" y="251460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960619" y="1502320"/>
            <a:ext cx="320040" cy="365760"/>
          </a:xfrm>
          <a:custGeom>
            <a:avLst/>
            <a:gdLst/>
            <a:ahLst/>
            <a:cxnLst/>
            <a:rect l="l" t="t" r="r" b="b"/>
            <a:pathLst>
              <a:path w="320040" h="365760">
                <a:moveTo>
                  <a:pt x="285751" y="61437"/>
                </a:moveTo>
                <a:lnTo>
                  <a:pt x="285751" y="124801"/>
                </a:lnTo>
                <a:cubicBezTo>
                  <a:pt x="276249" y="129944"/>
                  <a:pt x="263175" y="134944"/>
                  <a:pt x="246604" y="139018"/>
                </a:cubicBezTo>
                <a:cubicBezTo>
                  <a:pt x="222386" y="145020"/>
                  <a:pt x="192527" y="148590"/>
                  <a:pt x="160020" y="148590"/>
                </a:cubicBezTo>
                <a:cubicBezTo>
                  <a:pt x="127517" y="148590"/>
                  <a:pt x="97654" y="145017"/>
                  <a:pt x="73437" y="139018"/>
                </a:cubicBezTo>
                <a:cubicBezTo>
                  <a:pt x="56862" y="134947"/>
                  <a:pt x="43791" y="130017"/>
                  <a:pt x="34289" y="124801"/>
                </a:cubicBezTo>
                <a:lnTo>
                  <a:pt x="34289" y="61437"/>
                </a:lnTo>
                <a:lnTo>
                  <a:pt x="34718" y="61078"/>
                </a:lnTo>
                <a:cubicBezTo>
                  <a:pt x="38504" y="57863"/>
                  <a:pt x="46076" y="53434"/>
                  <a:pt x="58436" y="49005"/>
                </a:cubicBezTo>
                <a:cubicBezTo>
                  <a:pt x="82798" y="40362"/>
                  <a:pt x="118729" y="34290"/>
                  <a:pt x="160020" y="34290"/>
                </a:cubicBezTo>
                <a:cubicBezTo>
                  <a:pt x="201312" y="34290"/>
                  <a:pt x="237243" y="40362"/>
                  <a:pt x="261604" y="49005"/>
                </a:cubicBezTo>
                <a:cubicBezTo>
                  <a:pt x="273964" y="53434"/>
                  <a:pt x="281463" y="57863"/>
                  <a:pt x="285322" y="61078"/>
                </a:cubicBezTo>
                <a:lnTo>
                  <a:pt x="285751" y="61437"/>
                </a:lnTo>
                <a:moveTo>
                  <a:pt x="285751" y="162522"/>
                </a:moveTo>
                <a:lnTo>
                  <a:pt x="285751" y="216241"/>
                </a:lnTo>
                <a:cubicBezTo>
                  <a:pt x="276249" y="221384"/>
                  <a:pt x="263175" y="226384"/>
                  <a:pt x="246604" y="230458"/>
                </a:cubicBezTo>
                <a:cubicBezTo>
                  <a:pt x="222386" y="236460"/>
                  <a:pt x="192527" y="240030"/>
                  <a:pt x="160020" y="240030"/>
                </a:cubicBezTo>
                <a:cubicBezTo>
                  <a:pt x="127517" y="240030"/>
                  <a:pt x="97654" y="236457"/>
                  <a:pt x="73437" y="230458"/>
                </a:cubicBezTo>
                <a:cubicBezTo>
                  <a:pt x="56862" y="226387"/>
                  <a:pt x="43791" y="221457"/>
                  <a:pt x="34289" y="216241"/>
                </a:cubicBezTo>
                <a:lnTo>
                  <a:pt x="34289" y="162522"/>
                </a:lnTo>
                <a:cubicBezTo>
                  <a:pt x="43791" y="166307"/>
                  <a:pt x="54221" y="169596"/>
                  <a:pt x="65221" y="172310"/>
                </a:cubicBezTo>
                <a:cubicBezTo>
                  <a:pt x="92511" y="179025"/>
                  <a:pt x="125158" y="182884"/>
                  <a:pt x="160020" y="182884"/>
                </a:cubicBezTo>
                <a:cubicBezTo>
                  <a:pt x="194882" y="182884"/>
                  <a:pt x="227529" y="179025"/>
                  <a:pt x="254819" y="172310"/>
                </a:cubicBezTo>
                <a:cubicBezTo>
                  <a:pt x="265819" y="169596"/>
                  <a:pt x="276249" y="166381"/>
                  <a:pt x="285751" y="162522"/>
                </a:cubicBezTo>
                <a:lnTo>
                  <a:pt x="285751" y="162522"/>
                </a:lnTo>
                <a:moveTo>
                  <a:pt x="34289" y="304323"/>
                </a:moveTo>
                <a:lnTo>
                  <a:pt x="34289" y="254031"/>
                </a:lnTo>
                <a:cubicBezTo>
                  <a:pt x="43791" y="257817"/>
                  <a:pt x="54221" y="261105"/>
                  <a:pt x="65221" y="263819"/>
                </a:cubicBezTo>
                <a:cubicBezTo>
                  <a:pt x="92511" y="270461"/>
                  <a:pt x="125158" y="274320"/>
                  <a:pt x="160020" y="274320"/>
                </a:cubicBezTo>
                <a:cubicBezTo>
                  <a:pt x="194882" y="274320"/>
                  <a:pt x="227529" y="270461"/>
                  <a:pt x="254819" y="263746"/>
                </a:cubicBezTo>
                <a:cubicBezTo>
                  <a:pt x="265819" y="261032"/>
                  <a:pt x="276249" y="257817"/>
                  <a:pt x="285751" y="253958"/>
                </a:cubicBezTo>
                <a:lnTo>
                  <a:pt x="285751" y="304250"/>
                </a:lnTo>
                <a:lnTo>
                  <a:pt x="285322" y="304609"/>
                </a:lnTo>
                <a:cubicBezTo>
                  <a:pt x="281536" y="307824"/>
                  <a:pt x="273964" y="312253"/>
                  <a:pt x="261604" y="316682"/>
                </a:cubicBezTo>
                <a:cubicBezTo>
                  <a:pt x="237243" y="325398"/>
                  <a:pt x="201312" y="331470"/>
                  <a:pt x="160020" y="331470"/>
                </a:cubicBezTo>
                <a:cubicBezTo>
                  <a:pt x="118728" y="331470"/>
                  <a:pt x="82798" y="325398"/>
                  <a:pt x="58436" y="316755"/>
                </a:cubicBezTo>
                <a:cubicBezTo>
                  <a:pt x="46076" y="312326"/>
                  <a:pt x="38578" y="307897"/>
                  <a:pt x="34718" y="304682"/>
                </a:cubicBezTo>
                <a:lnTo>
                  <a:pt x="34289" y="304323"/>
                </a:lnTo>
                <a:moveTo>
                  <a:pt x="287249" y="302824"/>
                </a:moveTo>
                <a:cubicBezTo>
                  <a:pt x="287249" y="302824"/>
                  <a:pt x="287249" y="302897"/>
                  <a:pt x="287105" y="302966"/>
                </a:cubicBezTo>
                <a:lnTo>
                  <a:pt x="287175" y="302824"/>
                </a:lnTo>
                <a:cubicBezTo>
                  <a:pt x="287175" y="302824"/>
                  <a:pt x="287175" y="302824"/>
                  <a:pt x="287175" y="302751"/>
                </a:cubicBezTo>
                <a:lnTo>
                  <a:pt x="287249" y="302824"/>
                </a:lnTo>
                <a:moveTo>
                  <a:pt x="32862" y="302824"/>
                </a:moveTo>
                <a:cubicBezTo>
                  <a:pt x="32862" y="302824"/>
                  <a:pt x="32862" y="302897"/>
                  <a:pt x="33006" y="302966"/>
                </a:cubicBezTo>
                <a:cubicBezTo>
                  <a:pt x="32935" y="302893"/>
                  <a:pt x="32935" y="302824"/>
                  <a:pt x="32862" y="302824"/>
                </a:cubicBezTo>
                <a:moveTo>
                  <a:pt x="32862" y="62936"/>
                </a:moveTo>
                <a:cubicBezTo>
                  <a:pt x="32862" y="62936"/>
                  <a:pt x="32932" y="62863"/>
                  <a:pt x="33006" y="62794"/>
                </a:cubicBezTo>
                <a:cubicBezTo>
                  <a:pt x="32935" y="62867"/>
                  <a:pt x="32862" y="62936"/>
                  <a:pt x="32862" y="62936"/>
                </a:cubicBezTo>
                <a:moveTo>
                  <a:pt x="287178" y="62794"/>
                </a:moveTo>
                <a:cubicBezTo>
                  <a:pt x="287249" y="62867"/>
                  <a:pt x="287322" y="62936"/>
                  <a:pt x="287322" y="62936"/>
                </a:cubicBezTo>
                <a:cubicBezTo>
                  <a:pt x="287322" y="62936"/>
                  <a:pt x="287322" y="62863"/>
                  <a:pt x="287178" y="62794"/>
                </a:cubicBezTo>
                <a:moveTo>
                  <a:pt x="320040" y="308610"/>
                </a:moveTo>
                <a:lnTo>
                  <a:pt x="320040" y="57150"/>
                </a:lnTo>
                <a:cubicBezTo>
                  <a:pt x="320040" y="25574"/>
                  <a:pt x="248389" y="0"/>
                  <a:pt x="160020" y="0"/>
                </a:cubicBezTo>
                <a:cubicBezTo>
                  <a:pt x="71651" y="0"/>
                  <a:pt x="0" y="25574"/>
                  <a:pt x="0" y="57150"/>
                </a:cubicBezTo>
                <a:lnTo>
                  <a:pt x="0" y="308610"/>
                </a:lnTo>
                <a:cubicBezTo>
                  <a:pt x="0" y="340186"/>
                  <a:pt x="71651" y="365760"/>
                  <a:pt x="160020" y="365760"/>
                </a:cubicBezTo>
                <a:cubicBezTo>
                  <a:pt x="248389" y="365760"/>
                  <a:pt x="320040" y="340186"/>
                  <a:pt x="320040" y="308610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914399" y="4011982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82880" y="34290"/>
                </a:moveTo>
                <a:cubicBezTo>
                  <a:pt x="264946" y="34290"/>
                  <a:pt x="331470" y="100814"/>
                  <a:pt x="331470" y="182880"/>
                </a:cubicBezTo>
                <a:cubicBezTo>
                  <a:pt x="331470" y="264946"/>
                  <a:pt x="264946" y="331470"/>
                  <a:pt x="182880" y="331470"/>
                </a:cubicBezTo>
                <a:cubicBezTo>
                  <a:pt x="100814" y="331470"/>
                  <a:pt x="34290" y="264946"/>
                  <a:pt x="34290" y="182880"/>
                </a:cubicBezTo>
                <a:cubicBezTo>
                  <a:pt x="34290" y="100814"/>
                  <a:pt x="100814" y="34290"/>
                  <a:pt x="182880" y="34290"/>
                </a:cubicBezTo>
                <a:lnTo>
                  <a:pt x="182880" y="34290"/>
                </a:lnTo>
                <a:moveTo>
                  <a:pt x="182880" y="365760"/>
                </a:moveTo>
                <a:cubicBezTo>
                  <a:pt x="283881" y="365760"/>
                  <a:pt x="365760" y="283881"/>
                  <a:pt x="365760" y="182880"/>
                </a:cubicBezTo>
                <a:cubicBezTo>
                  <a:pt x="365760" y="81879"/>
                  <a:pt x="283881" y="0"/>
                  <a:pt x="182880" y="0"/>
                </a:cubicBezTo>
                <a:cubicBezTo>
                  <a:pt x="81879" y="0"/>
                  <a:pt x="0" y="81879"/>
                  <a:pt x="0" y="182880"/>
                </a:cubicBezTo>
                <a:cubicBezTo>
                  <a:pt x="0" y="283881"/>
                  <a:pt x="81879" y="365760"/>
                  <a:pt x="182880" y="365760"/>
                </a:cubicBezTo>
                <a:moveTo>
                  <a:pt x="222887" y="251460"/>
                </a:moveTo>
                <a:cubicBezTo>
                  <a:pt x="222887" y="235531"/>
                  <a:pt x="213527" y="221742"/>
                  <a:pt x="200027" y="215312"/>
                </a:cubicBezTo>
                <a:lnTo>
                  <a:pt x="200027" y="85723"/>
                </a:lnTo>
                <a:cubicBezTo>
                  <a:pt x="200027" y="76221"/>
                  <a:pt x="192382" y="68580"/>
                  <a:pt x="182884" y="68580"/>
                </a:cubicBezTo>
                <a:cubicBezTo>
                  <a:pt x="173381" y="68580"/>
                  <a:pt x="165740" y="76224"/>
                  <a:pt x="165740" y="85727"/>
                </a:cubicBezTo>
                <a:lnTo>
                  <a:pt x="165740" y="215316"/>
                </a:lnTo>
                <a:cubicBezTo>
                  <a:pt x="152240" y="221746"/>
                  <a:pt x="142880" y="235531"/>
                  <a:pt x="142880" y="251464"/>
                </a:cubicBezTo>
                <a:cubicBezTo>
                  <a:pt x="142880" y="273537"/>
                  <a:pt x="160810" y="291470"/>
                  <a:pt x="182887" y="291470"/>
                </a:cubicBezTo>
                <a:cubicBezTo>
                  <a:pt x="204961" y="291470"/>
                  <a:pt x="222894" y="273541"/>
                  <a:pt x="222894" y="251467"/>
                </a:cubicBezTo>
                <a:lnTo>
                  <a:pt x="222887" y="251460"/>
                </a:lnTo>
                <a:moveTo>
                  <a:pt x="114300" y="137160"/>
                </a:moveTo>
                <a:cubicBezTo>
                  <a:pt x="126926" y="137160"/>
                  <a:pt x="137160" y="126926"/>
                  <a:pt x="137160" y="114300"/>
                </a:cubicBezTo>
                <a:cubicBezTo>
                  <a:pt x="137160" y="101674"/>
                  <a:pt x="126926" y="91440"/>
                  <a:pt x="114300" y="91440"/>
                </a:cubicBezTo>
                <a:cubicBezTo>
                  <a:pt x="101674" y="91440"/>
                  <a:pt x="91440" y="101674"/>
                  <a:pt x="91440" y="114300"/>
                </a:cubicBezTo>
                <a:cubicBezTo>
                  <a:pt x="91440" y="126926"/>
                  <a:pt x="101674" y="137160"/>
                  <a:pt x="114300" y="137160"/>
                </a:cubicBezTo>
                <a:moveTo>
                  <a:pt x="102870" y="182880"/>
                </a:moveTo>
                <a:cubicBezTo>
                  <a:pt x="102870" y="170254"/>
                  <a:pt x="92636" y="160020"/>
                  <a:pt x="80010" y="160020"/>
                </a:cubicBezTo>
                <a:cubicBezTo>
                  <a:pt x="67384" y="160020"/>
                  <a:pt x="57150" y="170254"/>
                  <a:pt x="57150" y="182880"/>
                </a:cubicBezTo>
                <a:cubicBezTo>
                  <a:pt x="57150" y="195506"/>
                  <a:pt x="67384" y="205740"/>
                  <a:pt x="80010" y="205740"/>
                </a:cubicBezTo>
                <a:cubicBezTo>
                  <a:pt x="92636" y="205740"/>
                  <a:pt x="102870" y="195506"/>
                  <a:pt x="102870" y="182880"/>
                </a:cubicBezTo>
                <a:moveTo>
                  <a:pt x="285750" y="205740"/>
                </a:moveTo>
                <a:cubicBezTo>
                  <a:pt x="298376" y="205740"/>
                  <a:pt x="308610" y="195506"/>
                  <a:pt x="308610" y="182880"/>
                </a:cubicBezTo>
                <a:cubicBezTo>
                  <a:pt x="308610" y="170254"/>
                  <a:pt x="298376" y="160020"/>
                  <a:pt x="285750" y="160020"/>
                </a:cubicBezTo>
                <a:cubicBezTo>
                  <a:pt x="273124" y="160020"/>
                  <a:pt x="262890" y="170254"/>
                  <a:pt x="262890" y="182880"/>
                </a:cubicBezTo>
                <a:cubicBezTo>
                  <a:pt x="262890" y="195506"/>
                  <a:pt x="273124" y="205740"/>
                  <a:pt x="285750" y="205740"/>
                </a:cubicBezTo>
                <a:moveTo>
                  <a:pt x="274320" y="114300"/>
                </a:moveTo>
                <a:cubicBezTo>
                  <a:pt x="274320" y="101674"/>
                  <a:pt x="264086" y="91440"/>
                  <a:pt x="251460" y="91440"/>
                </a:cubicBezTo>
                <a:cubicBezTo>
                  <a:pt x="238834" y="91440"/>
                  <a:pt x="228600" y="101674"/>
                  <a:pt x="228600" y="114300"/>
                </a:cubicBezTo>
                <a:cubicBezTo>
                  <a:pt x="228600" y="126926"/>
                  <a:pt x="238834" y="137160"/>
                  <a:pt x="251460" y="137160"/>
                </a:cubicBezTo>
                <a:cubicBezTo>
                  <a:pt x="264086" y="137160"/>
                  <a:pt x="274320" y="126926"/>
                  <a:pt x="274320" y="114300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937759" y="4034842"/>
            <a:ext cx="365760" cy="320040"/>
          </a:xfrm>
          <a:custGeom>
            <a:avLst/>
            <a:gdLst/>
            <a:ahLst/>
            <a:cxnLst/>
            <a:rect l="l" t="t" r="r" b="b"/>
            <a:pathLst>
              <a:path w="365760" h="320040">
                <a:moveTo>
                  <a:pt x="297180" y="34289"/>
                </a:moveTo>
                <a:cubicBezTo>
                  <a:pt x="303467" y="34289"/>
                  <a:pt x="308610" y="39432"/>
                  <a:pt x="308610" y="45718"/>
                </a:cubicBezTo>
                <a:cubicBezTo>
                  <a:pt x="308610" y="52003"/>
                  <a:pt x="303467" y="57146"/>
                  <a:pt x="297180" y="57146"/>
                </a:cubicBezTo>
                <a:lnTo>
                  <a:pt x="68580" y="57146"/>
                </a:lnTo>
                <a:cubicBezTo>
                  <a:pt x="62293" y="57146"/>
                  <a:pt x="57150" y="52003"/>
                  <a:pt x="57150" y="45718"/>
                </a:cubicBezTo>
                <a:cubicBezTo>
                  <a:pt x="57150" y="39432"/>
                  <a:pt x="62293" y="34289"/>
                  <a:pt x="68580" y="34289"/>
                </a:cubicBezTo>
                <a:lnTo>
                  <a:pt x="297180" y="34289"/>
                </a:lnTo>
                <a:moveTo>
                  <a:pt x="68580" y="0"/>
                </a:moveTo>
                <a:cubicBezTo>
                  <a:pt x="43361" y="0"/>
                  <a:pt x="22860" y="20502"/>
                  <a:pt x="22860" y="45721"/>
                </a:cubicBezTo>
                <a:cubicBezTo>
                  <a:pt x="22860" y="70937"/>
                  <a:pt x="43361" y="91442"/>
                  <a:pt x="68580" y="91442"/>
                </a:cubicBezTo>
                <a:lnTo>
                  <a:pt x="165737" y="91442"/>
                </a:lnTo>
                <a:lnTo>
                  <a:pt x="165737" y="102871"/>
                </a:lnTo>
                <a:lnTo>
                  <a:pt x="158663" y="109943"/>
                </a:lnTo>
                <a:lnTo>
                  <a:pt x="138590" y="130016"/>
                </a:lnTo>
                <a:lnTo>
                  <a:pt x="131447" y="137160"/>
                </a:lnTo>
                <a:lnTo>
                  <a:pt x="91444" y="137160"/>
                </a:lnTo>
                <a:cubicBezTo>
                  <a:pt x="56726" y="137160"/>
                  <a:pt x="28580" y="165307"/>
                  <a:pt x="28580" y="200025"/>
                </a:cubicBezTo>
                <a:lnTo>
                  <a:pt x="28580" y="228601"/>
                </a:lnTo>
                <a:lnTo>
                  <a:pt x="22867" y="228601"/>
                </a:lnTo>
                <a:cubicBezTo>
                  <a:pt x="10223" y="228601"/>
                  <a:pt x="7" y="238817"/>
                  <a:pt x="7" y="251462"/>
                </a:cubicBezTo>
                <a:lnTo>
                  <a:pt x="7" y="297183"/>
                </a:lnTo>
                <a:cubicBezTo>
                  <a:pt x="7" y="309828"/>
                  <a:pt x="10223" y="320043"/>
                  <a:pt x="22867" y="320043"/>
                </a:cubicBezTo>
                <a:lnTo>
                  <a:pt x="68587" y="320043"/>
                </a:lnTo>
                <a:cubicBezTo>
                  <a:pt x="81232" y="320043"/>
                  <a:pt x="91447" y="309828"/>
                  <a:pt x="91447" y="297183"/>
                </a:cubicBezTo>
                <a:lnTo>
                  <a:pt x="91447" y="251462"/>
                </a:lnTo>
                <a:cubicBezTo>
                  <a:pt x="91447" y="238817"/>
                  <a:pt x="81232" y="228601"/>
                  <a:pt x="68587" y="228601"/>
                </a:cubicBezTo>
                <a:lnTo>
                  <a:pt x="62874" y="228601"/>
                </a:lnTo>
                <a:lnTo>
                  <a:pt x="62874" y="200025"/>
                </a:lnTo>
                <a:cubicBezTo>
                  <a:pt x="62874" y="184238"/>
                  <a:pt x="75661" y="171449"/>
                  <a:pt x="91451" y="171449"/>
                </a:cubicBezTo>
                <a:lnTo>
                  <a:pt x="131458" y="171449"/>
                </a:lnTo>
                <a:lnTo>
                  <a:pt x="138532" y="178522"/>
                </a:lnTo>
                <a:lnTo>
                  <a:pt x="158604" y="198595"/>
                </a:lnTo>
                <a:lnTo>
                  <a:pt x="165748" y="205738"/>
                </a:lnTo>
                <a:lnTo>
                  <a:pt x="165748" y="228598"/>
                </a:lnTo>
                <a:lnTo>
                  <a:pt x="160034" y="228598"/>
                </a:lnTo>
                <a:cubicBezTo>
                  <a:pt x="147390" y="228598"/>
                  <a:pt x="137174" y="238814"/>
                  <a:pt x="137174" y="251459"/>
                </a:cubicBezTo>
                <a:lnTo>
                  <a:pt x="137174" y="297180"/>
                </a:lnTo>
                <a:cubicBezTo>
                  <a:pt x="137174" y="309825"/>
                  <a:pt x="147390" y="320040"/>
                  <a:pt x="160034" y="320040"/>
                </a:cubicBezTo>
                <a:lnTo>
                  <a:pt x="205754" y="320040"/>
                </a:lnTo>
                <a:cubicBezTo>
                  <a:pt x="218399" y="320040"/>
                  <a:pt x="228614" y="309825"/>
                  <a:pt x="228614" y="297180"/>
                </a:cubicBezTo>
                <a:lnTo>
                  <a:pt x="228614" y="251459"/>
                </a:lnTo>
                <a:cubicBezTo>
                  <a:pt x="228614" y="238814"/>
                  <a:pt x="218399" y="228598"/>
                  <a:pt x="205754" y="228598"/>
                </a:cubicBezTo>
                <a:lnTo>
                  <a:pt x="200041" y="228598"/>
                </a:lnTo>
                <a:lnTo>
                  <a:pt x="200041" y="205738"/>
                </a:lnTo>
                <a:lnTo>
                  <a:pt x="207115" y="198665"/>
                </a:lnTo>
                <a:lnTo>
                  <a:pt x="227188" y="178592"/>
                </a:lnTo>
                <a:lnTo>
                  <a:pt x="234331" y="171449"/>
                </a:lnTo>
                <a:lnTo>
                  <a:pt x="274338" y="171449"/>
                </a:lnTo>
                <a:cubicBezTo>
                  <a:pt x="290124" y="171449"/>
                  <a:pt x="302915" y="184238"/>
                  <a:pt x="302915" y="200025"/>
                </a:cubicBezTo>
                <a:lnTo>
                  <a:pt x="302915" y="228601"/>
                </a:lnTo>
                <a:lnTo>
                  <a:pt x="297202" y="228601"/>
                </a:lnTo>
                <a:cubicBezTo>
                  <a:pt x="284557" y="228601"/>
                  <a:pt x="274342" y="238817"/>
                  <a:pt x="274342" y="251462"/>
                </a:cubicBezTo>
                <a:lnTo>
                  <a:pt x="274342" y="297183"/>
                </a:lnTo>
                <a:cubicBezTo>
                  <a:pt x="274342" y="309828"/>
                  <a:pt x="284557" y="320043"/>
                  <a:pt x="297202" y="320043"/>
                </a:cubicBezTo>
                <a:lnTo>
                  <a:pt x="342922" y="320043"/>
                </a:lnTo>
                <a:cubicBezTo>
                  <a:pt x="355566" y="320043"/>
                  <a:pt x="365782" y="309828"/>
                  <a:pt x="365782" y="297183"/>
                </a:cubicBezTo>
                <a:lnTo>
                  <a:pt x="365782" y="251462"/>
                </a:lnTo>
                <a:cubicBezTo>
                  <a:pt x="365782" y="238817"/>
                  <a:pt x="355566" y="228601"/>
                  <a:pt x="342922" y="228601"/>
                </a:cubicBezTo>
                <a:lnTo>
                  <a:pt x="337209" y="228601"/>
                </a:lnTo>
                <a:lnTo>
                  <a:pt x="337209" y="200025"/>
                </a:lnTo>
                <a:cubicBezTo>
                  <a:pt x="337209" y="165307"/>
                  <a:pt x="309063" y="137160"/>
                  <a:pt x="274345" y="137160"/>
                </a:cubicBezTo>
                <a:lnTo>
                  <a:pt x="234342" y="137160"/>
                </a:lnTo>
                <a:lnTo>
                  <a:pt x="227268" y="130087"/>
                </a:lnTo>
                <a:lnTo>
                  <a:pt x="207195" y="110014"/>
                </a:lnTo>
                <a:lnTo>
                  <a:pt x="200052" y="102871"/>
                </a:lnTo>
                <a:lnTo>
                  <a:pt x="200052" y="91442"/>
                </a:lnTo>
                <a:lnTo>
                  <a:pt x="297209" y="91442"/>
                </a:lnTo>
                <a:cubicBezTo>
                  <a:pt x="322428" y="91442"/>
                  <a:pt x="342929" y="70940"/>
                  <a:pt x="342929" y="45721"/>
                </a:cubicBezTo>
                <a:cubicBezTo>
                  <a:pt x="342929" y="20505"/>
                  <a:pt x="322428" y="0"/>
                  <a:pt x="297209" y="0"/>
                </a:cubicBezTo>
                <a:lnTo>
                  <a:pt x="68580" y="0"/>
                </a:lnTo>
                <a:moveTo>
                  <a:pt x="34290" y="285751"/>
                </a:moveTo>
                <a:lnTo>
                  <a:pt x="34290" y="262890"/>
                </a:lnTo>
                <a:lnTo>
                  <a:pt x="57150" y="262890"/>
                </a:lnTo>
                <a:lnTo>
                  <a:pt x="57150" y="285751"/>
                </a:lnTo>
                <a:lnTo>
                  <a:pt x="34290" y="285751"/>
                </a:lnTo>
                <a:moveTo>
                  <a:pt x="171450" y="285751"/>
                </a:moveTo>
                <a:lnTo>
                  <a:pt x="171450" y="262890"/>
                </a:lnTo>
                <a:lnTo>
                  <a:pt x="194310" y="262890"/>
                </a:lnTo>
                <a:lnTo>
                  <a:pt x="194310" y="285751"/>
                </a:lnTo>
                <a:lnTo>
                  <a:pt x="171450" y="285751"/>
                </a:lnTo>
                <a:moveTo>
                  <a:pt x="308610" y="285751"/>
                </a:moveTo>
                <a:lnTo>
                  <a:pt x="308610" y="262890"/>
                </a:lnTo>
                <a:lnTo>
                  <a:pt x="331470" y="262890"/>
                </a:lnTo>
                <a:lnTo>
                  <a:pt x="331470" y="285751"/>
                </a:lnTo>
                <a:lnTo>
                  <a:pt x="308610" y="285751"/>
                </a:lnTo>
                <a:moveTo>
                  <a:pt x="162807" y="154304"/>
                </a:moveTo>
                <a:lnTo>
                  <a:pt x="182880" y="134231"/>
                </a:lnTo>
                <a:lnTo>
                  <a:pt x="202953" y="154304"/>
                </a:lnTo>
                <a:lnTo>
                  <a:pt x="182880" y="174377"/>
                </a:lnTo>
                <a:lnTo>
                  <a:pt x="162807" y="154304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536759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536757" cy="6858000"/>
          </a:xfrm>
          <a:prstGeom prst="rect">
            <a:avLst/>
          </a:prstGeom>
          <a:blipFill>
            <a:blip r:embed="rId1"/>
            <a:srcRect l="0" t="0" r="80488" b="0"/>
            <a:stretch>
              <a:fillRect l="0" t="0" r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672646" y="1292938"/>
            <a:ext cx="3840480" cy="228600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96006" y="1292938"/>
            <a:ext cx="3840480" cy="228600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672646" y="1164795"/>
            <a:ext cx="7863840" cy="45719"/>
          </a:xfrm>
          <a:custGeom>
            <a:avLst/>
            <a:gdLst/>
            <a:ahLst/>
            <a:cxnLst/>
            <a:rect l="l" t="t" r="r" b="b"/>
            <a:pathLst>
              <a:path w="7863840" h="45719">
                <a:moveTo>
                  <a:pt x="0" y="0"/>
                </a:moveTo>
                <a:lnTo>
                  <a:pt x="786384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781957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72646" y="3802600"/>
            <a:ext cx="3840480" cy="228600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696006" y="3802600"/>
            <a:ext cx="3840480" cy="228600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blipFill>
            <a:blip r:embed="rId2"/>
            <a:srcRect/>
            <a:stretch>
              <a:fillRect l="-106863" r="-106863" t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672646" y="1"/>
            <a:ext cx="7863840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登录与权限设计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463458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4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890333" y="6309360"/>
            <a:ext cx="70084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智能招聘管理系统全流程解决方案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878886" y="485503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简化协作流程，降低使用门槛，快速上手使用。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878886" y="438202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简化协作流程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886641" y="3930634"/>
            <a:ext cx="350251" cy="365760"/>
          </a:xfrm>
          <a:custGeom>
            <a:avLst/>
            <a:gdLst/>
            <a:ahLst/>
            <a:cxnLst/>
            <a:rect l="l" t="t" r="r" b="b"/>
            <a:pathLst>
              <a:path w="350251" h="365760">
                <a:moveTo>
                  <a:pt x="175129" y="0"/>
                </a:moveTo>
                <a:cubicBezTo>
                  <a:pt x="187272" y="0"/>
                  <a:pt x="199132" y="1214"/>
                  <a:pt x="210704" y="3431"/>
                </a:cubicBezTo>
                <a:cubicBezTo>
                  <a:pt x="216346" y="4502"/>
                  <a:pt x="226276" y="7787"/>
                  <a:pt x="231705" y="17791"/>
                </a:cubicBezTo>
                <a:cubicBezTo>
                  <a:pt x="233134" y="20435"/>
                  <a:pt x="234276" y="23218"/>
                  <a:pt x="234990" y="26221"/>
                </a:cubicBezTo>
                <a:lnTo>
                  <a:pt x="241634" y="53726"/>
                </a:lnTo>
                <a:cubicBezTo>
                  <a:pt x="242636" y="57870"/>
                  <a:pt x="249634" y="61941"/>
                  <a:pt x="253708" y="60727"/>
                </a:cubicBezTo>
                <a:lnTo>
                  <a:pt x="280855" y="52724"/>
                </a:lnTo>
                <a:cubicBezTo>
                  <a:pt x="283714" y="51868"/>
                  <a:pt x="286642" y="51437"/>
                  <a:pt x="289570" y="51367"/>
                </a:cubicBezTo>
                <a:cubicBezTo>
                  <a:pt x="301072" y="51009"/>
                  <a:pt x="308858" y="58083"/>
                  <a:pt x="312644" y="62369"/>
                </a:cubicBezTo>
                <a:cubicBezTo>
                  <a:pt x="328434" y="80299"/>
                  <a:pt x="340577" y="101374"/>
                  <a:pt x="348293" y="124018"/>
                </a:cubicBezTo>
                <a:cubicBezTo>
                  <a:pt x="350149" y="129446"/>
                  <a:pt x="352293" y="139592"/>
                  <a:pt x="346363" y="149307"/>
                </a:cubicBezTo>
                <a:cubicBezTo>
                  <a:pt x="344790" y="151878"/>
                  <a:pt x="342864" y="154307"/>
                  <a:pt x="340647" y="156450"/>
                </a:cubicBezTo>
                <a:lnTo>
                  <a:pt x="320143" y="175953"/>
                </a:lnTo>
                <a:cubicBezTo>
                  <a:pt x="317142" y="178809"/>
                  <a:pt x="317142" y="187024"/>
                  <a:pt x="320143" y="189884"/>
                </a:cubicBezTo>
                <a:lnTo>
                  <a:pt x="340647" y="209387"/>
                </a:lnTo>
                <a:cubicBezTo>
                  <a:pt x="342860" y="211530"/>
                  <a:pt x="344790" y="213959"/>
                  <a:pt x="346363" y="216530"/>
                </a:cubicBezTo>
                <a:cubicBezTo>
                  <a:pt x="352219" y="226245"/>
                  <a:pt x="350079" y="236391"/>
                  <a:pt x="348293" y="241819"/>
                </a:cubicBezTo>
                <a:cubicBezTo>
                  <a:pt x="340577" y="264463"/>
                  <a:pt x="328434" y="285469"/>
                  <a:pt x="312644" y="303468"/>
                </a:cubicBezTo>
                <a:cubicBezTo>
                  <a:pt x="308858" y="307754"/>
                  <a:pt x="300998" y="314824"/>
                  <a:pt x="289570" y="314470"/>
                </a:cubicBezTo>
                <a:cubicBezTo>
                  <a:pt x="286642" y="314396"/>
                  <a:pt x="283714" y="313899"/>
                  <a:pt x="280855" y="313113"/>
                </a:cubicBezTo>
                <a:lnTo>
                  <a:pt x="253708" y="305040"/>
                </a:lnTo>
                <a:cubicBezTo>
                  <a:pt x="249634" y="303826"/>
                  <a:pt x="242636" y="307897"/>
                  <a:pt x="241634" y="312041"/>
                </a:cubicBezTo>
                <a:lnTo>
                  <a:pt x="234990" y="339546"/>
                </a:lnTo>
                <a:cubicBezTo>
                  <a:pt x="234276" y="342545"/>
                  <a:pt x="233134" y="345406"/>
                  <a:pt x="231705" y="347977"/>
                </a:cubicBezTo>
                <a:cubicBezTo>
                  <a:pt x="226202" y="357977"/>
                  <a:pt x="216273" y="361192"/>
                  <a:pt x="210704" y="362337"/>
                </a:cubicBezTo>
                <a:cubicBezTo>
                  <a:pt x="199131" y="364549"/>
                  <a:pt x="187272" y="365764"/>
                  <a:pt x="175129" y="365764"/>
                </a:cubicBezTo>
                <a:cubicBezTo>
                  <a:pt x="162986" y="365764"/>
                  <a:pt x="151126" y="364549"/>
                  <a:pt x="139554" y="362333"/>
                </a:cubicBezTo>
                <a:cubicBezTo>
                  <a:pt x="133911" y="361261"/>
                  <a:pt x="123982" y="357977"/>
                  <a:pt x="118553" y="347973"/>
                </a:cubicBezTo>
                <a:cubicBezTo>
                  <a:pt x="117124" y="345329"/>
                  <a:pt x="115982" y="342545"/>
                  <a:pt x="115268" y="339543"/>
                </a:cubicBezTo>
                <a:lnTo>
                  <a:pt x="108623" y="312037"/>
                </a:lnTo>
                <a:cubicBezTo>
                  <a:pt x="107622" y="307893"/>
                  <a:pt x="100624" y="303822"/>
                  <a:pt x="96550" y="305037"/>
                </a:cubicBezTo>
                <a:lnTo>
                  <a:pt x="69402" y="313036"/>
                </a:lnTo>
                <a:cubicBezTo>
                  <a:pt x="66544" y="313892"/>
                  <a:pt x="63616" y="314323"/>
                  <a:pt x="60688" y="314393"/>
                </a:cubicBezTo>
                <a:cubicBezTo>
                  <a:pt x="49186" y="314751"/>
                  <a:pt x="41400" y="307678"/>
                  <a:pt x="37613" y="303391"/>
                </a:cubicBezTo>
                <a:cubicBezTo>
                  <a:pt x="21898" y="285461"/>
                  <a:pt x="9681" y="264386"/>
                  <a:pt x="1965" y="241742"/>
                </a:cubicBezTo>
                <a:cubicBezTo>
                  <a:pt x="109" y="236314"/>
                  <a:pt x="-2035" y="226168"/>
                  <a:pt x="3895" y="216453"/>
                </a:cubicBezTo>
                <a:cubicBezTo>
                  <a:pt x="5467" y="213882"/>
                  <a:pt x="7394" y="211453"/>
                  <a:pt x="9611" y="209310"/>
                </a:cubicBezTo>
                <a:lnTo>
                  <a:pt x="30115" y="189808"/>
                </a:lnTo>
                <a:cubicBezTo>
                  <a:pt x="33116" y="186951"/>
                  <a:pt x="33116" y="178736"/>
                  <a:pt x="30115" y="175876"/>
                </a:cubicBezTo>
                <a:lnTo>
                  <a:pt x="9541" y="156373"/>
                </a:lnTo>
                <a:cubicBezTo>
                  <a:pt x="7327" y="154230"/>
                  <a:pt x="5397" y="151801"/>
                  <a:pt x="3825" y="149230"/>
                </a:cubicBezTo>
                <a:cubicBezTo>
                  <a:pt x="-2031" y="139516"/>
                  <a:pt x="109" y="129369"/>
                  <a:pt x="1968" y="124011"/>
                </a:cubicBezTo>
                <a:cubicBezTo>
                  <a:pt x="9684" y="101367"/>
                  <a:pt x="21828" y="80361"/>
                  <a:pt x="37617" y="62362"/>
                </a:cubicBezTo>
                <a:cubicBezTo>
                  <a:pt x="41403" y="58075"/>
                  <a:pt x="49263" y="51005"/>
                  <a:pt x="60691" y="51360"/>
                </a:cubicBezTo>
                <a:cubicBezTo>
                  <a:pt x="63620" y="51433"/>
                  <a:pt x="66548" y="51931"/>
                  <a:pt x="69406" y="52717"/>
                </a:cubicBezTo>
                <a:lnTo>
                  <a:pt x="96554" y="60720"/>
                </a:lnTo>
                <a:cubicBezTo>
                  <a:pt x="100627" y="61934"/>
                  <a:pt x="107625" y="57863"/>
                  <a:pt x="108627" y="53719"/>
                </a:cubicBezTo>
                <a:lnTo>
                  <a:pt x="115271" y="26214"/>
                </a:lnTo>
                <a:cubicBezTo>
                  <a:pt x="115986" y="23215"/>
                  <a:pt x="117127" y="20355"/>
                  <a:pt x="118556" y="17783"/>
                </a:cubicBezTo>
                <a:cubicBezTo>
                  <a:pt x="124059" y="7783"/>
                  <a:pt x="133988" y="4568"/>
                  <a:pt x="139557" y="3424"/>
                </a:cubicBezTo>
                <a:cubicBezTo>
                  <a:pt x="151130" y="1211"/>
                  <a:pt x="162989" y="-7"/>
                  <a:pt x="175132" y="-7"/>
                </a:cubicBezTo>
                <a:lnTo>
                  <a:pt x="175129" y="0"/>
                </a:lnTo>
                <a:moveTo>
                  <a:pt x="148055" y="36719"/>
                </a:moveTo>
                <a:lnTo>
                  <a:pt x="141981" y="61792"/>
                </a:lnTo>
                <a:cubicBezTo>
                  <a:pt x="136409" y="84867"/>
                  <a:pt x="109622" y="100295"/>
                  <a:pt x="86831" y="93653"/>
                </a:cubicBezTo>
                <a:lnTo>
                  <a:pt x="62183" y="86367"/>
                </a:lnTo>
                <a:cubicBezTo>
                  <a:pt x="50398" y="100156"/>
                  <a:pt x="41109" y="116158"/>
                  <a:pt x="35036" y="133301"/>
                </a:cubicBezTo>
                <a:lnTo>
                  <a:pt x="53753" y="151088"/>
                </a:lnTo>
                <a:cubicBezTo>
                  <a:pt x="70898" y="167375"/>
                  <a:pt x="70898" y="198381"/>
                  <a:pt x="53753" y="214668"/>
                </a:cubicBezTo>
                <a:lnTo>
                  <a:pt x="35036" y="232455"/>
                </a:lnTo>
                <a:cubicBezTo>
                  <a:pt x="41109" y="249602"/>
                  <a:pt x="50394" y="265600"/>
                  <a:pt x="62183" y="279389"/>
                </a:cubicBezTo>
                <a:lnTo>
                  <a:pt x="86901" y="272103"/>
                </a:lnTo>
                <a:cubicBezTo>
                  <a:pt x="109618" y="265388"/>
                  <a:pt x="136479" y="280889"/>
                  <a:pt x="142051" y="303965"/>
                </a:cubicBezTo>
                <a:lnTo>
                  <a:pt x="148125" y="329038"/>
                </a:lnTo>
                <a:cubicBezTo>
                  <a:pt x="165697" y="332253"/>
                  <a:pt x="184771" y="332253"/>
                  <a:pt x="202347" y="329038"/>
                </a:cubicBezTo>
                <a:lnTo>
                  <a:pt x="208420" y="303965"/>
                </a:lnTo>
                <a:cubicBezTo>
                  <a:pt x="213993" y="280889"/>
                  <a:pt x="240780" y="265461"/>
                  <a:pt x="263571" y="272103"/>
                </a:cubicBezTo>
                <a:lnTo>
                  <a:pt x="288288" y="279389"/>
                </a:lnTo>
                <a:cubicBezTo>
                  <a:pt x="300074" y="265600"/>
                  <a:pt x="309362" y="249598"/>
                  <a:pt x="315436" y="232455"/>
                </a:cubicBezTo>
                <a:lnTo>
                  <a:pt x="296718" y="214668"/>
                </a:lnTo>
                <a:cubicBezTo>
                  <a:pt x="279574" y="198381"/>
                  <a:pt x="279574" y="167375"/>
                  <a:pt x="296718" y="151088"/>
                </a:cubicBezTo>
                <a:lnTo>
                  <a:pt x="315436" y="133301"/>
                </a:lnTo>
                <a:cubicBezTo>
                  <a:pt x="309362" y="116158"/>
                  <a:pt x="300077" y="100152"/>
                  <a:pt x="288288" y="86367"/>
                </a:cubicBezTo>
                <a:lnTo>
                  <a:pt x="263571" y="93653"/>
                </a:lnTo>
                <a:cubicBezTo>
                  <a:pt x="240853" y="100368"/>
                  <a:pt x="213993" y="84867"/>
                  <a:pt x="208420" y="61792"/>
                </a:cubicBezTo>
                <a:lnTo>
                  <a:pt x="202347" y="36719"/>
                </a:lnTo>
                <a:cubicBezTo>
                  <a:pt x="184775" y="33504"/>
                  <a:pt x="165700" y="33504"/>
                  <a:pt x="148125" y="36719"/>
                </a:cubicBezTo>
                <a:lnTo>
                  <a:pt x="148055" y="36719"/>
                </a:lnTo>
                <a:moveTo>
                  <a:pt x="140839" y="182880"/>
                </a:moveTo>
                <a:cubicBezTo>
                  <a:pt x="140839" y="201819"/>
                  <a:pt x="156191" y="217170"/>
                  <a:pt x="175129" y="217170"/>
                </a:cubicBezTo>
                <a:cubicBezTo>
                  <a:pt x="194067" y="217170"/>
                  <a:pt x="209418" y="201819"/>
                  <a:pt x="209418" y="182880"/>
                </a:cubicBezTo>
                <a:cubicBezTo>
                  <a:pt x="209418" y="163941"/>
                  <a:pt x="194067" y="148590"/>
                  <a:pt x="175129" y="148590"/>
                </a:cubicBezTo>
                <a:cubicBezTo>
                  <a:pt x="156191" y="148590"/>
                  <a:pt x="140839" y="163941"/>
                  <a:pt x="140839" y="182880"/>
                </a:cubicBezTo>
                <a:lnTo>
                  <a:pt x="140839" y="182880"/>
                </a:lnTo>
                <a:moveTo>
                  <a:pt x="175129" y="251460"/>
                </a:moveTo>
                <a:cubicBezTo>
                  <a:pt x="137253" y="251460"/>
                  <a:pt x="106550" y="220754"/>
                  <a:pt x="106550" y="182880"/>
                </a:cubicBezTo>
                <a:cubicBezTo>
                  <a:pt x="106550" y="145006"/>
                  <a:pt x="137253" y="114300"/>
                  <a:pt x="175129" y="114300"/>
                </a:cubicBezTo>
                <a:cubicBezTo>
                  <a:pt x="213005" y="114300"/>
                  <a:pt x="243708" y="145006"/>
                  <a:pt x="243708" y="182880"/>
                </a:cubicBezTo>
                <a:cubicBezTo>
                  <a:pt x="243708" y="220754"/>
                  <a:pt x="213005" y="251460"/>
                  <a:pt x="175129" y="251460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855526" y="485503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团队共享权限与数据。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855526" y="438202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权限与数据共享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855526" y="4003283"/>
            <a:ext cx="365760" cy="220463"/>
          </a:xfrm>
          <a:custGeom>
            <a:avLst/>
            <a:gdLst/>
            <a:ahLst/>
            <a:cxnLst/>
            <a:rect l="l" t="t" r="r" b="b"/>
            <a:pathLst>
              <a:path w="365760" h="220463">
                <a:moveTo>
                  <a:pt x="155561" y="344"/>
                </a:moveTo>
                <a:lnTo>
                  <a:pt x="126359" y="29549"/>
                </a:lnTo>
                <a:cubicBezTo>
                  <a:pt x="117614" y="31950"/>
                  <a:pt x="109501" y="36350"/>
                  <a:pt x="102643" y="42408"/>
                </a:cubicBezTo>
                <a:lnTo>
                  <a:pt x="87442" y="55953"/>
                </a:lnTo>
                <a:cubicBezTo>
                  <a:pt x="81612" y="61154"/>
                  <a:pt x="74011" y="64011"/>
                  <a:pt x="66181" y="64011"/>
                </a:cubicBezTo>
                <a:lnTo>
                  <a:pt x="54864" y="64011"/>
                </a:lnTo>
                <a:lnTo>
                  <a:pt x="54864" y="137163"/>
                </a:lnTo>
                <a:cubicBezTo>
                  <a:pt x="66521" y="137507"/>
                  <a:pt x="77611" y="142249"/>
                  <a:pt x="85895" y="150536"/>
                </a:cubicBezTo>
                <a:lnTo>
                  <a:pt x="106239" y="170881"/>
                </a:lnTo>
                <a:lnTo>
                  <a:pt x="110240" y="174882"/>
                </a:lnTo>
                <a:lnTo>
                  <a:pt x="110240" y="174882"/>
                </a:lnTo>
                <a:lnTo>
                  <a:pt x="125672" y="190312"/>
                </a:lnTo>
                <a:cubicBezTo>
                  <a:pt x="129216" y="193855"/>
                  <a:pt x="135046" y="193855"/>
                  <a:pt x="138586" y="190312"/>
                </a:cubicBezTo>
                <a:cubicBezTo>
                  <a:pt x="139559" y="189340"/>
                  <a:pt x="140302" y="188198"/>
                  <a:pt x="140701" y="186997"/>
                </a:cubicBezTo>
                <a:cubicBezTo>
                  <a:pt x="142303" y="182596"/>
                  <a:pt x="146015" y="179280"/>
                  <a:pt x="150587" y="178253"/>
                </a:cubicBezTo>
                <a:cubicBezTo>
                  <a:pt x="155159" y="177223"/>
                  <a:pt x="159958" y="178597"/>
                  <a:pt x="163275" y="181968"/>
                </a:cubicBezTo>
                <a:lnTo>
                  <a:pt x="169449" y="188026"/>
                </a:lnTo>
                <a:cubicBezTo>
                  <a:pt x="176080" y="194655"/>
                  <a:pt x="186823" y="194655"/>
                  <a:pt x="193396" y="188026"/>
                </a:cubicBezTo>
                <a:cubicBezTo>
                  <a:pt x="196483" y="184939"/>
                  <a:pt x="198140" y="180998"/>
                  <a:pt x="198311" y="176939"/>
                </a:cubicBezTo>
                <a:cubicBezTo>
                  <a:pt x="198538" y="171910"/>
                  <a:pt x="201512" y="167452"/>
                  <a:pt x="206084" y="165281"/>
                </a:cubicBezTo>
                <a:cubicBezTo>
                  <a:pt x="210656" y="163109"/>
                  <a:pt x="215970" y="163566"/>
                  <a:pt x="220027" y="166480"/>
                </a:cubicBezTo>
                <a:cubicBezTo>
                  <a:pt x="225400" y="170310"/>
                  <a:pt x="232887" y="169796"/>
                  <a:pt x="237686" y="164994"/>
                </a:cubicBezTo>
                <a:cubicBezTo>
                  <a:pt x="243059" y="159622"/>
                  <a:pt x="243059" y="150935"/>
                  <a:pt x="237686" y="145620"/>
                </a:cubicBezTo>
                <a:lnTo>
                  <a:pt x="194365" y="102301"/>
                </a:lnTo>
                <a:lnTo>
                  <a:pt x="173904" y="121162"/>
                </a:lnTo>
                <a:cubicBezTo>
                  <a:pt x="158301" y="135565"/>
                  <a:pt x="134358" y="135792"/>
                  <a:pt x="118470" y="121675"/>
                </a:cubicBezTo>
                <a:cubicBezTo>
                  <a:pt x="100354" y="105560"/>
                  <a:pt x="99951" y="77442"/>
                  <a:pt x="117555" y="60810"/>
                </a:cubicBezTo>
                <a:lnTo>
                  <a:pt x="157617" y="22977"/>
                </a:lnTo>
                <a:cubicBezTo>
                  <a:pt x="173275" y="8232"/>
                  <a:pt x="193963" y="2"/>
                  <a:pt x="215509" y="2"/>
                </a:cubicBezTo>
                <a:cubicBezTo>
                  <a:pt x="236142" y="2"/>
                  <a:pt x="256087" y="7604"/>
                  <a:pt x="271460" y="21261"/>
                </a:cubicBezTo>
                <a:lnTo>
                  <a:pt x="288661" y="36577"/>
                </a:lnTo>
                <a:lnTo>
                  <a:pt x="310892" y="36577"/>
                </a:lnTo>
                <a:lnTo>
                  <a:pt x="333752" y="36577"/>
                </a:lnTo>
                <a:lnTo>
                  <a:pt x="356612" y="36577"/>
                </a:lnTo>
                <a:cubicBezTo>
                  <a:pt x="361641" y="36577"/>
                  <a:pt x="365756" y="40691"/>
                  <a:pt x="365756" y="45722"/>
                </a:cubicBezTo>
                <a:lnTo>
                  <a:pt x="365756" y="164593"/>
                </a:lnTo>
                <a:cubicBezTo>
                  <a:pt x="365756" y="174708"/>
                  <a:pt x="357585" y="182880"/>
                  <a:pt x="347468" y="182880"/>
                </a:cubicBezTo>
                <a:lnTo>
                  <a:pt x="329180" y="182880"/>
                </a:lnTo>
                <a:cubicBezTo>
                  <a:pt x="322436" y="182880"/>
                  <a:pt x="316492" y="179223"/>
                  <a:pt x="313350" y="173736"/>
                </a:cubicBezTo>
                <a:lnTo>
                  <a:pt x="264829" y="173736"/>
                </a:lnTo>
                <a:cubicBezTo>
                  <a:pt x="262886" y="177565"/>
                  <a:pt x="260315" y="181223"/>
                  <a:pt x="257115" y="184424"/>
                </a:cubicBezTo>
                <a:cubicBezTo>
                  <a:pt x="247341" y="194197"/>
                  <a:pt x="233797" y="198026"/>
                  <a:pt x="221109" y="195910"/>
                </a:cubicBezTo>
                <a:cubicBezTo>
                  <a:pt x="219054" y="200081"/>
                  <a:pt x="216252" y="203968"/>
                  <a:pt x="212766" y="207453"/>
                </a:cubicBezTo>
                <a:cubicBezTo>
                  <a:pt x="197163" y="223055"/>
                  <a:pt x="172763" y="224599"/>
                  <a:pt x="155389" y="212083"/>
                </a:cubicBezTo>
                <a:cubicBezTo>
                  <a:pt x="141044" y="223970"/>
                  <a:pt x="119669" y="223227"/>
                  <a:pt x="106242" y="209739"/>
                </a:cubicBezTo>
                <a:lnTo>
                  <a:pt x="90869" y="194309"/>
                </a:lnTo>
                <a:lnTo>
                  <a:pt x="86868" y="190308"/>
                </a:lnTo>
                <a:lnTo>
                  <a:pt x="66521" y="169964"/>
                </a:lnTo>
                <a:cubicBezTo>
                  <a:pt x="63379" y="166820"/>
                  <a:pt x="59264" y="164992"/>
                  <a:pt x="54864" y="164648"/>
                </a:cubicBezTo>
                <a:cubicBezTo>
                  <a:pt x="54864" y="174706"/>
                  <a:pt x="46634" y="182878"/>
                  <a:pt x="36576" y="182878"/>
                </a:cubicBezTo>
                <a:lnTo>
                  <a:pt x="18288" y="182878"/>
                </a:lnTo>
                <a:cubicBezTo>
                  <a:pt x="8171" y="182878"/>
                  <a:pt x="0" y="174706"/>
                  <a:pt x="0" y="164591"/>
                </a:cubicBezTo>
                <a:lnTo>
                  <a:pt x="0" y="45720"/>
                </a:lnTo>
                <a:cubicBezTo>
                  <a:pt x="0" y="40691"/>
                  <a:pt x="4115" y="36575"/>
                  <a:pt x="9144" y="36575"/>
                </a:cubicBezTo>
                <a:lnTo>
                  <a:pt x="32004" y="36575"/>
                </a:lnTo>
                <a:lnTo>
                  <a:pt x="54864" y="36575"/>
                </a:lnTo>
                <a:lnTo>
                  <a:pt x="66181" y="36575"/>
                </a:lnTo>
                <a:cubicBezTo>
                  <a:pt x="67325" y="36575"/>
                  <a:pt x="68408" y="36176"/>
                  <a:pt x="69209" y="35433"/>
                </a:cubicBezTo>
                <a:lnTo>
                  <a:pt x="84355" y="21945"/>
                </a:lnTo>
                <a:cubicBezTo>
                  <a:pt x="100299" y="7829"/>
                  <a:pt x="120818" y="0"/>
                  <a:pt x="142134" y="0"/>
                </a:cubicBezTo>
                <a:lnTo>
                  <a:pt x="148019" y="0"/>
                </a:lnTo>
                <a:cubicBezTo>
                  <a:pt x="150532" y="0"/>
                  <a:pt x="153107" y="115"/>
                  <a:pt x="155561" y="344"/>
                </a:cubicBezTo>
                <a:lnTo>
                  <a:pt x="155561" y="344"/>
                </a:lnTo>
                <a:moveTo>
                  <a:pt x="310896" y="146304"/>
                </a:moveTo>
                <a:lnTo>
                  <a:pt x="310896" y="64007"/>
                </a:lnTo>
                <a:lnTo>
                  <a:pt x="283464" y="64007"/>
                </a:lnTo>
                <a:cubicBezTo>
                  <a:pt x="280092" y="64007"/>
                  <a:pt x="276833" y="62750"/>
                  <a:pt x="274378" y="60521"/>
                </a:cubicBezTo>
                <a:lnTo>
                  <a:pt x="253289" y="41776"/>
                </a:lnTo>
                <a:cubicBezTo>
                  <a:pt x="242887" y="32518"/>
                  <a:pt x="229456" y="27430"/>
                  <a:pt x="215513" y="27430"/>
                </a:cubicBezTo>
                <a:cubicBezTo>
                  <a:pt x="200996" y="27430"/>
                  <a:pt x="187053" y="32975"/>
                  <a:pt x="176479" y="42918"/>
                </a:cubicBezTo>
                <a:lnTo>
                  <a:pt x="136418" y="80751"/>
                </a:lnTo>
                <a:cubicBezTo>
                  <a:pt x="130532" y="86351"/>
                  <a:pt x="130646" y="95782"/>
                  <a:pt x="136703" y="101153"/>
                </a:cubicBezTo>
                <a:cubicBezTo>
                  <a:pt x="142017" y="105897"/>
                  <a:pt x="150075" y="105782"/>
                  <a:pt x="155276" y="100981"/>
                </a:cubicBezTo>
                <a:lnTo>
                  <a:pt x="196366" y="63033"/>
                </a:lnTo>
                <a:cubicBezTo>
                  <a:pt x="201910" y="57889"/>
                  <a:pt x="210597" y="58231"/>
                  <a:pt x="215740" y="63833"/>
                </a:cubicBezTo>
                <a:cubicBezTo>
                  <a:pt x="220882" y="69433"/>
                  <a:pt x="220542" y="78064"/>
                  <a:pt x="214939" y="83207"/>
                </a:cubicBezTo>
                <a:lnTo>
                  <a:pt x="214482" y="83663"/>
                </a:lnTo>
                <a:lnTo>
                  <a:pt x="257001" y="126184"/>
                </a:lnTo>
                <a:cubicBezTo>
                  <a:pt x="262718" y="131898"/>
                  <a:pt x="266431" y="138929"/>
                  <a:pt x="268087" y="146244"/>
                </a:cubicBezTo>
                <a:lnTo>
                  <a:pt x="310834" y="146244"/>
                </a:lnTo>
                <a:lnTo>
                  <a:pt x="310896" y="146304"/>
                </a:lnTo>
                <a:moveTo>
                  <a:pt x="36576" y="155448"/>
                </a:moveTo>
                <a:cubicBezTo>
                  <a:pt x="36576" y="150397"/>
                  <a:pt x="32483" y="146304"/>
                  <a:pt x="27432" y="146304"/>
                </a:cubicBezTo>
                <a:cubicBezTo>
                  <a:pt x="22381" y="146304"/>
                  <a:pt x="18288" y="150398"/>
                  <a:pt x="18288" y="155448"/>
                </a:cubicBezTo>
                <a:cubicBezTo>
                  <a:pt x="18288" y="160499"/>
                  <a:pt x="22381" y="164593"/>
                  <a:pt x="27432" y="164593"/>
                </a:cubicBezTo>
                <a:cubicBezTo>
                  <a:pt x="32483" y="164593"/>
                  <a:pt x="36576" y="160499"/>
                  <a:pt x="36576" y="155448"/>
                </a:cubicBezTo>
                <a:moveTo>
                  <a:pt x="338328" y="164593"/>
                </a:moveTo>
                <a:cubicBezTo>
                  <a:pt x="343379" y="164593"/>
                  <a:pt x="347472" y="160499"/>
                  <a:pt x="347472" y="155448"/>
                </a:cubicBezTo>
                <a:cubicBezTo>
                  <a:pt x="347472" y="150397"/>
                  <a:pt x="343379" y="146304"/>
                  <a:pt x="338328" y="146304"/>
                </a:cubicBezTo>
                <a:cubicBezTo>
                  <a:pt x="333277" y="146304"/>
                  <a:pt x="329184" y="150398"/>
                  <a:pt x="329184" y="155448"/>
                </a:cubicBezTo>
                <a:cubicBezTo>
                  <a:pt x="329184" y="160499"/>
                  <a:pt x="333277" y="164593"/>
                  <a:pt x="338328" y="164593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878886" y="2345368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共用账号: zenflux</a:t>
            </a:r>
            <a:endParaRPr lang="en-US" sz="1050" dirty="0"/>
          </a:p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统一密码: hrhr123456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878886" y="187236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共用账号信息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878886" y="1426734"/>
            <a:ext cx="365760" cy="365689"/>
          </a:xfrm>
          <a:custGeom>
            <a:avLst/>
            <a:gdLst/>
            <a:ahLst/>
            <a:cxnLst/>
            <a:rect l="l" t="t" r="r" b="b"/>
            <a:pathLst>
              <a:path w="365760" h="365689">
                <a:moveTo>
                  <a:pt x="148561" y="125705"/>
                </a:moveTo>
                <a:cubicBezTo>
                  <a:pt x="148561" y="75207"/>
                  <a:pt x="189486" y="34283"/>
                  <a:pt x="239982" y="34283"/>
                </a:cubicBezTo>
                <a:cubicBezTo>
                  <a:pt x="290479" y="34283"/>
                  <a:pt x="331404" y="75207"/>
                  <a:pt x="331404" y="125705"/>
                </a:cubicBezTo>
                <a:cubicBezTo>
                  <a:pt x="331404" y="176203"/>
                  <a:pt x="290479" y="217128"/>
                  <a:pt x="239982" y="217128"/>
                </a:cubicBezTo>
                <a:cubicBezTo>
                  <a:pt x="232554" y="217128"/>
                  <a:pt x="225341" y="216272"/>
                  <a:pt x="218483" y="214557"/>
                </a:cubicBezTo>
                <a:cubicBezTo>
                  <a:pt x="212697" y="213127"/>
                  <a:pt x="206556" y="214842"/>
                  <a:pt x="202342" y="219128"/>
                </a:cubicBezTo>
                <a:lnTo>
                  <a:pt x="181486" y="239983"/>
                </a:lnTo>
                <a:lnTo>
                  <a:pt x="142848" y="239983"/>
                </a:lnTo>
                <a:cubicBezTo>
                  <a:pt x="133349" y="239983"/>
                  <a:pt x="125704" y="247626"/>
                  <a:pt x="125704" y="257127"/>
                </a:cubicBezTo>
                <a:lnTo>
                  <a:pt x="125704" y="285698"/>
                </a:lnTo>
                <a:lnTo>
                  <a:pt x="97135" y="285698"/>
                </a:lnTo>
                <a:cubicBezTo>
                  <a:pt x="87636" y="285698"/>
                  <a:pt x="79992" y="293341"/>
                  <a:pt x="79992" y="302841"/>
                </a:cubicBezTo>
                <a:lnTo>
                  <a:pt x="79992" y="331413"/>
                </a:lnTo>
                <a:lnTo>
                  <a:pt x="34279" y="331413"/>
                </a:lnTo>
                <a:lnTo>
                  <a:pt x="34279" y="275631"/>
                </a:lnTo>
                <a:lnTo>
                  <a:pt x="146556" y="163353"/>
                </a:lnTo>
                <a:cubicBezTo>
                  <a:pt x="150770" y="159140"/>
                  <a:pt x="152485" y="152997"/>
                  <a:pt x="151128" y="147212"/>
                </a:cubicBezTo>
                <a:cubicBezTo>
                  <a:pt x="149486" y="140355"/>
                  <a:pt x="148557" y="133140"/>
                  <a:pt x="148557" y="125713"/>
                </a:cubicBezTo>
                <a:lnTo>
                  <a:pt x="148561" y="125705"/>
                </a:lnTo>
                <a:moveTo>
                  <a:pt x="239982" y="0"/>
                </a:moveTo>
                <a:cubicBezTo>
                  <a:pt x="170558" y="0"/>
                  <a:pt x="114278" y="56283"/>
                  <a:pt x="114278" y="125705"/>
                </a:cubicBezTo>
                <a:cubicBezTo>
                  <a:pt x="114278" y="132489"/>
                  <a:pt x="114779" y="139133"/>
                  <a:pt x="115851" y="145632"/>
                </a:cubicBezTo>
                <a:lnTo>
                  <a:pt x="5000" y="256410"/>
                </a:lnTo>
                <a:cubicBezTo>
                  <a:pt x="1785" y="259624"/>
                  <a:pt x="0" y="263980"/>
                  <a:pt x="0" y="268551"/>
                </a:cubicBezTo>
                <a:lnTo>
                  <a:pt x="0" y="348545"/>
                </a:lnTo>
                <a:cubicBezTo>
                  <a:pt x="0" y="358046"/>
                  <a:pt x="7641" y="365689"/>
                  <a:pt x="17143" y="365689"/>
                </a:cubicBezTo>
                <a:lnTo>
                  <a:pt x="97139" y="365689"/>
                </a:lnTo>
                <a:cubicBezTo>
                  <a:pt x="106637" y="365689"/>
                  <a:pt x="114282" y="358046"/>
                  <a:pt x="114282" y="348549"/>
                </a:cubicBezTo>
                <a:lnTo>
                  <a:pt x="114282" y="319981"/>
                </a:lnTo>
                <a:lnTo>
                  <a:pt x="142851" y="319981"/>
                </a:lnTo>
                <a:cubicBezTo>
                  <a:pt x="152350" y="319981"/>
                  <a:pt x="159994" y="312338"/>
                  <a:pt x="159994" y="302841"/>
                </a:cubicBezTo>
                <a:lnTo>
                  <a:pt x="159994" y="274274"/>
                </a:lnTo>
                <a:lnTo>
                  <a:pt x="188564" y="274274"/>
                </a:lnTo>
                <a:cubicBezTo>
                  <a:pt x="193136" y="274274"/>
                  <a:pt x="197492" y="272489"/>
                  <a:pt x="200707" y="269275"/>
                </a:cubicBezTo>
                <a:lnTo>
                  <a:pt x="220133" y="249849"/>
                </a:lnTo>
                <a:cubicBezTo>
                  <a:pt x="226632" y="250848"/>
                  <a:pt x="233274" y="251422"/>
                  <a:pt x="240059" y="251422"/>
                </a:cubicBezTo>
                <a:cubicBezTo>
                  <a:pt x="309484" y="251422"/>
                  <a:pt x="365764" y="195139"/>
                  <a:pt x="365764" y="125716"/>
                </a:cubicBezTo>
                <a:cubicBezTo>
                  <a:pt x="365764" y="56294"/>
                  <a:pt x="309411" y="11"/>
                  <a:pt x="239986" y="11"/>
                </a:cubicBezTo>
                <a:lnTo>
                  <a:pt x="239982" y="0"/>
                </a:lnTo>
                <a:moveTo>
                  <a:pt x="262839" y="125705"/>
                </a:moveTo>
                <a:cubicBezTo>
                  <a:pt x="275461" y="125705"/>
                  <a:pt x="285695" y="115473"/>
                  <a:pt x="285695" y="102850"/>
                </a:cubicBezTo>
                <a:cubicBezTo>
                  <a:pt x="285695" y="90226"/>
                  <a:pt x="275461" y="79994"/>
                  <a:pt x="262839" y="79994"/>
                </a:cubicBezTo>
                <a:cubicBezTo>
                  <a:pt x="250216" y="79994"/>
                  <a:pt x="239982" y="90226"/>
                  <a:pt x="239982" y="102850"/>
                </a:cubicBezTo>
                <a:cubicBezTo>
                  <a:pt x="239982" y="115473"/>
                  <a:pt x="250216" y="125705"/>
                  <a:pt x="262839" y="125705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855526" y="2345368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采用简洁统一的登录方案。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855526" y="187236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统一登录方案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878386" y="1426698"/>
            <a:ext cx="320040" cy="365760"/>
          </a:xfrm>
          <a:custGeom>
            <a:avLst/>
            <a:gdLst/>
            <a:ahLst/>
            <a:cxnLst/>
            <a:rect l="l" t="t" r="r" b="b"/>
            <a:pathLst>
              <a:path w="320040" h="365760">
                <a:moveTo>
                  <a:pt x="102870" y="91440"/>
                </a:moveTo>
                <a:lnTo>
                  <a:pt x="102870" y="137160"/>
                </a:lnTo>
                <a:lnTo>
                  <a:pt x="217170" y="137160"/>
                </a:lnTo>
                <a:lnTo>
                  <a:pt x="217170" y="91440"/>
                </a:lnTo>
                <a:cubicBezTo>
                  <a:pt x="217170" y="59864"/>
                  <a:pt x="191595" y="34290"/>
                  <a:pt x="160020" y="34290"/>
                </a:cubicBezTo>
                <a:cubicBezTo>
                  <a:pt x="128445" y="34290"/>
                  <a:pt x="102870" y="59864"/>
                  <a:pt x="102870" y="91440"/>
                </a:cubicBezTo>
                <a:lnTo>
                  <a:pt x="102870" y="91440"/>
                </a:lnTo>
                <a:moveTo>
                  <a:pt x="68581" y="137160"/>
                </a:moveTo>
                <a:lnTo>
                  <a:pt x="68581" y="91440"/>
                </a:lnTo>
                <a:cubicBezTo>
                  <a:pt x="68581" y="40932"/>
                  <a:pt x="109514" y="0"/>
                  <a:pt x="160020" y="0"/>
                </a:cubicBezTo>
                <a:cubicBezTo>
                  <a:pt x="210526" y="0"/>
                  <a:pt x="251459" y="40932"/>
                  <a:pt x="251459" y="91440"/>
                </a:cubicBezTo>
                <a:lnTo>
                  <a:pt x="251459" y="137160"/>
                </a:lnTo>
                <a:lnTo>
                  <a:pt x="274319" y="137160"/>
                </a:lnTo>
                <a:cubicBezTo>
                  <a:pt x="299535" y="137160"/>
                  <a:pt x="320040" y="157661"/>
                  <a:pt x="320040" y="182880"/>
                </a:cubicBezTo>
                <a:lnTo>
                  <a:pt x="320040" y="320040"/>
                </a:lnTo>
                <a:cubicBezTo>
                  <a:pt x="320040" y="345259"/>
                  <a:pt x="299538" y="365760"/>
                  <a:pt x="274319" y="365760"/>
                </a:cubicBezTo>
                <a:lnTo>
                  <a:pt x="45718" y="365760"/>
                </a:lnTo>
                <a:cubicBezTo>
                  <a:pt x="20502" y="365760"/>
                  <a:pt x="-3" y="345259"/>
                  <a:pt x="-3" y="320040"/>
                </a:cubicBezTo>
                <a:lnTo>
                  <a:pt x="-3" y="182880"/>
                </a:lnTo>
                <a:cubicBezTo>
                  <a:pt x="-3" y="157661"/>
                  <a:pt x="20499" y="137160"/>
                  <a:pt x="45718" y="137160"/>
                </a:cubicBezTo>
                <a:lnTo>
                  <a:pt x="68581" y="137160"/>
                </a:lnTo>
                <a:moveTo>
                  <a:pt x="34289" y="182880"/>
                </a:moveTo>
                <a:lnTo>
                  <a:pt x="34289" y="320040"/>
                </a:lnTo>
                <a:cubicBezTo>
                  <a:pt x="34289" y="326327"/>
                  <a:pt x="39432" y="331470"/>
                  <a:pt x="45718" y="331470"/>
                </a:cubicBezTo>
                <a:lnTo>
                  <a:pt x="274319" y="331470"/>
                </a:lnTo>
                <a:cubicBezTo>
                  <a:pt x="280605" y="331470"/>
                  <a:pt x="285748" y="326327"/>
                  <a:pt x="285748" y="320040"/>
                </a:cubicBezTo>
                <a:lnTo>
                  <a:pt x="285748" y="182880"/>
                </a:lnTo>
                <a:cubicBezTo>
                  <a:pt x="285748" y="176593"/>
                  <a:pt x="280605" y="171450"/>
                  <a:pt x="274319" y="171450"/>
                </a:cubicBezTo>
                <a:lnTo>
                  <a:pt x="45718" y="171450"/>
                </a:lnTo>
                <a:cubicBezTo>
                  <a:pt x="39432" y="171450"/>
                  <a:pt x="34289" y="176593"/>
                  <a:pt x="34289" y="182880"/>
                </a:cubicBezTo>
                <a:lnTo>
                  <a:pt x="34289" y="18288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1655241" y="0"/>
            <a:ext cx="536759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1655242" y="0"/>
            <a:ext cx="536757" cy="6858000"/>
          </a:xfrm>
          <a:prstGeom prst="rect">
            <a:avLst/>
          </a:prstGeom>
          <a:blipFill>
            <a:blip r:embed="rId1"/>
            <a:srcRect l="0" t="0" r="80488" b="0"/>
            <a:stretch>
              <a:fillRect l="0" t="0" r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0080" y="1473200"/>
            <a:ext cx="3200400" cy="4663440"/>
          </a:xfrm>
          <a:prstGeom prst="rect">
            <a:avLst/>
          </a:prstGeom>
          <a:blipFill>
            <a:blip r:embed="rId2"/>
            <a:srcRect/>
            <a:stretch>
              <a:fillRect l="-59328" r="-59328" t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0080" y="1164617"/>
            <a:ext cx="10698480" cy="10672"/>
          </a:xfrm>
          <a:custGeom>
            <a:avLst/>
            <a:gdLst/>
            <a:ahLst/>
            <a:cxnLst/>
            <a:rect l="l" t="t" r="r" b="b"/>
            <a:pathLst>
              <a:path w="10698480" h="10672">
                <a:moveTo>
                  <a:pt x="0" y="0"/>
                </a:moveTo>
                <a:lnTo>
                  <a:pt x="1069848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0078" y="1"/>
            <a:ext cx="10698480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主页-目标完成看板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智能招聘管理系统全流程解决方案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5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297679" y="148135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2863"/>
                </a:moveTo>
                <a:cubicBezTo>
                  <a:pt x="331182" y="42863"/>
                  <a:pt x="414338" y="126018"/>
                  <a:pt x="414338" y="228600"/>
                </a:cubicBezTo>
                <a:cubicBezTo>
                  <a:pt x="414338" y="331182"/>
                  <a:pt x="331182" y="414338"/>
                  <a:pt x="228600" y="414338"/>
                </a:cubicBezTo>
                <a:cubicBezTo>
                  <a:pt x="126018" y="414338"/>
                  <a:pt x="42863" y="331182"/>
                  <a:pt x="42863" y="228600"/>
                </a:cubicBezTo>
                <a:cubicBezTo>
                  <a:pt x="42863" y="126018"/>
                  <a:pt x="126018" y="42863"/>
                  <a:pt x="228600" y="42863"/>
                </a:cubicBezTo>
                <a:moveTo>
                  <a:pt x="228600" y="457200"/>
                </a:moveTo>
                <a:cubicBezTo>
                  <a:pt x="354851" y="457200"/>
                  <a:pt x="457200" y="354851"/>
                  <a:pt x="457200" y="228600"/>
                </a:cubicBezTo>
                <a:cubicBezTo>
                  <a:pt x="457200" y="102349"/>
                  <a:pt x="354851" y="0"/>
                  <a:pt x="228600" y="0"/>
                </a:cubicBezTo>
                <a:cubicBezTo>
                  <a:pt x="102349" y="0"/>
                  <a:pt x="0" y="102349"/>
                  <a:pt x="0" y="228600"/>
                </a:cubicBezTo>
                <a:cubicBezTo>
                  <a:pt x="0" y="354851"/>
                  <a:pt x="102349" y="457200"/>
                  <a:pt x="228600" y="457200"/>
                </a:cubicBezTo>
                <a:moveTo>
                  <a:pt x="278609" y="314325"/>
                </a:moveTo>
                <a:cubicBezTo>
                  <a:pt x="278609" y="294414"/>
                  <a:pt x="266909" y="277178"/>
                  <a:pt x="250034" y="269140"/>
                </a:cubicBezTo>
                <a:lnTo>
                  <a:pt x="250034" y="107154"/>
                </a:lnTo>
                <a:cubicBezTo>
                  <a:pt x="250034" y="95276"/>
                  <a:pt x="240478" y="85725"/>
                  <a:pt x="228605" y="85725"/>
                </a:cubicBezTo>
                <a:cubicBezTo>
                  <a:pt x="216727" y="85725"/>
                  <a:pt x="207176" y="95280"/>
                  <a:pt x="207176" y="107159"/>
                </a:cubicBezTo>
                <a:lnTo>
                  <a:pt x="207176" y="269144"/>
                </a:lnTo>
                <a:cubicBezTo>
                  <a:pt x="190300" y="277182"/>
                  <a:pt x="178601" y="294414"/>
                  <a:pt x="178601" y="314330"/>
                </a:cubicBezTo>
                <a:cubicBezTo>
                  <a:pt x="178601" y="341922"/>
                  <a:pt x="201013" y="364338"/>
                  <a:pt x="228609" y="364338"/>
                </a:cubicBezTo>
                <a:cubicBezTo>
                  <a:pt x="256201" y="364338"/>
                  <a:pt x="278618" y="341926"/>
                  <a:pt x="278618" y="314334"/>
                </a:cubicBezTo>
                <a:lnTo>
                  <a:pt x="278609" y="314325"/>
                </a:lnTo>
                <a:moveTo>
                  <a:pt x="142875" y="171450"/>
                </a:moveTo>
                <a:cubicBezTo>
                  <a:pt x="158658" y="171450"/>
                  <a:pt x="171450" y="158658"/>
                  <a:pt x="171450" y="142875"/>
                </a:cubicBezTo>
                <a:cubicBezTo>
                  <a:pt x="171450" y="127092"/>
                  <a:pt x="158658" y="114300"/>
                  <a:pt x="142875" y="114300"/>
                </a:cubicBezTo>
                <a:cubicBezTo>
                  <a:pt x="127092" y="114300"/>
                  <a:pt x="114300" y="127092"/>
                  <a:pt x="114300" y="142875"/>
                </a:cubicBezTo>
                <a:cubicBezTo>
                  <a:pt x="114300" y="158658"/>
                  <a:pt x="127092" y="171450"/>
                  <a:pt x="142875" y="171450"/>
                </a:cubicBezTo>
                <a:moveTo>
                  <a:pt x="128588" y="228600"/>
                </a:moveTo>
                <a:cubicBezTo>
                  <a:pt x="128588" y="212817"/>
                  <a:pt x="115795" y="200025"/>
                  <a:pt x="100013" y="200025"/>
                </a:cubicBezTo>
                <a:cubicBezTo>
                  <a:pt x="84230" y="200025"/>
                  <a:pt x="71438" y="212817"/>
                  <a:pt x="71438" y="228600"/>
                </a:cubicBezTo>
                <a:cubicBezTo>
                  <a:pt x="71438" y="244383"/>
                  <a:pt x="84230" y="257175"/>
                  <a:pt x="100013" y="257175"/>
                </a:cubicBezTo>
                <a:cubicBezTo>
                  <a:pt x="115795" y="257175"/>
                  <a:pt x="128588" y="244383"/>
                  <a:pt x="128588" y="228600"/>
                </a:cubicBezTo>
                <a:moveTo>
                  <a:pt x="357188" y="257175"/>
                </a:moveTo>
                <a:cubicBezTo>
                  <a:pt x="372970" y="257175"/>
                  <a:pt x="385763" y="244383"/>
                  <a:pt x="385763" y="228600"/>
                </a:cubicBezTo>
                <a:cubicBezTo>
                  <a:pt x="385763" y="212817"/>
                  <a:pt x="372970" y="200025"/>
                  <a:pt x="357188" y="200025"/>
                </a:cubicBezTo>
                <a:cubicBezTo>
                  <a:pt x="341405" y="200025"/>
                  <a:pt x="328613" y="212817"/>
                  <a:pt x="328613" y="228600"/>
                </a:cubicBezTo>
                <a:cubicBezTo>
                  <a:pt x="328613" y="244383"/>
                  <a:pt x="341405" y="257175"/>
                  <a:pt x="357188" y="257175"/>
                </a:cubicBezTo>
                <a:moveTo>
                  <a:pt x="342900" y="142875"/>
                </a:moveTo>
                <a:cubicBezTo>
                  <a:pt x="342900" y="127092"/>
                  <a:pt x="330108" y="114300"/>
                  <a:pt x="314325" y="114300"/>
                </a:cubicBezTo>
                <a:cubicBezTo>
                  <a:pt x="298542" y="114300"/>
                  <a:pt x="285750" y="127092"/>
                  <a:pt x="285750" y="142875"/>
                </a:cubicBezTo>
                <a:cubicBezTo>
                  <a:pt x="285750" y="158658"/>
                  <a:pt x="298542" y="171450"/>
                  <a:pt x="314325" y="171450"/>
                </a:cubicBezTo>
                <a:cubicBezTo>
                  <a:pt x="330108" y="171450"/>
                  <a:pt x="342900" y="158658"/>
                  <a:pt x="342900" y="142875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297680" y="2813589"/>
            <a:ext cx="66751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主页展示核心招聘数据。当月招聘目标与完成率实时显示,各岗位招聘进度一目了然,重点关注P0/P1/P2优先级岗位,数据可视化呈现月度招聘健康度。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97678" y="2183669"/>
            <a:ext cx="66751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主页-目标完成看板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1655241" y="0"/>
            <a:ext cx="536759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1655243" y="0"/>
            <a:ext cx="536757" cy="6858000"/>
          </a:xfrm>
          <a:prstGeom prst="rect">
            <a:avLst/>
          </a:prstGeom>
          <a:blipFill>
            <a:blip r:embed="rId1"/>
            <a:srcRect l="0" t="0" r="80488" b="0"/>
            <a:stretch>
              <a:fillRect l="0" t="0" r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0078" y="1164795"/>
            <a:ext cx="7955280" cy="45719"/>
          </a:xfrm>
          <a:custGeom>
            <a:avLst/>
            <a:gdLst/>
            <a:ahLst/>
            <a:cxnLst/>
            <a:rect l="l" t="t" r="r" b="b"/>
            <a:pathLst>
              <a:path w="7955280" h="45719">
                <a:moveTo>
                  <a:pt x="0" y="0"/>
                </a:moveTo>
                <a:lnTo>
                  <a:pt x="795528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0078" y="1"/>
            <a:ext cx="7955280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招聘计划管理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7765" y="6309360"/>
            <a:ext cx="773759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智能招聘管理系统全流程解决方案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991600" y="0"/>
            <a:ext cx="3200400" cy="6858000"/>
          </a:xfrm>
          <a:prstGeom prst="rect">
            <a:avLst/>
          </a:prstGeom>
          <a:blipFill>
            <a:blip r:embed="rId2"/>
            <a:srcRect/>
            <a:stretch>
              <a:fillRect l="-110777" r="-110777" t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378704" y="49104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计划与实际对比分析,支持动态调整与优化。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378704" y="4428237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计划与实际对比分析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5055" y="49104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业务负责人分配到岗位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5055" y="4428237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业务负责人分配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12353" y="2447141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入职人数目标设定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112353" y="196495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入职人数目标设定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78704" y="2447141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岗位信息:名称、优先级(P0/P1/P2)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78704" y="196495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岗位信息包含内容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5055" y="2447141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按月制定招聘计划,结构化管理。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5055" y="196495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按月制定招聘计划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136005" y="1414048"/>
            <a:ext cx="240030" cy="320040"/>
          </a:xfrm>
          <a:custGeom>
            <a:avLst/>
            <a:gdLst/>
            <a:ahLst/>
            <a:cxnLst/>
            <a:rect l="l" t="t" r="r" b="b"/>
            <a:pathLst>
              <a:path w="240030" h="320040">
                <a:moveTo>
                  <a:pt x="175023" y="40005"/>
                </a:moveTo>
                <a:lnTo>
                  <a:pt x="200027" y="40005"/>
                </a:lnTo>
                <a:cubicBezTo>
                  <a:pt x="222093" y="40005"/>
                  <a:pt x="240032" y="57943"/>
                  <a:pt x="240032" y="80010"/>
                </a:cubicBezTo>
                <a:lnTo>
                  <a:pt x="240032" y="280035"/>
                </a:lnTo>
                <a:cubicBezTo>
                  <a:pt x="240032" y="302102"/>
                  <a:pt x="222092" y="320040"/>
                  <a:pt x="200027" y="320040"/>
                </a:cubicBezTo>
                <a:lnTo>
                  <a:pt x="40006" y="320040"/>
                </a:lnTo>
                <a:cubicBezTo>
                  <a:pt x="17940" y="320040"/>
                  <a:pt x="0" y="302102"/>
                  <a:pt x="0" y="280035"/>
                </a:cubicBezTo>
                <a:lnTo>
                  <a:pt x="0" y="80010"/>
                </a:lnTo>
                <a:cubicBezTo>
                  <a:pt x="0" y="57943"/>
                  <a:pt x="17940" y="40005"/>
                  <a:pt x="40006" y="40005"/>
                </a:cubicBezTo>
                <a:lnTo>
                  <a:pt x="65010" y="40005"/>
                </a:lnTo>
                <a:lnTo>
                  <a:pt x="71010" y="40005"/>
                </a:lnTo>
                <a:cubicBezTo>
                  <a:pt x="75636" y="17189"/>
                  <a:pt x="95827" y="0"/>
                  <a:pt x="120017" y="0"/>
                </a:cubicBezTo>
                <a:cubicBezTo>
                  <a:pt x="144208" y="0"/>
                  <a:pt x="164399" y="17189"/>
                  <a:pt x="169024" y="40005"/>
                </a:cubicBezTo>
                <a:lnTo>
                  <a:pt x="175023" y="40005"/>
                </a:lnTo>
                <a:moveTo>
                  <a:pt x="40006" y="70009"/>
                </a:moveTo>
                <a:cubicBezTo>
                  <a:pt x="34504" y="70009"/>
                  <a:pt x="30004" y="74509"/>
                  <a:pt x="30004" y="80010"/>
                </a:cubicBezTo>
                <a:lnTo>
                  <a:pt x="30004" y="280035"/>
                </a:lnTo>
                <a:cubicBezTo>
                  <a:pt x="30004" y="285536"/>
                  <a:pt x="34504" y="290036"/>
                  <a:pt x="40006" y="290036"/>
                </a:cubicBezTo>
                <a:lnTo>
                  <a:pt x="200027" y="290036"/>
                </a:lnTo>
                <a:cubicBezTo>
                  <a:pt x="205528" y="290036"/>
                  <a:pt x="210029" y="285536"/>
                  <a:pt x="210029" y="280035"/>
                </a:cubicBezTo>
                <a:lnTo>
                  <a:pt x="210029" y="80010"/>
                </a:lnTo>
                <a:cubicBezTo>
                  <a:pt x="210029" y="74509"/>
                  <a:pt x="205528" y="70009"/>
                  <a:pt x="200027" y="70009"/>
                </a:cubicBezTo>
                <a:lnTo>
                  <a:pt x="190025" y="70009"/>
                </a:lnTo>
                <a:lnTo>
                  <a:pt x="190025" y="85012"/>
                </a:lnTo>
                <a:cubicBezTo>
                  <a:pt x="190025" y="93327"/>
                  <a:pt x="183337" y="100016"/>
                  <a:pt x="175023" y="100016"/>
                </a:cubicBezTo>
                <a:lnTo>
                  <a:pt x="120015" y="100016"/>
                </a:lnTo>
                <a:lnTo>
                  <a:pt x="65007" y="100016"/>
                </a:lnTo>
                <a:cubicBezTo>
                  <a:pt x="56693" y="100016"/>
                  <a:pt x="50005" y="93327"/>
                  <a:pt x="50005" y="85015"/>
                </a:cubicBezTo>
                <a:lnTo>
                  <a:pt x="50005" y="70015"/>
                </a:lnTo>
                <a:lnTo>
                  <a:pt x="40006" y="70009"/>
                </a:lnTo>
                <a:moveTo>
                  <a:pt x="120015" y="65010"/>
                </a:moveTo>
                <a:cubicBezTo>
                  <a:pt x="128301" y="65010"/>
                  <a:pt x="135017" y="58292"/>
                  <a:pt x="135017" y="50009"/>
                </a:cubicBezTo>
                <a:cubicBezTo>
                  <a:pt x="135017" y="41724"/>
                  <a:pt x="128301" y="35009"/>
                  <a:pt x="120015" y="35009"/>
                </a:cubicBezTo>
                <a:cubicBezTo>
                  <a:pt x="111729" y="35009"/>
                  <a:pt x="105013" y="41727"/>
                  <a:pt x="105013" y="50013"/>
                </a:cubicBezTo>
                <a:cubicBezTo>
                  <a:pt x="105013" y="58299"/>
                  <a:pt x="111729" y="65016"/>
                  <a:pt x="120015" y="65016"/>
                </a:cubicBezTo>
                <a:lnTo>
                  <a:pt x="120015" y="6501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373135" y="1414085"/>
            <a:ext cx="320040" cy="319967"/>
          </a:xfrm>
          <a:custGeom>
            <a:avLst/>
            <a:gdLst/>
            <a:ahLst/>
            <a:cxnLst/>
            <a:rect l="l" t="t" r="r" b="b"/>
            <a:pathLst>
              <a:path w="320040" h="319967">
                <a:moveTo>
                  <a:pt x="144460" y="0"/>
                </a:moveTo>
                <a:cubicBezTo>
                  <a:pt x="156893" y="0"/>
                  <a:pt x="168818" y="4902"/>
                  <a:pt x="177593" y="13679"/>
                </a:cubicBezTo>
                <a:lnTo>
                  <a:pt x="306326" y="142411"/>
                </a:lnTo>
                <a:cubicBezTo>
                  <a:pt x="324613" y="160697"/>
                  <a:pt x="324613" y="190320"/>
                  <a:pt x="306326" y="208606"/>
                </a:cubicBezTo>
                <a:lnTo>
                  <a:pt x="208679" y="306253"/>
                </a:lnTo>
                <a:cubicBezTo>
                  <a:pt x="190392" y="324539"/>
                  <a:pt x="160769" y="324539"/>
                  <a:pt x="142485" y="306253"/>
                </a:cubicBezTo>
                <a:lnTo>
                  <a:pt x="13752" y="177521"/>
                </a:lnTo>
                <a:cubicBezTo>
                  <a:pt x="4903" y="168744"/>
                  <a:pt x="0" y="156896"/>
                  <a:pt x="0" y="144459"/>
                </a:cubicBezTo>
                <a:lnTo>
                  <a:pt x="0" y="35110"/>
                </a:lnTo>
                <a:cubicBezTo>
                  <a:pt x="0" y="15726"/>
                  <a:pt x="15727" y="0"/>
                  <a:pt x="35108" y="0"/>
                </a:cubicBezTo>
                <a:lnTo>
                  <a:pt x="144460" y="0"/>
                </a:lnTo>
                <a:moveTo>
                  <a:pt x="35108" y="144459"/>
                </a:moveTo>
                <a:cubicBezTo>
                  <a:pt x="35108" y="147530"/>
                  <a:pt x="36353" y="150528"/>
                  <a:pt x="38546" y="152723"/>
                </a:cubicBezTo>
                <a:lnTo>
                  <a:pt x="167278" y="281456"/>
                </a:lnTo>
                <a:cubicBezTo>
                  <a:pt x="171813" y="285990"/>
                  <a:pt x="179274" y="285990"/>
                  <a:pt x="183808" y="281456"/>
                </a:cubicBezTo>
                <a:lnTo>
                  <a:pt x="281456" y="183808"/>
                </a:lnTo>
                <a:cubicBezTo>
                  <a:pt x="285991" y="179274"/>
                  <a:pt x="285991" y="171813"/>
                  <a:pt x="281456" y="167279"/>
                </a:cubicBezTo>
                <a:lnTo>
                  <a:pt x="152723" y="38546"/>
                </a:lnTo>
                <a:cubicBezTo>
                  <a:pt x="150528" y="36351"/>
                  <a:pt x="147529" y="35110"/>
                  <a:pt x="144456" y="35110"/>
                </a:cubicBezTo>
                <a:lnTo>
                  <a:pt x="35105" y="35110"/>
                </a:lnTo>
                <a:lnTo>
                  <a:pt x="35108" y="144459"/>
                </a:lnTo>
                <a:moveTo>
                  <a:pt x="81921" y="58516"/>
                </a:moveTo>
                <a:cubicBezTo>
                  <a:pt x="94847" y="58516"/>
                  <a:pt x="105325" y="68994"/>
                  <a:pt x="105325" y="81921"/>
                </a:cubicBezTo>
                <a:cubicBezTo>
                  <a:pt x="105325" y="94848"/>
                  <a:pt x="94847" y="105327"/>
                  <a:pt x="81921" y="105327"/>
                </a:cubicBezTo>
                <a:cubicBezTo>
                  <a:pt x="68994" y="105327"/>
                  <a:pt x="58516" y="94848"/>
                  <a:pt x="58516" y="81921"/>
                </a:cubicBezTo>
                <a:cubicBezTo>
                  <a:pt x="58516" y="68994"/>
                  <a:pt x="68994" y="58516"/>
                  <a:pt x="81921" y="58516"/>
                </a:cubicBezTo>
                <a:lnTo>
                  <a:pt x="81921" y="58516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65057" y="1414048"/>
            <a:ext cx="280035" cy="320040"/>
          </a:xfrm>
          <a:custGeom>
            <a:avLst/>
            <a:gdLst/>
            <a:ahLst/>
            <a:cxnLst/>
            <a:rect l="l" t="t" r="r" b="b"/>
            <a:pathLst>
              <a:path w="280035" h="320040">
                <a:moveTo>
                  <a:pt x="95013" y="15003"/>
                </a:moveTo>
                <a:cubicBezTo>
                  <a:pt x="95013" y="6689"/>
                  <a:pt x="88326" y="3"/>
                  <a:pt x="80012" y="3"/>
                </a:cubicBezTo>
                <a:cubicBezTo>
                  <a:pt x="71697" y="3"/>
                  <a:pt x="65010" y="6692"/>
                  <a:pt x="65010" y="15007"/>
                </a:cubicBezTo>
                <a:lnTo>
                  <a:pt x="65010" y="40011"/>
                </a:lnTo>
                <a:lnTo>
                  <a:pt x="40006" y="40011"/>
                </a:lnTo>
                <a:cubicBezTo>
                  <a:pt x="17942" y="40011"/>
                  <a:pt x="0" y="57950"/>
                  <a:pt x="0" y="80016"/>
                </a:cubicBezTo>
                <a:lnTo>
                  <a:pt x="0" y="90018"/>
                </a:lnTo>
                <a:lnTo>
                  <a:pt x="0" y="120021"/>
                </a:lnTo>
                <a:lnTo>
                  <a:pt x="0" y="280041"/>
                </a:lnTo>
                <a:cubicBezTo>
                  <a:pt x="0" y="302108"/>
                  <a:pt x="17939" y="320046"/>
                  <a:pt x="40006" y="320046"/>
                </a:cubicBezTo>
                <a:lnTo>
                  <a:pt x="240032" y="320046"/>
                </a:lnTo>
                <a:cubicBezTo>
                  <a:pt x="262096" y="320046"/>
                  <a:pt x="280038" y="302108"/>
                  <a:pt x="280038" y="280041"/>
                </a:cubicBezTo>
                <a:lnTo>
                  <a:pt x="280038" y="120021"/>
                </a:lnTo>
                <a:lnTo>
                  <a:pt x="280038" y="90018"/>
                </a:lnTo>
                <a:lnTo>
                  <a:pt x="280038" y="80016"/>
                </a:lnTo>
                <a:cubicBezTo>
                  <a:pt x="280038" y="57950"/>
                  <a:pt x="262099" y="40011"/>
                  <a:pt x="240032" y="40011"/>
                </a:cubicBezTo>
                <a:lnTo>
                  <a:pt x="215028" y="40011"/>
                </a:lnTo>
                <a:lnTo>
                  <a:pt x="215028" y="15010"/>
                </a:lnTo>
                <a:cubicBezTo>
                  <a:pt x="215028" y="6695"/>
                  <a:pt x="208340" y="10"/>
                  <a:pt x="200026" y="10"/>
                </a:cubicBezTo>
                <a:cubicBezTo>
                  <a:pt x="191712" y="10"/>
                  <a:pt x="185025" y="6699"/>
                  <a:pt x="185025" y="15013"/>
                </a:cubicBezTo>
                <a:lnTo>
                  <a:pt x="185025" y="40018"/>
                </a:lnTo>
                <a:lnTo>
                  <a:pt x="95013" y="40018"/>
                </a:lnTo>
                <a:lnTo>
                  <a:pt x="95013" y="15003"/>
                </a:lnTo>
                <a:moveTo>
                  <a:pt x="30003" y="120015"/>
                </a:moveTo>
                <a:lnTo>
                  <a:pt x="250029" y="120015"/>
                </a:lnTo>
                <a:lnTo>
                  <a:pt x="250029" y="280035"/>
                </a:lnTo>
                <a:cubicBezTo>
                  <a:pt x="250029" y="285536"/>
                  <a:pt x="245529" y="290036"/>
                  <a:pt x="240029" y="290036"/>
                </a:cubicBezTo>
                <a:lnTo>
                  <a:pt x="40003" y="290036"/>
                </a:lnTo>
                <a:cubicBezTo>
                  <a:pt x="34503" y="290036"/>
                  <a:pt x="30003" y="285536"/>
                  <a:pt x="30003" y="280035"/>
                </a:cubicBezTo>
                <a:lnTo>
                  <a:pt x="30003" y="120015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373135" y="3905970"/>
            <a:ext cx="320040" cy="280035"/>
          </a:xfrm>
          <a:custGeom>
            <a:avLst/>
            <a:gdLst/>
            <a:ahLst/>
            <a:cxnLst/>
            <a:rect l="l" t="t" r="r" b="b"/>
            <a:pathLst>
              <a:path w="320040" h="280035">
                <a:moveTo>
                  <a:pt x="15003" y="0"/>
                </a:moveTo>
                <a:cubicBezTo>
                  <a:pt x="23318" y="0"/>
                  <a:pt x="30007" y="6687"/>
                  <a:pt x="30007" y="15001"/>
                </a:cubicBezTo>
                <a:lnTo>
                  <a:pt x="30007" y="235028"/>
                </a:lnTo>
                <a:cubicBezTo>
                  <a:pt x="30007" y="243342"/>
                  <a:pt x="36696" y="250029"/>
                  <a:pt x="45010" y="250029"/>
                </a:cubicBezTo>
                <a:lnTo>
                  <a:pt x="305043" y="250029"/>
                </a:lnTo>
                <a:cubicBezTo>
                  <a:pt x="313358" y="250029"/>
                  <a:pt x="320046" y="256716"/>
                  <a:pt x="320046" y="265031"/>
                </a:cubicBezTo>
                <a:cubicBezTo>
                  <a:pt x="320046" y="273345"/>
                  <a:pt x="313358" y="280032"/>
                  <a:pt x="305046" y="280032"/>
                </a:cubicBezTo>
                <a:lnTo>
                  <a:pt x="45014" y="280032"/>
                </a:lnTo>
                <a:cubicBezTo>
                  <a:pt x="20137" y="280032"/>
                  <a:pt x="10" y="259903"/>
                  <a:pt x="10" y="235028"/>
                </a:cubicBezTo>
                <a:lnTo>
                  <a:pt x="10" y="15002"/>
                </a:lnTo>
                <a:cubicBezTo>
                  <a:pt x="10" y="6687"/>
                  <a:pt x="6699" y="0"/>
                  <a:pt x="15013" y="0"/>
                </a:cubicBezTo>
                <a:lnTo>
                  <a:pt x="15003" y="0"/>
                </a:lnTo>
              </a:path>
              <a:path w="320040" h="280035">
                <a:moveTo>
                  <a:pt x="105015" y="120015"/>
                </a:moveTo>
                <a:cubicBezTo>
                  <a:pt x="113329" y="120015"/>
                  <a:pt x="120018" y="126702"/>
                  <a:pt x="120018" y="135016"/>
                </a:cubicBezTo>
                <a:lnTo>
                  <a:pt x="120018" y="185022"/>
                </a:lnTo>
                <a:cubicBezTo>
                  <a:pt x="120018" y="193336"/>
                  <a:pt x="113329" y="200023"/>
                  <a:pt x="105018" y="200023"/>
                </a:cubicBezTo>
                <a:cubicBezTo>
                  <a:pt x="96703" y="200023"/>
                  <a:pt x="90018" y="193336"/>
                  <a:pt x="90018" y="185022"/>
                </a:cubicBezTo>
                <a:lnTo>
                  <a:pt x="90018" y="135016"/>
                </a:lnTo>
                <a:cubicBezTo>
                  <a:pt x="90018" y="126702"/>
                  <a:pt x="96707" y="120015"/>
                  <a:pt x="105021" y="120015"/>
                </a:cubicBezTo>
                <a:lnTo>
                  <a:pt x="105015" y="120015"/>
                </a:lnTo>
              </a:path>
              <a:path w="320040" h="280035">
                <a:moveTo>
                  <a:pt x="180023" y="75010"/>
                </a:moveTo>
                <a:lnTo>
                  <a:pt x="180023" y="185025"/>
                </a:lnTo>
                <a:cubicBezTo>
                  <a:pt x="180023" y="193339"/>
                  <a:pt x="173334" y="200026"/>
                  <a:pt x="165022" y="200026"/>
                </a:cubicBezTo>
                <a:cubicBezTo>
                  <a:pt x="156708" y="200026"/>
                  <a:pt x="150022" y="193339"/>
                  <a:pt x="150022" y="185025"/>
                </a:cubicBezTo>
                <a:lnTo>
                  <a:pt x="150022" y="75010"/>
                </a:lnTo>
                <a:cubicBezTo>
                  <a:pt x="150022" y="66696"/>
                  <a:pt x="156711" y="60009"/>
                  <a:pt x="165025" y="60009"/>
                </a:cubicBezTo>
                <a:cubicBezTo>
                  <a:pt x="173340" y="60009"/>
                  <a:pt x="180029" y="66696"/>
                  <a:pt x="180029" y="75010"/>
                </a:cubicBezTo>
                <a:lnTo>
                  <a:pt x="180023" y="75010"/>
                </a:lnTo>
              </a:path>
              <a:path w="320040" h="280035">
                <a:moveTo>
                  <a:pt x="225030" y="100012"/>
                </a:moveTo>
                <a:cubicBezTo>
                  <a:pt x="233344" y="100012"/>
                  <a:pt x="240033" y="106699"/>
                  <a:pt x="240033" y="115013"/>
                </a:cubicBezTo>
                <a:lnTo>
                  <a:pt x="240033" y="185022"/>
                </a:lnTo>
                <a:cubicBezTo>
                  <a:pt x="240033" y="193336"/>
                  <a:pt x="233344" y="200023"/>
                  <a:pt x="225033" y="200023"/>
                </a:cubicBezTo>
                <a:cubicBezTo>
                  <a:pt x="216718" y="200023"/>
                  <a:pt x="210033" y="193336"/>
                  <a:pt x="210033" y="185022"/>
                </a:cubicBezTo>
                <a:lnTo>
                  <a:pt x="210033" y="115013"/>
                </a:lnTo>
                <a:cubicBezTo>
                  <a:pt x="210033" y="106699"/>
                  <a:pt x="216722" y="100012"/>
                  <a:pt x="225036" y="100012"/>
                </a:cubicBezTo>
                <a:lnTo>
                  <a:pt x="225030" y="100012"/>
                </a:lnTo>
              </a:path>
              <a:path w="320040" h="280035">
                <a:moveTo>
                  <a:pt x="300038" y="35004"/>
                </a:moveTo>
                <a:lnTo>
                  <a:pt x="300038" y="185022"/>
                </a:lnTo>
                <a:cubicBezTo>
                  <a:pt x="300038" y="193336"/>
                  <a:pt x="293349" y="200023"/>
                  <a:pt x="285037" y="200023"/>
                </a:cubicBezTo>
                <a:cubicBezTo>
                  <a:pt x="276723" y="200023"/>
                  <a:pt x="270037" y="193336"/>
                  <a:pt x="270037" y="185022"/>
                </a:cubicBezTo>
                <a:lnTo>
                  <a:pt x="270037" y="35004"/>
                </a:lnTo>
                <a:cubicBezTo>
                  <a:pt x="270037" y="26690"/>
                  <a:pt x="276726" y="20003"/>
                  <a:pt x="285040" y="20003"/>
                </a:cubicBezTo>
                <a:cubicBezTo>
                  <a:pt x="293355" y="20003"/>
                  <a:pt x="300044" y="26690"/>
                  <a:pt x="300044" y="35004"/>
                </a:cubicBezTo>
                <a:lnTo>
                  <a:pt x="300038" y="35004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45054" y="3903747"/>
            <a:ext cx="320040" cy="284480"/>
          </a:xfrm>
          <a:custGeom>
            <a:avLst/>
            <a:gdLst/>
            <a:ahLst/>
            <a:cxnLst/>
            <a:rect l="l" t="t" r="r" b="b"/>
            <a:pathLst>
              <a:path w="320040" h="284480">
                <a:moveTo>
                  <a:pt x="142239" y="0"/>
                </a:moveTo>
                <a:cubicBezTo>
                  <a:pt x="132404" y="0"/>
                  <a:pt x="124457" y="7946"/>
                  <a:pt x="124457" y="17780"/>
                </a:cubicBezTo>
                <a:lnTo>
                  <a:pt x="124457" y="53340"/>
                </a:lnTo>
                <a:cubicBezTo>
                  <a:pt x="124457" y="63174"/>
                  <a:pt x="132404" y="71120"/>
                  <a:pt x="142239" y="71120"/>
                </a:cubicBezTo>
                <a:lnTo>
                  <a:pt x="177798" y="71120"/>
                </a:lnTo>
                <a:cubicBezTo>
                  <a:pt x="187633" y="71120"/>
                  <a:pt x="195580" y="63174"/>
                  <a:pt x="195580" y="53340"/>
                </a:cubicBezTo>
                <a:lnTo>
                  <a:pt x="195580" y="17780"/>
                </a:lnTo>
                <a:cubicBezTo>
                  <a:pt x="195580" y="7946"/>
                  <a:pt x="187633" y="0"/>
                  <a:pt x="177798" y="0"/>
                </a:cubicBezTo>
                <a:lnTo>
                  <a:pt x="142239" y="0"/>
                </a:lnTo>
                <a:moveTo>
                  <a:pt x="106679" y="35560"/>
                </a:moveTo>
                <a:lnTo>
                  <a:pt x="35560" y="35560"/>
                </a:lnTo>
                <a:cubicBezTo>
                  <a:pt x="15948" y="35560"/>
                  <a:pt x="0" y="51505"/>
                  <a:pt x="0" y="71120"/>
                </a:cubicBezTo>
                <a:lnTo>
                  <a:pt x="0" y="248920"/>
                </a:lnTo>
                <a:cubicBezTo>
                  <a:pt x="0" y="268535"/>
                  <a:pt x="15948" y="284480"/>
                  <a:pt x="35560" y="284480"/>
                </a:cubicBezTo>
                <a:lnTo>
                  <a:pt x="284480" y="284480"/>
                </a:lnTo>
                <a:cubicBezTo>
                  <a:pt x="304092" y="284480"/>
                  <a:pt x="320040" y="268535"/>
                  <a:pt x="320040" y="248920"/>
                </a:cubicBezTo>
                <a:lnTo>
                  <a:pt x="320040" y="71120"/>
                </a:lnTo>
                <a:cubicBezTo>
                  <a:pt x="320040" y="51505"/>
                  <a:pt x="304092" y="35560"/>
                  <a:pt x="284480" y="35560"/>
                </a:cubicBezTo>
                <a:lnTo>
                  <a:pt x="213361" y="35560"/>
                </a:lnTo>
                <a:lnTo>
                  <a:pt x="213361" y="62230"/>
                </a:lnTo>
                <a:lnTo>
                  <a:pt x="284480" y="62230"/>
                </a:lnTo>
                <a:cubicBezTo>
                  <a:pt x="289371" y="62230"/>
                  <a:pt x="293371" y="66230"/>
                  <a:pt x="293371" y="71120"/>
                </a:cubicBezTo>
                <a:lnTo>
                  <a:pt x="293371" y="248920"/>
                </a:lnTo>
                <a:cubicBezTo>
                  <a:pt x="293371" y="253810"/>
                  <a:pt x="289371" y="257810"/>
                  <a:pt x="284480" y="257810"/>
                </a:cubicBezTo>
                <a:lnTo>
                  <a:pt x="35560" y="257810"/>
                </a:lnTo>
                <a:cubicBezTo>
                  <a:pt x="30669" y="257810"/>
                  <a:pt x="26669" y="253810"/>
                  <a:pt x="26669" y="248920"/>
                </a:cubicBezTo>
                <a:lnTo>
                  <a:pt x="26669" y="71120"/>
                </a:lnTo>
                <a:cubicBezTo>
                  <a:pt x="26669" y="66230"/>
                  <a:pt x="30669" y="62230"/>
                  <a:pt x="35560" y="62230"/>
                </a:cubicBezTo>
                <a:lnTo>
                  <a:pt x="106679" y="62230"/>
                </a:lnTo>
                <a:lnTo>
                  <a:pt x="106679" y="35560"/>
                </a:lnTo>
                <a:moveTo>
                  <a:pt x="160020" y="168910"/>
                </a:moveTo>
                <a:cubicBezTo>
                  <a:pt x="179658" y="168910"/>
                  <a:pt x="195580" y="152990"/>
                  <a:pt x="195580" y="133350"/>
                </a:cubicBezTo>
                <a:cubicBezTo>
                  <a:pt x="195580" y="113710"/>
                  <a:pt x="179658" y="97790"/>
                  <a:pt x="160020" y="97790"/>
                </a:cubicBezTo>
                <a:cubicBezTo>
                  <a:pt x="140382" y="97790"/>
                  <a:pt x="124460" y="113710"/>
                  <a:pt x="124460" y="133350"/>
                </a:cubicBezTo>
                <a:cubicBezTo>
                  <a:pt x="124460" y="152990"/>
                  <a:pt x="140382" y="168910"/>
                  <a:pt x="160020" y="168910"/>
                </a:cubicBezTo>
                <a:moveTo>
                  <a:pt x="142239" y="186690"/>
                </a:moveTo>
                <a:cubicBezTo>
                  <a:pt x="117679" y="186690"/>
                  <a:pt x="97788" y="206581"/>
                  <a:pt x="97788" y="231140"/>
                </a:cubicBezTo>
                <a:cubicBezTo>
                  <a:pt x="97788" y="236030"/>
                  <a:pt x="101789" y="240030"/>
                  <a:pt x="106679" y="240030"/>
                </a:cubicBezTo>
                <a:lnTo>
                  <a:pt x="213358" y="240030"/>
                </a:lnTo>
                <a:cubicBezTo>
                  <a:pt x="218248" y="240030"/>
                  <a:pt x="222249" y="236030"/>
                  <a:pt x="222249" y="231140"/>
                </a:cubicBezTo>
                <a:cubicBezTo>
                  <a:pt x="222249" y="206581"/>
                  <a:pt x="202358" y="186690"/>
                  <a:pt x="177798" y="186690"/>
                </a:cubicBezTo>
                <a:lnTo>
                  <a:pt x="142239" y="18669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80" y="1164617"/>
            <a:ext cx="10881360" cy="10672"/>
          </a:xfrm>
          <a:custGeom>
            <a:avLst/>
            <a:gdLst/>
            <a:ahLst/>
            <a:cxnLst/>
            <a:rect l="l" t="t" r="r" b="b"/>
            <a:pathLst>
              <a:path w="10881360" h="10672">
                <a:moveTo>
                  <a:pt x="0" y="0"/>
                </a:moveTo>
                <a:lnTo>
                  <a:pt x="1088136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346960" y="3786583"/>
            <a:ext cx="7498080" cy="9525"/>
          </a:xfrm>
          <a:custGeom>
            <a:avLst/>
            <a:gdLst/>
            <a:ahLst/>
            <a:cxnLst/>
            <a:rect l="l" t="t" r="r" b="b"/>
            <a:pathLst>
              <a:path w="7498080" h="9525">
                <a:moveTo>
                  <a:pt x="0" y="0"/>
                </a:moveTo>
                <a:lnTo>
                  <a:pt x="7498080" y="9525"/>
                </a:lnTo>
              </a:path>
            </a:pathLst>
          </a:custGeom>
          <a:noFill/>
          <a:ln w="28575">
            <a:solidFill>
              <a:srgbClr val="D0E2FC">
                <a:alpha val="50000"/>
              </a:srgbClr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0" y="3244398"/>
            <a:ext cx="9525" cy="267604"/>
          </a:xfrm>
          <a:custGeom>
            <a:avLst/>
            <a:gdLst/>
            <a:ahLst/>
            <a:cxnLst/>
            <a:rect l="l" t="t" r="r" b="b"/>
            <a:pathLst>
              <a:path w="9525" h="267604">
                <a:moveTo>
                  <a:pt x="0" y="267604"/>
                </a:moveTo>
                <a:lnTo>
                  <a:pt x="9525" y="0"/>
                </a:lnTo>
              </a:path>
            </a:pathLst>
          </a:custGeom>
          <a:noFill/>
          <a:ln w="28575">
            <a:solidFill>
              <a:srgbClr val="1570EF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026921" y="3244398"/>
            <a:ext cx="9525" cy="267604"/>
          </a:xfrm>
          <a:custGeom>
            <a:avLst/>
            <a:gdLst/>
            <a:ahLst/>
            <a:cxnLst/>
            <a:rect l="l" t="t" r="r" b="b"/>
            <a:pathLst>
              <a:path w="9525" h="267604">
                <a:moveTo>
                  <a:pt x="0" y="267604"/>
                </a:moveTo>
                <a:lnTo>
                  <a:pt x="9525" y="0"/>
                </a:lnTo>
              </a:path>
            </a:pathLst>
          </a:custGeom>
          <a:noFill/>
          <a:ln w="28575">
            <a:solidFill>
              <a:srgbClr val="1570EF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165079" y="3244398"/>
            <a:ext cx="9525" cy="267604"/>
          </a:xfrm>
          <a:custGeom>
            <a:avLst/>
            <a:gdLst/>
            <a:ahLst/>
            <a:cxnLst/>
            <a:rect l="l" t="t" r="r" b="b"/>
            <a:pathLst>
              <a:path w="9525" h="267604">
                <a:moveTo>
                  <a:pt x="0" y="267604"/>
                </a:moveTo>
                <a:lnTo>
                  <a:pt x="9525" y="0"/>
                </a:lnTo>
              </a:path>
            </a:pathLst>
          </a:custGeom>
          <a:noFill/>
          <a:ln w="28575">
            <a:solidFill>
              <a:srgbClr val="1570EF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061461" y="4058706"/>
            <a:ext cx="9525" cy="267604"/>
          </a:xfrm>
          <a:custGeom>
            <a:avLst/>
            <a:gdLst/>
            <a:ahLst/>
            <a:cxnLst/>
            <a:rect l="l" t="t" r="r" b="b"/>
            <a:pathLst>
              <a:path w="9525" h="267604">
                <a:moveTo>
                  <a:pt x="0" y="267604"/>
                </a:moveTo>
                <a:lnTo>
                  <a:pt x="9525" y="0"/>
                </a:lnTo>
              </a:path>
            </a:pathLst>
          </a:custGeom>
          <a:noFill/>
          <a:ln w="28575">
            <a:solidFill>
              <a:srgbClr val="1570EF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130539" y="4058706"/>
            <a:ext cx="9525" cy="267604"/>
          </a:xfrm>
          <a:custGeom>
            <a:avLst/>
            <a:gdLst/>
            <a:ahLst/>
            <a:cxnLst/>
            <a:rect l="l" t="t" r="r" b="b"/>
            <a:pathLst>
              <a:path w="9525" h="267604">
                <a:moveTo>
                  <a:pt x="0" y="267604"/>
                </a:moveTo>
                <a:lnTo>
                  <a:pt x="9525" y="0"/>
                </a:lnTo>
              </a:path>
            </a:pathLst>
          </a:custGeom>
          <a:noFill/>
          <a:ln w="28575">
            <a:solidFill>
              <a:srgbClr val="1570EF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706881" y="3466543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80">
                <a:moveTo>
                  <a:pt x="0" y="320040"/>
                </a:moveTo>
                <a:cubicBezTo>
                  <a:pt x="0" y="143288"/>
                  <a:pt x="143288" y="0"/>
                  <a:pt x="320040" y="0"/>
                </a:cubicBezTo>
                <a:cubicBezTo>
                  <a:pt x="496792" y="0"/>
                  <a:pt x="640080" y="143288"/>
                  <a:pt x="640080" y="320040"/>
                </a:cubicBezTo>
                <a:cubicBezTo>
                  <a:pt x="640080" y="496792"/>
                  <a:pt x="496792" y="640080"/>
                  <a:pt x="320040" y="640080"/>
                </a:cubicBezTo>
                <a:cubicBezTo>
                  <a:pt x="143288" y="640080"/>
                  <a:pt x="0" y="496792"/>
                  <a:pt x="0" y="320040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775960" y="3466543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80">
                <a:moveTo>
                  <a:pt x="0" y="320040"/>
                </a:moveTo>
                <a:cubicBezTo>
                  <a:pt x="0" y="143288"/>
                  <a:pt x="143288" y="0"/>
                  <a:pt x="320040" y="0"/>
                </a:cubicBezTo>
                <a:cubicBezTo>
                  <a:pt x="496792" y="0"/>
                  <a:pt x="640080" y="143288"/>
                  <a:pt x="640080" y="320040"/>
                </a:cubicBezTo>
                <a:cubicBezTo>
                  <a:pt x="640080" y="496792"/>
                  <a:pt x="496792" y="640080"/>
                  <a:pt x="320040" y="640080"/>
                </a:cubicBezTo>
                <a:cubicBezTo>
                  <a:pt x="143288" y="640080"/>
                  <a:pt x="0" y="496792"/>
                  <a:pt x="0" y="320040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845039" y="3466543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80">
                <a:moveTo>
                  <a:pt x="0" y="320040"/>
                </a:moveTo>
                <a:cubicBezTo>
                  <a:pt x="0" y="143288"/>
                  <a:pt x="143288" y="0"/>
                  <a:pt x="320040" y="0"/>
                </a:cubicBezTo>
                <a:cubicBezTo>
                  <a:pt x="496792" y="0"/>
                  <a:pt x="640080" y="143288"/>
                  <a:pt x="640080" y="320040"/>
                </a:cubicBezTo>
                <a:cubicBezTo>
                  <a:pt x="640080" y="496792"/>
                  <a:pt x="496792" y="640080"/>
                  <a:pt x="320040" y="640080"/>
                </a:cubicBezTo>
                <a:cubicBezTo>
                  <a:pt x="143288" y="640080"/>
                  <a:pt x="0" y="496792"/>
                  <a:pt x="0" y="320040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741421" y="3466543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80">
                <a:moveTo>
                  <a:pt x="0" y="320040"/>
                </a:moveTo>
                <a:cubicBezTo>
                  <a:pt x="0" y="143288"/>
                  <a:pt x="143288" y="0"/>
                  <a:pt x="320040" y="0"/>
                </a:cubicBezTo>
                <a:cubicBezTo>
                  <a:pt x="496792" y="0"/>
                  <a:pt x="640080" y="143288"/>
                  <a:pt x="640080" y="320040"/>
                </a:cubicBezTo>
                <a:cubicBezTo>
                  <a:pt x="640080" y="496792"/>
                  <a:pt x="496792" y="640080"/>
                  <a:pt x="320040" y="640080"/>
                </a:cubicBezTo>
                <a:cubicBezTo>
                  <a:pt x="143288" y="640080"/>
                  <a:pt x="0" y="496792"/>
                  <a:pt x="0" y="320040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810499" y="3466543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80">
                <a:moveTo>
                  <a:pt x="0" y="320040"/>
                </a:moveTo>
                <a:cubicBezTo>
                  <a:pt x="0" y="143288"/>
                  <a:pt x="143288" y="0"/>
                  <a:pt x="320040" y="0"/>
                </a:cubicBezTo>
                <a:cubicBezTo>
                  <a:pt x="496792" y="0"/>
                  <a:pt x="640080" y="143288"/>
                  <a:pt x="640080" y="320040"/>
                </a:cubicBezTo>
                <a:cubicBezTo>
                  <a:pt x="640080" y="496792"/>
                  <a:pt x="496792" y="640080"/>
                  <a:pt x="320040" y="640080"/>
                </a:cubicBezTo>
                <a:cubicBezTo>
                  <a:pt x="143288" y="640080"/>
                  <a:pt x="0" y="496792"/>
                  <a:pt x="0" y="320040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953305" y="3244398"/>
            <a:ext cx="147233" cy="147233"/>
          </a:xfrm>
          <a:custGeom>
            <a:avLst/>
            <a:gdLst/>
            <a:ahLst/>
            <a:cxnLst/>
            <a:rect l="l" t="t" r="r" b="b"/>
            <a:pathLst>
              <a:path w="147233" h="147233">
                <a:moveTo>
                  <a:pt x="0" y="73617"/>
                </a:moveTo>
                <a:cubicBezTo>
                  <a:pt x="0" y="32960"/>
                  <a:pt x="32960" y="0"/>
                  <a:pt x="73617" y="0"/>
                </a:cubicBezTo>
                <a:cubicBezTo>
                  <a:pt x="114273" y="0"/>
                  <a:pt x="147233" y="32960"/>
                  <a:pt x="147233" y="73617"/>
                </a:cubicBezTo>
                <a:cubicBezTo>
                  <a:pt x="147233" y="114273"/>
                  <a:pt x="114274" y="147233"/>
                  <a:pt x="73617" y="147233"/>
                </a:cubicBezTo>
                <a:cubicBezTo>
                  <a:pt x="32960" y="147233"/>
                  <a:pt x="0" y="114274"/>
                  <a:pt x="0" y="73617"/>
                </a:cubicBezTo>
              </a:path>
            </a:pathLst>
          </a:custGeom>
          <a:solidFill>
            <a:srgbClr val="1570EF"/>
          </a:solidFill>
          <a:ln w="28575">
            <a:solidFill>
              <a:srgbClr val="FFFFFF"/>
            </a:solidFill>
          </a:ln>
          <a:effectLst>
            <a:outerShdw sx="100000" sy="100000" kx="0" ky="0" algn="bl" rotWithShape="0" blurRad="47625" dist="38100" dir="2700000">
              <a:srgbClr val="00000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987845" y="4179077"/>
            <a:ext cx="147233" cy="147233"/>
          </a:xfrm>
          <a:custGeom>
            <a:avLst/>
            <a:gdLst/>
            <a:ahLst/>
            <a:cxnLst/>
            <a:rect l="l" t="t" r="r" b="b"/>
            <a:pathLst>
              <a:path w="147233" h="147233">
                <a:moveTo>
                  <a:pt x="0" y="73617"/>
                </a:moveTo>
                <a:cubicBezTo>
                  <a:pt x="0" y="32960"/>
                  <a:pt x="32960" y="0"/>
                  <a:pt x="73617" y="0"/>
                </a:cubicBezTo>
                <a:cubicBezTo>
                  <a:pt x="114273" y="0"/>
                  <a:pt x="147233" y="32960"/>
                  <a:pt x="147233" y="73617"/>
                </a:cubicBezTo>
                <a:cubicBezTo>
                  <a:pt x="147233" y="114273"/>
                  <a:pt x="114274" y="147233"/>
                  <a:pt x="73617" y="147233"/>
                </a:cubicBezTo>
                <a:cubicBezTo>
                  <a:pt x="32960" y="147233"/>
                  <a:pt x="0" y="114274"/>
                  <a:pt x="0" y="73617"/>
                </a:cubicBezTo>
              </a:path>
            </a:pathLst>
          </a:custGeom>
          <a:solidFill>
            <a:srgbClr val="1570EF"/>
          </a:solidFill>
          <a:ln w="28575">
            <a:solidFill>
              <a:srgbClr val="FFFFFF"/>
            </a:solidFill>
          </a:ln>
          <a:effectLst>
            <a:outerShdw sx="100000" sy="100000" kx="0" ky="0" algn="bl" rotWithShape="0" blurRad="47625" dist="38100" dir="2700000">
              <a:srgbClr val="00000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022384" y="3244398"/>
            <a:ext cx="147233" cy="147233"/>
          </a:xfrm>
          <a:custGeom>
            <a:avLst/>
            <a:gdLst/>
            <a:ahLst/>
            <a:cxnLst/>
            <a:rect l="l" t="t" r="r" b="b"/>
            <a:pathLst>
              <a:path w="147233" h="147233">
                <a:moveTo>
                  <a:pt x="0" y="73617"/>
                </a:moveTo>
                <a:cubicBezTo>
                  <a:pt x="0" y="32960"/>
                  <a:pt x="32960" y="0"/>
                  <a:pt x="73617" y="0"/>
                </a:cubicBezTo>
                <a:cubicBezTo>
                  <a:pt x="114273" y="0"/>
                  <a:pt x="147233" y="32960"/>
                  <a:pt x="147233" y="73617"/>
                </a:cubicBezTo>
                <a:cubicBezTo>
                  <a:pt x="147233" y="114273"/>
                  <a:pt x="114274" y="147233"/>
                  <a:pt x="73617" y="147233"/>
                </a:cubicBezTo>
                <a:cubicBezTo>
                  <a:pt x="32960" y="147233"/>
                  <a:pt x="0" y="114274"/>
                  <a:pt x="0" y="73617"/>
                </a:cubicBezTo>
              </a:path>
            </a:pathLst>
          </a:custGeom>
          <a:solidFill>
            <a:srgbClr val="1570EF"/>
          </a:solidFill>
          <a:ln w="28575">
            <a:solidFill>
              <a:srgbClr val="FFFFFF"/>
            </a:solidFill>
          </a:ln>
          <a:effectLst>
            <a:outerShdw sx="100000" sy="100000" kx="0" ky="0" algn="bl" rotWithShape="0" blurRad="47625" dist="38100" dir="2700000">
              <a:srgbClr val="00000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056923" y="4179077"/>
            <a:ext cx="147233" cy="147233"/>
          </a:xfrm>
          <a:custGeom>
            <a:avLst/>
            <a:gdLst/>
            <a:ahLst/>
            <a:cxnLst/>
            <a:rect l="l" t="t" r="r" b="b"/>
            <a:pathLst>
              <a:path w="147233" h="147233">
                <a:moveTo>
                  <a:pt x="0" y="73617"/>
                </a:moveTo>
                <a:cubicBezTo>
                  <a:pt x="0" y="32960"/>
                  <a:pt x="32960" y="0"/>
                  <a:pt x="73617" y="0"/>
                </a:cubicBezTo>
                <a:cubicBezTo>
                  <a:pt x="114273" y="0"/>
                  <a:pt x="147233" y="32960"/>
                  <a:pt x="147233" y="73617"/>
                </a:cubicBezTo>
                <a:cubicBezTo>
                  <a:pt x="147233" y="114273"/>
                  <a:pt x="114274" y="147233"/>
                  <a:pt x="73617" y="147233"/>
                </a:cubicBezTo>
                <a:cubicBezTo>
                  <a:pt x="32960" y="147233"/>
                  <a:pt x="0" y="114274"/>
                  <a:pt x="0" y="73617"/>
                </a:cubicBezTo>
              </a:path>
            </a:pathLst>
          </a:custGeom>
          <a:solidFill>
            <a:srgbClr val="1570EF"/>
          </a:solidFill>
          <a:ln w="28575">
            <a:solidFill>
              <a:srgbClr val="FFFFFF"/>
            </a:solidFill>
          </a:ln>
          <a:effectLst>
            <a:outerShdw sx="100000" sy="100000" kx="0" ky="0" algn="bl" rotWithShape="0" blurRad="47625" dist="38100" dir="2700000">
              <a:srgbClr val="00000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0091463" y="3244398"/>
            <a:ext cx="147233" cy="147233"/>
          </a:xfrm>
          <a:custGeom>
            <a:avLst/>
            <a:gdLst/>
            <a:ahLst/>
            <a:cxnLst/>
            <a:rect l="l" t="t" r="r" b="b"/>
            <a:pathLst>
              <a:path w="147233" h="147233">
                <a:moveTo>
                  <a:pt x="0" y="73617"/>
                </a:moveTo>
                <a:cubicBezTo>
                  <a:pt x="0" y="32960"/>
                  <a:pt x="32960" y="0"/>
                  <a:pt x="73617" y="0"/>
                </a:cubicBezTo>
                <a:cubicBezTo>
                  <a:pt x="114273" y="0"/>
                  <a:pt x="147233" y="32960"/>
                  <a:pt x="147233" y="73617"/>
                </a:cubicBezTo>
                <a:cubicBezTo>
                  <a:pt x="147233" y="114273"/>
                  <a:pt x="114274" y="147233"/>
                  <a:pt x="73617" y="147233"/>
                </a:cubicBezTo>
                <a:cubicBezTo>
                  <a:pt x="32960" y="147233"/>
                  <a:pt x="0" y="114274"/>
                  <a:pt x="0" y="73617"/>
                </a:cubicBezTo>
              </a:path>
            </a:pathLst>
          </a:custGeom>
          <a:solidFill>
            <a:srgbClr val="1570EF"/>
          </a:solidFill>
          <a:ln w="28575">
            <a:solidFill>
              <a:srgbClr val="FFFFFF"/>
            </a:solidFill>
          </a:ln>
          <a:effectLst>
            <a:outerShdw sx="100000" sy="100000" kx="0" ky="0" algn="bl" rotWithShape="0" blurRad="47625" dist="38100" dir="2700000">
              <a:srgbClr val="00000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40079" y="1"/>
            <a:ext cx="10915441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招聘流程全景图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智能招聘管理系统全流程解决方案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7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027919" y="3683713"/>
            <a:ext cx="274320" cy="205740"/>
          </a:xfrm>
          <a:custGeom>
            <a:avLst/>
            <a:gdLst/>
            <a:ahLst/>
            <a:cxnLst/>
            <a:rect l="l" t="t" r="r" b="b"/>
            <a:pathLst>
              <a:path w="274320" h="205740">
                <a:moveTo>
                  <a:pt x="34290" y="25718"/>
                </a:moveTo>
                <a:cubicBezTo>
                  <a:pt x="29574" y="25718"/>
                  <a:pt x="25718" y="29575"/>
                  <a:pt x="25718" y="34291"/>
                </a:cubicBezTo>
                <a:lnTo>
                  <a:pt x="25718" y="46131"/>
                </a:lnTo>
                <a:lnTo>
                  <a:pt x="118139" y="121998"/>
                </a:lnTo>
                <a:cubicBezTo>
                  <a:pt x="129229" y="131106"/>
                  <a:pt x="145143" y="131106"/>
                  <a:pt x="156234" y="121998"/>
                </a:cubicBezTo>
                <a:lnTo>
                  <a:pt x="248603" y="46131"/>
                </a:lnTo>
                <a:lnTo>
                  <a:pt x="248603" y="34291"/>
                </a:lnTo>
                <a:cubicBezTo>
                  <a:pt x="248603" y="29575"/>
                  <a:pt x="244746" y="25717"/>
                  <a:pt x="240030" y="25717"/>
                </a:cubicBezTo>
                <a:lnTo>
                  <a:pt x="34290" y="25718"/>
                </a:lnTo>
                <a:moveTo>
                  <a:pt x="25718" y="79403"/>
                </a:moveTo>
                <a:lnTo>
                  <a:pt x="25718" y="171451"/>
                </a:lnTo>
                <a:cubicBezTo>
                  <a:pt x="25718" y="176167"/>
                  <a:pt x="29574" y="180025"/>
                  <a:pt x="34290" y="180025"/>
                </a:cubicBezTo>
                <a:lnTo>
                  <a:pt x="240030" y="180025"/>
                </a:lnTo>
                <a:cubicBezTo>
                  <a:pt x="244746" y="180025"/>
                  <a:pt x="248603" y="176167"/>
                  <a:pt x="248603" y="171451"/>
                </a:cubicBezTo>
                <a:lnTo>
                  <a:pt x="248603" y="79403"/>
                </a:lnTo>
                <a:lnTo>
                  <a:pt x="172523" y="141876"/>
                </a:lnTo>
                <a:cubicBezTo>
                  <a:pt x="151949" y="158753"/>
                  <a:pt x="122319" y="158753"/>
                  <a:pt x="101800" y="141876"/>
                </a:cubicBezTo>
                <a:lnTo>
                  <a:pt x="25718" y="79403"/>
                </a:lnTo>
                <a:moveTo>
                  <a:pt x="0" y="34291"/>
                </a:moveTo>
                <a:cubicBezTo>
                  <a:pt x="0" y="15377"/>
                  <a:pt x="15376" y="0"/>
                  <a:pt x="34290" y="0"/>
                </a:cubicBezTo>
                <a:lnTo>
                  <a:pt x="240030" y="0"/>
                </a:lnTo>
                <a:cubicBezTo>
                  <a:pt x="258944" y="0"/>
                  <a:pt x="274320" y="15377"/>
                  <a:pt x="274320" y="34291"/>
                </a:cubicBezTo>
                <a:lnTo>
                  <a:pt x="274320" y="171451"/>
                </a:lnTo>
                <a:cubicBezTo>
                  <a:pt x="274320" y="190365"/>
                  <a:pt x="258944" y="205742"/>
                  <a:pt x="240030" y="205742"/>
                </a:cubicBezTo>
                <a:lnTo>
                  <a:pt x="34290" y="205742"/>
                </a:lnTo>
                <a:cubicBezTo>
                  <a:pt x="15376" y="205742"/>
                  <a:pt x="0" y="190365"/>
                  <a:pt x="0" y="171451"/>
                </a:cubicBezTo>
                <a:lnTo>
                  <a:pt x="0" y="34291"/>
                </a:lnTo>
              </a:path>
            </a:pathLst>
          </a:cu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993379" y="3666568"/>
            <a:ext cx="274320" cy="240030"/>
          </a:xfrm>
          <a:custGeom>
            <a:avLst/>
            <a:gdLst/>
            <a:ahLst/>
            <a:cxnLst/>
            <a:rect l="l" t="t" r="r" b="b"/>
            <a:pathLst>
              <a:path w="274320" h="240030">
                <a:moveTo>
                  <a:pt x="0" y="22342"/>
                </a:moveTo>
                <a:cubicBezTo>
                  <a:pt x="0" y="10019"/>
                  <a:pt x="10018" y="0"/>
                  <a:pt x="22343" y="0"/>
                </a:cubicBezTo>
                <a:lnTo>
                  <a:pt x="251979" y="0"/>
                </a:lnTo>
                <a:cubicBezTo>
                  <a:pt x="264302" y="0"/>
                  <a:pt x="274323" y="10019"/>
                  <a:pt x="274323" y="22342"/>
                </a:cubicBezTo>
                <a:cubicBezTo>
                  <a:pt x="274323" y="27486"/>
                  <a:pt x="272553" y="32469"/>
                  <a:pt x="269286" y="36434"/>
                </a:cubicBezTo>
                <a:lnTo>
                  <a:pt x="180025" y="146001"/>
                </a:lnTo>
                <a:lnTo>
                  <a:pt x="180025" y="222724"/>
                </a:lnTo>
                <a:cubicBezTo>
                  <a:pt x="180025" y="232260"/>
                  <a:pt x="172256" y="240030"/>
                  <a:pt x="162718" y="240030"/>
                </a:cubicBezTo>
                <a:cubicBezTo>
                  <a:pt x="158807" y="240030"/>
                  <a:pt x="155005" y="238691"/>
                  <a:pt x="151949" y="236281"/>
                </a:cubicBezTo>
                <a:lnTo>
                  <a:pt x="102390" y="196954"/>
                </a:lnTo>
                <a:cubicBezTo>
                  <a:pt x="97246" y="192883"/>
                  <a:pt x="94300" y="186722"/>
                  <a:pt x="94300" y="180183"/>
                </a:cubicBezTo>
                <a:lnTo>
                  <a:pt x="94300" y="146053"/>
                </a:lnTo>
                <a:lnTo>
                  <a:pt x="5039" y="36432"/>
                </a:lnTo>
                <a:cubicBezTo>
                  <a:pt x="1772" y="32467"/>
                  <a:pt x="3" y="27483"/>
                  <a:pt x="3" y="22340"/>
                </a:cubicBezTo>
                <a:lnTo>
                  <a:pt x="0" y="22342"/>
                </a:lnTo>
                <a:moveTo>
                  <a:pt x="29467" y="25717"/>
                </a:moveTo>
                <a:lnTo>
                  <a:pt x="117121" y="133301"/>
                </a:lnTo>
                <a:cubicBezTo>
                  <a:pt x="118997" y="135605"/>
                  <a:pt x="120015" y="138445"/>
                  <a:pt x="120015" y="141445"/>
                </a:cubicBezTo>
                <a:lnTo>
                  <a:pt x="120015" y="178093"/>
                </a:lnTo>
                <a:lnTo>
                  <a:pt x="154305" y="205310"/>
                </a:lnTo>
                <a:lnTo>
                  <a:pt x="154305" y="141445"/>
                </a:lnTo>
                <a:cubicBezTo>
                  <a:pt x="154305" y="138497"/>
                  <a:pt x="155323" y="135605"/>
                  <a:pt x="157199" y="133301"/>
                </a:cubicBezTo>
                <a:lnTo>
                  <a:pt x="244853" y="25717"/>
                </a:lnTo>
                <a:lnTo>
                  <a:pt x="29467" y="25717"/>
                </a:lnTo>
              </a:path>
            </a:pathLst>
          </a:cu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958840" y="3690571"/>
            <a:ext cx="274320" cy="192024"/>
          </a:xfrm>
          <a:custGeom>
            <a:avLst/>
            <a:gdLst/>
            <a:ahLst/>
            <a:cxnLst/>
            <a:rect l="l" t="t" r="r" b="b"/>
            <a:pathLst>
              <a:path w="274320" h="192024">
                <a:moveTo>
                  <a:pt x="219456" y="20573"/>
                </a:moveTo>
                <a:lnTo>
                  <a:pt x="54864" y="20573"/>
                </a:lnTo>
                <a:cubicBezTo>
                  <a:pt x="51092" y="20573"/>
                  <a:pt x="48006" y="23659"/>
                  <a:pt x="48006" y="27431"/>
                </a:cubicBezTo>
                <a:lnTo>
                  <a:pt x="48006" y="123443"/>
                </a:lnTo>
                <a:lnTo>
                  <a:pt x="27432" y="123443"/>
                </a:lnTo>
                <a:lnTo>
                  <a:pt x="27432" y="27431"/>
                </a:lnTo>
                <a:cubicBezTo>
                  <a:pt x="27432" y="12301"/>
                  <a:pt x="39732" y="-2"/>
                  <a:pt x="54864" y="-2"/>
                </a:cubicBezTo>
                <a:lnTo>
                  <a:pt x="219456" y="-2"/>
                </a:lnTo>
                <a:cubicBezTo>
                  <a:pt x="234588" y="-2"/>
                  <a:pt x="246888" y="12299"/>
                  <a:pt x="246888" y="27431"/>
                </a:cubicBezTo>
                <a:lnTo>
                  <a:pt x="246888" y="123443"/>
                </a:lnTo>
                <a:lnTo>
                  <a:pt x="226314" y="123443"/>
                </a:lnTo>
                <a:lnTo>
                  <a:pt x="226314" y="27431"/>
                </a:lnTo>
                <a:cubicBezTo>
                  <a:pt x="226314" y="23659"/>
                  <a:pt x="223228" y="20573"/>
                  <a:pt x="219456" y="20573"/>
                </a:cubicBezTo>
                <a:lnTo>
                  <a:pt x="219456" y="20573"/>
                </a:lnTo>
                <a:moveTo>
                  <a:pt x="41148" y="171451"/>
                </a:moveTo>
                <a:lnTo>
                  <a:pt x="233172" y="171451"/>
                </a:lnTo>
                <a:cubicBezTo>
                  <a:pt x="242131" y="171451"/>
                  <a:pt x="249760" y="165707"/>
                  <a:pt x="252588" y="157734"/>
                </a:cubicBezTo>
                <a:lnTo>
                  <a:pt x="21732" y="157734"/>
                </a:lnTo>
                <a:cubicBezTo>
                  <a:pt x="24560" y="165707"/>
                  <a:pt x="32189" y="171451"/>
                  <a:pt x="41148" y="171451"/>
                </a:cubicBezTo>
                <a:lnTo>
                  <a:pt x="41148" y="171451"/>
                </a:lnTo>
                <a:moveTo>
                  <a:pt x="0" y="150875"/>
                </a:moveTo>
                <a:cubicBezTo>
                  <a:pt x="0" y="143288"/>
                  <a:pt x="6128" y="137159"/>
                  <a:pt x="13716" y="137159"/>
                </a:cubicBezTo>
                <a:lnTo>
                  <a:pt x="260604" y="137159"/>
                </a:lnTo>
                <a:cubicBezTo>
                  <a:pt x="268192" y="137159"/>
                  <a:pt x="274320" y="143288"/>
                  <a:pt x="274320" y="150875"/>
                </a:cubicBezTo>
                <a:cubicBezTo>
                  <a:pt x="274320" y="173592"/>
                  <a:pt x="255888" y="192024"/>
                  <a:pt x="233172" y="192024"/>
                </a:cubicBezTo>
                <a:lnTo>
                  <a:pt x="41148" y="192024"/>
                </a:lnTo>
                <a:cubicBezTo>
                  <a:pt x="18432" y="192024"/>
                  <a:pt x="0" y="173594"/>
                  <a:pt x="0" y="150875"/>
                </a:cubicBezTo>
                <a:lnTo>
                  <a:pt x="0" y="150875"/>
                </a:lnTo>
              </a:path>
            </a:pathLst>
          </a:cu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958591" y="3649423"/>
            <a:ext cx="205740" cy="274320"/>
          </a:xfrm>
          <a:custGeom>
            <a:avLst/>
            <a:gdLst/>
            <a:ahLst/>
            <a:cxnLst/>
            <a:rect l="l" t="t" r="r" b="b"/>
            <a:pathLst>
              <a:path w="205740" h="274320">
                <a:moveTo>
                  <a:pt x="171449" y="248603"/>
                </a:moveTo>
                <a:cubicBezTo>
                  <a:pt x="176165" y="248603"/>
                  <a:pt x="180023" y="244746"/>
                  <a:pt x="180023" y="240030"/>
                </a:cubicBezTo>
                <a:lnTo>
                  <a:pt x="180023" y="85725"/>
                </a:lnTo>
                <a:lnTo>
                  <a:pt x="137161" y="85725"/>
                </a:lnTo>
                <a:cubicBezTo>
                  <a:pt x="127678" y="85725"/>
                  <a:pt x="120016" y="78063"/>
                  <a:pt x="120016" y="68580"/>
                </a:cubicBezTo>
                <a:lnTo>
                  <a:pt x="120016" y="25718"/>
                </a:lnTo>
                <a:lnTo>
                  <a:pt x="34291" y="25718"/>
                </a:lnTo>
                <a:cubicBezTo>
                  <a:pt x="29575" y="25718"/>
                  <a:pt x="25718" y="29574"/>
                  <a:pt x="25718" y="34290"/>
                </a:cubicBezTo>
                <a:lnTo>
                  <a:pt x="25718" y="240030"/>
                </a:lnTo>
                <a:cubicBezTo>
                  <a:pt x="25718" y="244746"/>
                  <a:pt x="29575" y="248603"/>
                  <a:pt x="34291" y="248603"/>
                </a:cubicBezTo>
                <a:lnTo>
                  <a:pt x="171449" y="248603"/>
                </a:lnTo>
                <a:moveTo>
                  <a:pt x="0" y="34290"/>
                </a:moveTo>
                <a:cubicBezTo>
                  <a:pt x="0" y="15376"/>
                  <a:pt x="15377" y="0"/>
                  <a:pt x="34291" y="0"/>
                </a:cubicBezTo>
                <a:lnTo>
                  <a:pt x="122963" y="0"/>
                </a:lnTo>
                <a:cubicBezTo>
                  <a:pt x="132071" y="0"/>
                  <a:pt x="140804" y="3591"/>
                  <a:pt x="147234" y="10018"/>
                </a:cubicBezTo>
                <a:lnTo>
                  <a:pt x="195722" y="58507"/>
                </a:lnTo>
                <a:cubicBezTo>
                  <a:pt x="202152" y="64937"/>
                  <a:pt x="205742" y="73669"/>
                  <a:pt x="205742" y="82779"/>
                </a:cubicBezTo>
                <a:lnTo>
                  <a:pt x="205742" y="240030"/>
                </a:lnTo>
                <a:cubicBezTo>
                  <a:pt x="205742" y="258944"/>
                  <a:pt x="190365" y="274320"/>
                  <a:pt x="171451" y="274320"/>
                </a:cubicBezTo>
                <a:lnTo>
                  <a:pt x="34291" y="274320"/>
                </a:lnTo>
                <a:cubicBezTo>
                  <a:pt x="15377" y="274320"/>
                  <a:pt x="0" y="258944"/>
                  <a:pt x="0" y="240030"/>
                </a:cubicBezTo>
                <a:lnTo>
                  <a:pt x="0" y="34290"/>
                </a:lnTo>
              </a:path>
            </a:pathLst>
          </a:cu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889761" y="3679903"/>
            <a:ext cx="274320" cy="213360"/>
          </a:xfrm>
          <a:custGeom>
            <a:avLst/>
            <a:gdLst/>
            <a:ahLst/>
            <a:cxnLst/>
            <a:rect l="l" t="t" r="r" b="b"/>
            <a:pathLst>
              <a:path w="274320" h="213360">
                <a:moveTo>
                  <a:pt x="262889" y="0"/>
                </a:moveTo>
                <a:cubicBezTo>
                  <a:pt x="256555" y="0"/>
                  <a:pt x="251458" y="5095"/>
                  <a:pt x="251458" y="11430"/>
                </a:cubicBezTo>
                <a:lnTo>
                  <a:pt x="251458" y="14144"/>
                </a:lnTo>
                <a:lnTo>
                  <a:pt x="22859" y="76485"/>
                </a:lnTo>
                <a:lnTo>
                  <a:pt x="22859" y="72389"/>
                </a:lnTo>
                <a:cubicBezTo>
                  <a:pt x="22859" y="66054"/>
                  <a:pt x="17762" y="60959"/>
                  <a:pt x="11428" y="60959"/>
                </a:cubicBezTo>
                <a:cubicBezTo>
                  <a:pt x="5094" y="60959"/>
                  <a:pt x="-3" y="66054"/>
                  <a:pt x="-3" y="72389"/>
                </a:cubicBezTo>
                <a:lnTo>
                  <a:pt x="-3" y="82724"/>
                </a:lnTo>
                <a:lnTo>
                  <a:pt x="-3" y="91440"/>
                </a:lnTo>
                <a:lnTo>
                  <a:pt x="-3" y="121920"/>
                </a:lnTo>
                <a:lnTo>
                  <a:pt x="-3" y="130636"/>
                </a:lnTo>
                <a:lnTo>
                  <a:pt x="-3" y="140971"/>
                </a:lnTo>
                <a:cubicBezTo>
                  <a:pt x="-3" y="147306"/>
                  <a:pt x="5094" y="152401"/>
                  <a:pt x="11428" y="152401"/>
                </a:cubicBezTo>
                <a:cubicBezTo>
                  <a:pt x="17762" y="152401"/>
                  <a:pt x="22859" y="147306"/>
                  <a:pt x="22859" y="140971"/>
                </a:cubicBezTo>
                <a:lnTo>
                  <a:pt x="22859" y="136875"/>
                </a:lnTo>
                <a:lnTo>
                  <a:pt x="78867" y="152162"/>
                </a:lnTo>
                <a:cubicBezTo>
                  <a:pt x="77153" y="157020"/>
                  <a:pt x="76201" y="162211"/>
                  <a:pt x="76201" y="167639"/>
                </a:cubicBezTo>
                <a:cubicBezTo>
                  <a:pt x="76201" y="192880"/>
                  <a:pt x="96679" y="213360"/>
                  <a:pt x="121922" y="213360"/>
                </a:cubicBezTo>
                <a:cubicBezTo>
                  <a:pt x="144257" y="213360"/>
                  <a:pt x="162880" y="197358"/>
                  <a:pt x="166833" y="176165"/>
                </a:cubicBezTo>
                <a:lnTo>
                  <a:pt x="251464" y="199217"/>
                </a:lnTo>
                <a:lnTo>
                  <a:pt x="251464" y="201931"/>
                </a:lnTo>
                <a:cubicBezTo>
                  <a:pt x="251464" y="208265"/>
                  <a:pt x="256561" y="213360"/>
                  <a:pt x="262895" y="213360"/>
                </a:cubicBezTo>
                <a:cubicBezTo>
                  <a:pt x="269229" y="213360"/>
                  <a:pt x="274326" y="208265"/>
                  <a:pt x="274326" y="201931"/>
                </a:cubicBezTo>
                <a:lnTo>
                  <a:pt x="274326" y="190501"/>
                </a:lnTo>
                <a:lnTo>
                  <a:pt x="274326" y="22862"/>
                </a:lnTo>
                <a:lnTo>
                  <a:pt x="274326" y="11432"/>
                </a:lnTo>
                <a:cubicBezTo>
                  <a:pt x="274326" y="5097"/>
                  <a:pt x="269229" y="2"/>
                  <a:pt x="262895" y="2"/>
                </a:cubicBezTo>
                <a:lnTo>
                  <a:pt x="262889" y="0"/>
                </a:lnTo>
                <a:moveTo>
                  <a:pt x="251461" y="175546"/>
                </a:moveTo>
                <a:lnTo>
                  <a:pt x="22862" y="113205"/>
                </a:lnTo>
                <a:lnTo>
                  <a:pt x="22862" y="100202"/>
                </a:lnTo>
                <a:lnTo>
                  <a:pt x="251461" y="37814"/>
                </a:lnTo>
                <a:lnTo>
                  <a:pt x="251461" y="175546"/>
                </a:lnTo>
                <a:moveTo>
                  <a:pt x="99060" y="167639"/>
                </a:moveTo>
                <a:cubicBezTo>
                  <a:pt x="99060" y="164257"/>
                  <a:pt x="99773" y="161068"/>
                  <a:pt x="101109" y="158209"/>
                </a:cubicBezTo>
                <a:lnTo>
                  <a:pt x="144685" y="170067"/>
                </a:lnTo>
                <a:cubicBezTo>
                  <a:pt x="143447" y="181544"/>
                  <a:pt x="133731" y="190452"/>
                  <a:pt x="121968" y="190452"/>
                </a:cubicBezTo>
                <a:cubicBezTo>
                  <a:pt x="109347" y="190452"/>
                  <a:pt x="99109" y="180212"/>
                  <a:pt x="99109" y="167592"/>
                </a:cubicBezTo>
                <a:lnTo>
                  <a:pt x="99060" y="167639"/>
                </a:lnTo>
              </a:path>
            </a:pathLst>
          </a:cu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55477" y="1566155"/>
            <a:ext cx="2380320" cy="1460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marL="0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1. 候选人获取</a:t>
            </a:r>
            <a:endParaRPr lang="en-US" sz="1200" dirty="0"/>
          </a:p>
          <a:p>
            <a:pPr algn="ctr" marL="142875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02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主动沟通/人才池挖掘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871301" y="4523271"/>
            <a:ext cx="2380320" cy="1460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2. 简历筛选</a:t>
            </a:r>
            <a:endParaRPr lang="en-US" sz="1200" dirty="0"/>
          </a:p>
          <a:p>
            <a:pPr algn="ctr" marL="142875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02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筛选收到的简历以确定合适候选人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05840" y="1566155"/>
            <a:ext cx="2380320" cy="1460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marL="0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3. 在线沟通</a:t>
            </a:r>
            <a:endParaRPr lang="en-US" sz="1200" dirty="0"/>
          </a:p>
          <a:p>
            <a:pPr algn="ctr" marL="142875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02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与候选人进行线上交流，进一步了解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40381" y="4527703"/>
            <a:ext cx="2380320" cy="1460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4. 业务负责人筛选</a:t>
            </a:r>
            <a:endParaRPr lang="en-US" sz="1200" dirty="0"/>
          </a:p>
          <a:p>
            <a:pPr algn="ctr" marL="142875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02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业务负责人对候选人进行筛选评估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974919" y="1566155"/>
            <a:ext cx="2380320" cy="1460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marL="0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5. 邀约面试</a:t>
            </a:r>
            <a:endParaRPr lang="en-US" sz="1200" dirty="0"/>
          </a:p>
          <a:p>
            <a:pPr algn="ctr" marL="142875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n-US" sz="102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发送面试邀请给合适候选人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1655241" y="0"/>
            <a:ext cx="536759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1655243" y="0"/>
            <a:ext cx="536757" cy="6858000"/>
          </a:xfrm>
          <a:prstGeom prst="rect">
            <a:avLst/>
          </a:prstGeom>
          <a:blipFill>
            <a:blip r:embed="rId1"/>
            <a:srcRect l="0" t="0" r="80488" b="0"/>
            <a:stretch>
              <a:fillRect l="0" t="0" r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0079" y="1164795"/>
            <a:ext cx="7863840" cy="45719"/>
          </a:xfrm>
          <a:custGeom>
            <a:avLst/>
            <a:gdLst/>
            <a:ahLst/>
            <a:cxnLst/>
            <a:rect l="l" t="t" r="r" b="b"/>
            <a:pathLst>
              <a:path w="7863840" h="45719">
                <a:moveTo>
                  <a:pt x="0" y="0"/>
                </a:moveTo>
                <a:lnTo>
                  <a:pt x="786384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900160" y="0"/>
            <a:ext cx="3291840" cy="6858000"/>
          </a:xfrm>
          <a:prstGeom prst="rect">
            <a:avLst/>
          </a:prstGeom>
          <a:blipFill>
            <a:blip r:embed="rId2"/>
            <a:srcRect/>
            <a:stretch>
              <a:fillRect l="-106311" r="-106311" t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40079" y="1"/>
            <a:ext cx="7863840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面试管理功能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8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57765" y="6309360"/>
            <a:ext cx="76461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智能招聘管理系统全流程解决方案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314157" y="5472113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面试时间可直接点击编辑(日期+具体时间)，确保信息准确及时。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14157" y="5055582"/>
            <a:ext cx="6858000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面试时间编辑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14157" y="4349309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面试评价与反馈记录。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14157" y="3932779"/>
            <a:ext cx="6858000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面试评价与反馈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14157" y="3182553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记录每轮面试官信息。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14157" y="2766023"/>
            <a:ext cx="6858000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面试官信息记录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14157" y="1580651"/>
            <a:ext cx="6858000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多轮面试管理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14157" y="1997181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多轮面试精细化管理。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8654" y="5049403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135733" y="21434"/>
                </a:moveTo>
                <a:cubicBezTo>
                  <a:pt x="135733" y="9555"/>
                  <a:pt x="126180" y="5"/>
                  <a:pt x="114302" y="5"/>
                </a:cubicBezTo>
                <a:cubicBezTo>
                  <a:pt x="102425" y="5"/>
                  <a:pt x="92872" y="9560"/>
                  <a:pt x="92872" y="21438"/>
                </a:cubicBezTo>
                <a:lnTo>
                  <a:pt x="92872" y="57159"/>
                </a:lnTo>
                <a:lnTo>
                  <a:pt x="57151" y="57159"/>
                </a:lnTo>
                <a:cubicBezTo>
                  <a:pt x="25631" y="57159"/>
                  <a:pt x="0" y="82785"/>
                  <a:pt x="0" y="114309"/>
                </a:cubicBezTo>
                <a:lnTo>
                  <a:pt x="0" y="128597"/>
                </a:lnTo>
                <a:lnTo>
                  <a:pt x="0" y="171459"/>
                </a:lnTo>
                <a:lnTo>
                  <a:pt x="0" y="400059"/>
                </a:lnTo>
                <a:cubicBezTo>
                  <a:pt x="0" y="431583"/>
                  <a:pt x="25627" y="457209"/>
                  <a:pt x="57151" y="457209"/>
                </a:cubicBezTo>
                <a:lnTo>
                  <a:pt x="342903" y="457209"/>
                </a:lnTo>
                <a:cubicBezTo>
                  <a:pt x="374423" y="457209"/>
                  <a:pt x="400054" y="431583"/>
                  <a:pt x="400054" y="400059"/>
                </a:cubicBezTo>
                <a:lnTo>
                  <a:pt x="400054" y="171459"/>
                </a:lnTo>
                <a:lnTo>
                  <a:pt x="400054" y="128597"/>
                </a:lnTo>
                <a:lnTo>
                  <a:pt x="400054" y="114309"/>
                </a:lnTo>
                <a:cubicBezTo>
                  <a:pt x="400054" y="82785"/>
                  <a:pt x="374427" y="57159"/>
                  <a:pt x="342903" y="57159"/>
                </a:cubicBezTo>
                <a:lnTo>
                  <a:pt x="307182" y="57159"/>
                </a:lnTo>
                <a:lnTo>
                  <a:pt x="307182" y="21443"/>
                </a:lnTo>
                <a:cubicBezTo>
                  <a:pt x="307182" y="9565"/>
                  <a:pt x="297629" y="14"/>
                  <a:pt x="285752" y="14"/>
                </a:cubicBezTo>
                <a:cubicBezTo>
                  <a:pt x="273874" y="14"/>
                  <a:pt x="264321" y="9569"/>
                  <a:pt x="264321" y="21447"/>
                </a:cubicBezTo>
                <a:lnTo>
                  <a:pt x="264321" y="57168"/>
                </a:lnTo>
                <a:lnTo>
                  <a:pt x="135733" y="57168"/>
                </a:lnTo>
                <a:lnTo>
                  <a:pt x="135733" y="21434"/>
                </a:lnTo>
                <a:moveTo>
                  <a:pt x="42861" y="171450"/>
                </a:moveTo>
                <a:lnTo>
                  <a:pt x="357185" y="171450"/>
                </a:lnTo>
                <a:lnTo>
                  <a:pt x="357185" y="400050"/>
                </a:lnTo>
                <a:cubicBezTo>
                  <a:pt x="357185" y="407909"/>
                  <a:pt x="350756" y="414338"/>
                  <a:pt x="342899" y="414338"/>
                </a:cubicBezTo>
                <a:lnTo>
                  <a:pt x="57147" y="414338"/>
                </a:lnTo>
                <a:cubicBezTo>
                  <a:pt x="49290" y="414338"/>
                  <a:pt x="42861" y="407909"/>
                  <a:pt x="42861" y="400050"/>
                </a:cubicBezTo>
                <a:lnTo>
                  <a:pt x="42861" y="17145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08143" y="3926807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285749" y="57150"/>
                </a:moveTo>
                <a:lnTo>
                  <a:pt x="250029" y="57150"/>
                </a:lnTo>
                <a:lnTo>
                  <a:pt x="241456" y="57150"/>
                </a:lnTo>
                <a:cubicBezTo>
                  <a:pt x="234849" y="24556"/>
                  <a:pt x="206004" y="0"/>
                  <a:pt x="171447" y="0"/>
                </a:cubicBezTo>
                <a:cubicBezTo>
                  <a:pt x="136889" y="0"/>
                  <a:pt x="108044" y="24556"/>
                  <a:pt x="101437" y="57150"/>
                </a:cubicBezTo>
                <a:lnTo>
                  <a:pt x="92864" y="57150"/>
                </a:lnTo>
                <a:lnTo>
                  <a:pt x="57144" y="57150"/>
                </a:lnTo>
                <a:cubicBezTo>
                  <a:pt x="25621" y="57150"/>
                  <a:pt x="-7" y="82776"/>
                  <a:pt x="-7" y="114300"/>
                </a:cubicBezTo>
                <a:lnTo>
                  <a:pt x="-7" y="400050"/>
                </a:lnTo>
                <a:cubicBezTo>
                  <a:pt x="-7" y="431574"/>
                  <a:pt x="25621" y="457200"/>
                  <a:pt x="57144" y="457200"/>
                </a:cubicBezTo>
                <a:lnTo>
                  <a:pt x="285745" y="457200"/>
                </a:lnTo>
                <a:cubicBezTo>
                  <a:pt x="317268" y="457200"/>
                  <a:pt x="342897" y="431574"/>
                  <a:pt x="342897" y="400050"/>
                </a:cubicBezTo>
                <a:lnTo>
                  <a:pt x="342897" y="114300"/>
                </a:lnTo>
                <a:cubicBezTo>
                  <a:pt x="342897" y="82776"/>
                  <a:pt x="317268" y="57150"/>
                  <a:pt x="285745" y="57150"/>
                </a:cubicBezTo>
                <a:lnTo>
                  <a:pt x="285749" y="57150"/>
                </a:lnTo>
                <a:moveTo>
                  <a:pt x="71436" y="100013"/>
                </a:moveTo>
                <a:lnTo>
                  <a:pt x="71436" y="121446"/>
                </a:lnTo>
                <a:cubicBezTo>
                  <a:pt x="71436" y="133324"/>
                  <a:pt x="80990" y="142880"/>
                  <a:pt x="92868" y="142880"/>
                </a:cubicBezTo>
                <a:lnTo>
                  <a:pt x="171450" y="142880"/>
                </a:lnTo>
                <a:lnTo>
                  <a:pt x="250032" y="142880"/>
                </a:lnTo>
                <a:cubicBezTo>
                  <a:pt x="261910" y="142880"/>
                  <a:pt x="271464" y="133324"/>
                  <a:pt x="271464" y="121451"/>
                </a:cubicBezTo>
                <a:lnTo>
                  <a:pt x="271464" y="100022"/>
                </a:lnTo>
                <a:lnTo>
                  <a:pt x="285752" y="100022"/>
                </a:lnTo>
                <a:cubicBezTo>
                  <a:pt x="293612" y="100022"/>
                  <a:pt x="300041" y="106450"/>
                  <a:pt x="300041" y="114309"/>
                </a:cubicBezTo>
                <a:lnTo>
                  <a:pt x="300041" y="400059"/>
                </a:lnTo>
                <a:cubicBezTo>
                  <a:pt x="300041" y="407918"/>
                  <a:pt x="293612" y="414347"/>
                  <a:pt x="285752" y="414347"/>
                </a:cubicBezTo>
                <a:lnTo>
                  <a:pt x="57151" y="414347"/>
                </a:lnTo>
                <a:cubicBezTo>
                  <a:pt x="49292" y="414347"/>
                  <a:pt x="42863" y="407918"/>
                  <a:pt x="42863" y="400059"/>
                </a:cubicBezTo>
                <a:lnTo>
                  <a:pt x="42863" y="114309"/>
                </a:lnTo>
                <a:cubicBezTo>
                  <a:pt x="42863" y="106450"/>
                  <a:pt x="49292" y="100022"/>
                  <a:pt x="57151" y="100022"/>
                </a:cubicBezTo>
                <a:lnTo>
                  <a:pt x="71436" y="100013"/>
                </a:lnTo>
                <a:moveTo>
                  <a:pt x="150019" y="71438"/>
                </a:moveTo>
                <a:cubicBezTo>
                  <a:pt x="150019" y="59601"/>
                  <a:pt x="159613" y="50009"/>
                  <a:pt x="171450" y="50009"/>
                </a:cubicBezTo>
                <a:cubicBezTo>
                  <a:pt x="183287" y="50009"/>
                  <a:pt x="192881" y="59605"/>
                  <a:pt x="192881" y="71442"/>
                </a:cubicBezTo>
                <a:cubicBezTo>
                  <a:pt x="192881" y="83279"/>
                  <a:pt x="183287" y="92876"/>
                  <a:pt x="171450" y="92876"/>
                </a:cubicBezTo>
                <a:cubicBezTo>
                  <a:pt x="159613" y="92876"/>
                  <a:pt x="150019" y="83279"/>
                  <a:pt x="150019" y="71447"/>
                </a:cubicBezTo>
                <a:lnTo>
                  <a:pt x="150019" y="71438"/>
                </a:lnTo>
                <a:moveTo>
                  <a:pt x="258067" y="238960"/>
                </a:moveTo>
                <a:cubicBezTo>
                  <a:pt x="266461" y="230566"/>
                  <a:pt x="266461" y="216992"/>
                  <a:pt x="258067" y="208689"/>
                </a:cubicBezTo>
                <a:cubicBezTo>
                  <a:pt x="249672" y="200386"/>
                  <a:pt x="236100" y="200295"/>
                  <a:pt x="227795" y="208689"/>
                </a:cubicBezTo>
                <a:lnTo>
                  <a:pt x="147697" y="288790"/>
                </a:lnTo>
                <a:lnTo>
                  <a:pt x="115194" y="256288"/>
                </a:lnTo>
                <a:cubicBezTo>
                  <a:pt x="106800" y="247894"/>
                  <a:pt x="93228" y="247894"/>
                  <a:pt x="84923" y="256288"/>
                </a:cubicBezTo>
                <a:cubicBezTo>
                  <a:pt x="76618" y="264682"/>
                  <a:pt x="76528" y="278256"/>
                  <a:pt x="84923" y="286559"/>
                </a:cubicBezTo>
                <a:lnTo>
                  <a:pt x="132517" y="334154"/>
                </a:lnTo>
                <a:cubicBezTo>
                  <a:pt x="136536" y="338173"/>
                  <a:pt x="141981" y="340404"/>
                  <a:pt x="147697" y="340404"/>
                </a:cubicBezTo>
                <a:cubicBezTo>
                  <a:pt x="153413" y="340404"/>
                  <a:pt x="158859" y="338173"/>
                  <a:pt x="162877" y="334154"/>
                </a:cubicBezTo>
                <a:lnTo>
                  <a:pt x="258067" y="23896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50993" y="2785284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03198" y="0"/>
                </a:moveTo>
                <a:cubicBezTo>
                  <a:pt x="189148" y="0"/>
                  <a:pt x="177796" y="11351"/>
                  <a:pt x="177796" y="25400"/>
                </a:cubicBezTo>
                <a:lnTo>
                  <a:pt x="177796" y="76200"/>
                </a:lnTo>
                <a:cubicBezTo>
                  <a:pt x="177796" y="90249"/>
                  <a:pt x="189148" y="101600"/>
                  <a:pt x="203198" y="101600"/>
                </a:cubicBezTo>
                <a:lnTo>
                  <a:pt x="253997" y="101600"/>
                </a:lnTo>
                <a:cubicBezTo>
                  <a:pt x="268047" y="101600"/>
                  <a:pt x="279399" y="90249"/>
                  <a:pt x="279399" y="76200"/>
                </a:cubicBezTo>
                <a:lnTo>
                  <a:pt x="279399" y="25400"/>
                </a:lnTo>
                <a:cubicBezTo>
                  <a:pt x="279399" y="11351"/>
                  <a:pt x="268047" y="0"/>
                  <a:pt x="253997" y="0"/>
                </a:cubicBezTo>
                <a:lnTo>
                  <a:pt x="203198" y="0"/>
                </a:lnTo>
                <a:moveTo>
                  <a:pt x="152398" y="50800"/>
                </a:moveTo>
                <a:lnTo>
                  <a:pt x="50799" y="50800"/>
                </a:lnTo>
                <a:cubicBezTo>
                  <a:pt x="22782" y="50800"/>
                  <a:pt x="0" y="73579"/>
                  <a:pt x="0" y="101600"/>
                </a:cubicBezTo>
                <a:lnTo>
                  <a:pt x="0" y="355600"/>
                </a:lnTo>
                <a:cubicBezTo>
                  <a:pt x="0" y="383621"/>
                  <a:pt x="22782" y="406400"/>
                  <a:pt x="50799" y="406400"/>
                </a:cubicBezTo>
                <a:lnTo>
                  <a:pt x="406401" y="406400"/>
                </a:lnTo>
                <a:cubicBezTo>
                  <a:pt x="434418" y="406400"/>
                  <a:pt x="457200" y="383621"/>
                  <a:pt x="457200" y="355600"/>
                </a:cubicBezTo>
                <a:lnTo>
                  <a:pt x="457200" y="101600"/>
                </a:lnTo>
                <a:cubicBezTo>
                  <a:pt x="457200" y="73579"/>
                  <a:pt x="434418" y="50800"/>
                  <a:pt x="406401" y="50800"/>
                </a:cubicBezTo>
                <a:lnTo>
                  <a:pt x="304802" y="50800"/>
                </a:lnTo>
                <a:lnTo>
                  <a:pt x="304802" y="88900"/>
                </a:lnTo>
                <a:lnTo>
                  <a:pt x="406401" y="88900"/>
                </a:lnTo>
                <a:cubicBezTo>
                  <a:pt x="413387" y="88900"/>
                  <a:pt x="419102" y="94614"/>
                  <a:pt x="419102" y="101600"/>
                </a:cubicBezTo>
                <a:lnTo>
                  <a:pt x="419102" y="355600"/>
                </a:lnTo>
                <a:cubicBezTo>
                  <a:pt x="419102" y="362586"/>
                  <a:pt x="413387" y="368300"/>
                  <a:pt x="406401" y="368300"/>
                </a:cubicBezTo>
                <a:lnTo>
                  <a:pt x="50799" y="368300"/>
                </a:lnTo>
                <a:cubicBezTo>
                  <a:pt x="43813" y="368300"/>
                  <a:pt x="38098" y="362586"/>
                  <a:pt x="38098" y="355600"/>
                </a:cubicBezTo>
                <a:lnTo>
                  <a:pt x="38098" y="101600"/>
                </a:lnTo>
                <a:cubicBezTo>
                  <a:pt x="38098" y="94614"/>
                  <a:pt x="43813" y="88900"/>
                  <a:pt x="50799" y="88900"/>
                </a:cubicBezTo>
                <a:lnTo>
                  <a:pt x="152398" y="88900"/>
                </a:lnTo>
                <a:lnTo>
                  <a:pt x="152398" y="50800"/>
                </a:lnTo>
                <a:moveTo>
                  <a:pt x="228600" y="241300"/>
                </a:moveTo>
                <a:cubicBezTo>
                  <a:pt x="256654" y="241300"/>
                  <a:pt x="279399" y="218558"/>
                  <a:pt x="279399" y="190500"/>
                </a:cubicBezTo>
                <a:cubicBezTo>
                  <a:pt x="279399" y="162442"/>
                  <a:pt x="256654" y="139700"/>
                  <a:pt x="228600" y="139700"/>
                </a:cubicBezTo>
                <a:cubicBezTo>
                  <a:pt x="200546" y="139700"/>
                  <a:pt x="177801" y="162442"/>
                  <a:pt x="177801" y="190500"/>
                </a:cubicBezTo>
                <a:cubicBezTo>
                  <a:pt x="177801" y="218558"/>
                  <a:pt x="200546" y="241300"/>
                  <a:pt x="228600" y="241300"/>
                </a:cubicBezTo>
                <a:moveTo>
                  <a:pt x="203198" y="266700"/>
                </a:moveTo>
                <a:cubicBezTo>
                  <a:pt x="168112" y="266700"/>
                  <a:pt x="139697" y="295115"/>
                  <a:pt x="139697" y="330200"/>
                </a:cubicBezTo>
                <a:cubicBezTo>
                  <a:pt x="139697" y="337186"/>
                  <a:pt x="145412" y="342900"/>
                  <a:pt x="152398" y="342900"/>
                </a:cubicBezTo>
                <a:lnTo>
                  <a:pt x="304797" y="342900"/>
                </a:lnTo>
                <a:cubicBezTo>
                  <a:pt x="311783" y="342900"/>
                  <a:pt x="317498" y="337186"/>
                  <a:pt x="317498" y="330200"/>
                </a:cubicBezTo>
                <a:cubicBezTo>
                  <a:pt x="317498" y="295116"/>
                  <a:pt x="289083" y="266700"/>
                  <a:pt x="253997" y="266700"/>
                </a:cubicBezTo>
                <a:lnTo>
                  <a:pt x="203198" y="26670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08143" y="1584577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250032" y="57150"/>
                </a:moveTo>
                <a:lnTo>
                  <a:pt x="285752" y="57150"/>
                </a:lnTo>
                <a:cubicBezTo>
                  <a:pt x="317275" y="57150"/>
                  <a:pt x="342903" y="82776"/>
                  <a:pt x="342903" y="114300"/>
                </a:cubicBezTo>
                <a:lnTo>
                  <a:pt x="342903" y="400050"/>
                </a:lnTo>
                <a:cubicBezTo>
                  <a:pt x="342903" y="431574"/>
                  <a:pt x="317275" y="457200"/>
                  <a:pt x="285752" y="457200"/>
                </a:cubicBezTo>
                <a:lnTo>
                  <a:pt x="57151" y="457200"/>
                </a:lnTo>
                <a:cubicBezTo>
                  <a:pt x="25628" y="457200"/>
                  <a:pt x="0" y="431574"/>
                  <a:pt x="0" y="400050"/>
                </a:cubicBezTo>
                <a:lnTo>
                  <a:pt x="0" y="114300"/>
                </a:lnTo>
                <a:cubicBezTo>
                  <a:pt x="0" y="82776"/>
                  <a:pt x="25628" y="57150"/>
                  <a:pt x="57151" y="57150"/>
                </a:cubicBezTo>
                <a:lnTo>
                  <a:pt x="92871" y="57150"/>
                </a:lnTo>
                <a:lnTo>
                  <a:pt x="101444" y="57150"/>
                </a:lnTo>
                <a:cubicBezTo>
                  <a:pt x="108051" y="24556"/>
                  <a:pt x="136896" y="0"/>
                  <a:pt x="171453" y="0"/>
                </a:cubicBezTo>
                <a:cubicBezTo>
                  <a:pt x="206011" y="0"/>
                  <a:pt x="234856" y="24556"/>
                  <a:pt x="241463" y="57150"/>
                </a:cubicBezTo>
                <a:lnTo>
                  <a:pt x="250032" y="57150"/>
                </a:lnTo>
                <a:moveTo>
                  <a:pt x="57151" y="100013"/>
                </a:moveTo>
                <a:cubicBezTo>
                  <a:pt x="49292" y="100013"/>
                  <a:pt x="42863" y="106441"/>
                  <a:pt x="42863" y="114300"/>
                </a:cubicBezTo>
                <a:lnTo>
                  <a:pt x="42863" y="400050"/>
                </a:lnTo>
                <a:cubicBezTo>
                  <a:pt x="42863" y="407909"/>
                  <a:pt x="49292" y="414338"/>
                  <a:pt x="57151" y="414338"/>
                </a:cubicBezTo>
                <a:lnTo>
                  <a:pt x="285752" y="414338"/>
                </a:lnTo>
                <a:cubicBezTo>
                  <a:pt x="293612" y="414338"/>
                  <a:pt x="300041" y="407909"/>
                  <a:pt x="300041" y="400050"/>
                </a:cubicBezTo>
                <a:lnTo>
                  <a:pt x="300041" y="114300"/>
                </a:lnTo>
                <a:cubicBezTo>
                  <a:pt x="300041" y="106441"/>
                  <a:pt x="293612" y="100013"/>
                  <a:pt x="285752" y="100013"/>
                </a:cubicBezTo>
                <a:lnTo>
                  <a:pt x="271464" y="100013"/>
                </a:lnTo>
                <a:lnTo>
                  <a:pt x="271464" y="121446"/>
                </a:lnTo>
                <a:cubicBezTo>
                  <a:pt x="271464" y="133324"/>
                  <a:pt x="261910" y="142880"/>
                  <a:pt x="250032" y="142880"/>
                </a:cubicBezTo>
                <a:lnTo>
                  <a:pt x="171450" y="142880"/>
                </a:lnTo>
                <a:lnTo>
                  <a:pt x="92868" y="142880"/>
                </a:lnTo>
                <a:cubicBezTo>
                  <a:pt x="80990" y="142880"/>
                  <a:pt x="71436" y="133324"/>
                  <a:pt x="71436" y="121451"/>
                </a:cubicBezTo>
                <a:lnTo>
                  <a:pt x="71436" y="100022"/>
                </a:lnTo>
                <a:lnTo>
                  <a:pt x="57151" y="100013"/>
                </a:lnTo>
                <a:moveTo>
                  <a:pt x="171450" y="92871"/>
                </a:moveTo>
                <a:cubicBezTo>
                  <a:pt x="183287" y="92871"/>
                  <a:pt x="192881" y="83274"/>
                  <a:pt x="192881" y="71442"/>
                </a:cubicBezTo>
                <a:cubicBezTo>
                  <a:pt x="192881" y="59605"/>
                  <a:pt x="183287" y="50013"/>
                  <a:pt x="171450" y="50013"/>
                </a:cubicBezTo>
                <a:cubicBezTo>
                  <a:pt x="159613" y="50013"/>
                  <a:pt x="150019" y="59610"/>
                  <a:pt x="150019" y="71447"/>
                </a:cubicBezTo>
                <a:cubicBezTo>
                  <a:pt x="150019" y="83284"/>
                  <a:pt x="159613" y="92880"/>
                  <a:pt x="171450" y="92880"/>
                </a:cubicBezTo>
                <a:lnTo>
                  <a:pt x="171450" y="92871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57765" y="6309360"/>
            <a:ext cx="52382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智能招聘管理系统全流程解决方案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79" y="1447800"/>
            <a:ext cx="10915441" cy="4490260"/>
          </a:xfrm>
          <a:prstGeom prst="rect">
            <a:avLst/>
          </a:prstGeom>
          <a:blipFill>
            <a:blip r:embed="rId1"/>
            <a:srcRect/>
            <a:stretch>
              <a:fillRect l="0" r="0" t="2" b="2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0080" y="1164617"/>
            <a:ext cx="10881360" cy="10672"/>
          </a:xfrm>
          <a:custGeom>
            <a:avLst/>
            <a:gdLst/>
            <a:ahLst/>
            <a:cxnLst/>
            <a:rect l="l" t="t" r="r" b="b"/>
            <a:pathLst>
              <a:path w="10881360" h="10672">
                <a:moveTo>
                  <a:pt x="0" y="0"/>
                </a:moveTo>
                <a:lnTo>
                  <a:pt x="1088136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40079" y="1"/>
            <a:ext cx="10915441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数据分析-招聘漏斗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186159" y="6285683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55319" y="1265349"/>
            <a:ext cx="10911840" cy="4937760"/>
          </a:xfrm>
          <a:prstGeom prst="rect">
            <a:avLst/>
          </a:prstGeom>
          <a:solidFill>
            <a:srgbClr val="D0E2FC">
              <a:alpha val="50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7765" y="6309360"/>
            <a:ext cx="52382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智能招聘管理系统全流程解决方案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2039" y="1676829"/>
            <a:ext cx="10058400" cy="4114800"/>
          </a:xfrm>
          <a:prstGeom prst="rect">
            <a:avLst/>
          </a:prstGeom>
          <a:blipFill>
            <a:blip r:embed="rId1"/>
            <a:srcRect/>
            <a:stretch>
              <a:fillRect l="0" r="0" t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40079" y="1164617"/>
            <a:ext cx="10972800" cy="10672"/>
          </a:xfrm>
          <a:custGeom>
            <a:avLst/>
            <a:gdLst/>
            <a:ahLst/>
            <a:cxnLst/>
            <a:rect l="l" t="t" r="r" b="b"/>
            <a:pathLst>
              <a:path w="10972800" h="10672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40079" y="1"/>
            <a:ext cx="10915441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数据分析-流失原因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186159" y="6285683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536759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536757" cy="6858000"/>
          </a:xfrm>
          <a:prstGeom prst="rect">
            <a:avLst/>
          </a:prstGeom>
          <a:blipFill>
            <a:blip r:embed="rId1"/>
            <a:srcRect l="0" t="0" r="80488" b="0"/>
            <a:stretch>
              <a:fillRect l="0" t="0" r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649496" y="1164795"/>
            <a:ext cx="7955280" cy="45719"/>
          </a:xfrm>
          <a:custGeom>
            <a:avLst/>
            <a:gdLst/>
            <a:ahLst/>
            <a:cxnLst/>
            <a:rect l="l" t="t" r="r" b="b"/>
            <a:pathLst>
              <a:path w="7955280" h="45719">
                <a:moveTo>
                  <a:pt x="0" y="0"/>
                </a:moveTo>
                <a:lnTo>
                  <a:pt x="795528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649496" y="1"/>
            <a:ext cx="7955280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系统核心亮点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758808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867183" y="6309360"/>
            <a:ext cx="70315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智能招聘管理系统全流程解决方案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440309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blipFill>
            <a:blip r:embed="rId2"/>
            <a:srcRect/>
            <a:stretch>
              <a:fillRect l="-62412" r="-62412" t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382553" y="4765457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团队协作零门槛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382553" y="4316727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简单易用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82553" y="3949535"/>
            <a:ext cx="320040" cy="192905"/>
          </a:xfrm>
          <a:custGeom>
            <a:avLst/>
            <a:gdLst/>
            <a:ahLst/>
            <a:cxnLst/>
            <a:rect l="l" t="t" r="r" b="b"/>
            <a:pathLst>
              <a:path w="320040" h="192905">
                <a:moveTo>
                  <a:pt x="136116" y="301"/>
                </a:moveTo>
                <a:lnTo>
                  <a:pt x="110564" y="25855"/>
                </a:lnTo>
                <a:cubicBezTo>
                  <a:pt x="102912" y="27956"/>
                  <a:pt x="95814" y="31806"/>
                  <a:pt x="89813" y="37107"/>
                </a:cubicBezTo>
                <a:lnTo>
                  <a:pt x="76512" y="48959"/>
                </a:lnTo>
                <a:cubicBezTo>
                  <a:pt x="71411" y="53510"/>
                  <a:pt x="64760" y="56010"/>
                  <a:pt x="57908" y="56010"/>
                </a:cubicBezTo>
                <a:lnTo>
                  <a:pt x="48006" y="56010"/>
                </a:lnTo>
                <a:lnTo>
                  <a:pt x="48006" y="120018"/>
                </a:lnTo>
                <a:cubicBezTo>
                  <a:pt x="58206" y="120319"/>
                  <a:pt x="67909" y="124468"/>
                  <a:pt x="75158" y="131719"/>
                </a:cubicBezTo>
                <a:lnTo>
                  <a:pt x="92959" y="149521"/>
                </a:lnTo>
                <a:lnTo>
                  <a:pt x="96460" y="153022"/>
                </a:lnTo>
                <a:lnTo>
                  <a:pt x="96460" y="153022"/>
                </a:lnTo>
                <a:lnTo>
                  <a:pt x="109963" y="166523"/>
                </a:lnTo>
                <a:cubicBezTo>
                  <a:pt x="113064" y="169623"/>
                  <a:pt x="118165" y="169623"/>
                  <a:pt x="121263" y="166523"/>
                </a:cubicBezTo>
                <a:cubicBezTo>
                  <a:pt x="122115" y="165673"/>
                  <a:pt x="122764" y="164673"/>
                  <a:pt x="123113" y="163622"/>
                </a:cubicBezTo>
                <a:cubicBezTo>
                  <a:pt x="124515" y="159772"/>
                  <a:pt x="127763" y="156870"/>
                  <a:pt x="131764" y="155971"/>
                </a:cubicBezTo>
                <a:cubicBezTo>
                  <a:pt x="135764" y="155071"/>
                  <a:pt x="139963" y="156272"/>
                  <a:pt x="142866" y="159222"/>
                </a:cubicBezTo>
                <a:lnTo>
                  <a:pt x="148268" y="164523"/>
                </a:lnTo>
                <a:cubicBezTo>
                  <a:pt x="154070" y="170323"/>
                  <a:pt x="163470" y="170323"/>
                  <a:pt x="169221" y="164523"/>
                </a:cubicBezTo>
                <a:cubicBezTo>
                  <a:pt x="171922" y="161822"/>
                  <a:pt x="173372" y="158373"/>
                  <a:pt x="173522" y="154822"/>
                </a:cubicBezTo>
                <a:cubicBezTo>
                  <a:pt x="173721" y="150421"/>
                  <a:pt x="176323" y="146521"/>
                  <a:pt x="180323" y="144621"/>
                </a:cubicBezTo>
                <a:cubicBezTo>
                  <a:pt x="184324" y="142721"/>
                  <a:pt x="188974" y="143120"/>
                  <a:pt x="192523" y="145670"/>
                </a:cubicBezTo>
                <a:cubicBezTo>
                  <a:pt x="197225" y="149021"/>
                  <a:pt x="203776" y="148572"/>
                  <a:pt x="207975" y="144370"/>
                </a:cubicBezTo>
                <a:cubicBezTo>
                  <a:pt x="212676" y="139669"/>
                  <a:pt x="212676" y="132069"/>
                  <a:pt x="207975" y="127418"/>
                </a:cubicBezTo>
                <a:lnTo>
                  <a:pt x="170069" y="89514"/>
                </a:lnTo>
                <a:lnTo>
                  <a:pt x="152166" y="106017"/>
                </a:lnTo>
                <a:cubicBezTo>
                  <a:pt x="138513" y="118619"/>
                  <a:pt x="117564" y="118818"/>
                  <a:pt x="103661" y="106466"/>
                </a:cubicBezTo>
                <a:cubicBezTo>
                  <a:pt x="87809" y="92365"/>
                  <a:pt x="87457" y="67762"/>
                  <a:pt x="102861" y="53209"/>
                </a:cubicBezTo>
                <a:lnTo>
                  <a:pt x="137915" y="20105"/>
                </a:lnTo>
                <a:cubicBezTo>
                  <a:pt x="151616" y="7203"/>
                  <a:pt x="169717" y="2"/>
                  <a:pt x="188571" y="2"/>
                </a:cubicBezTo>
                <a:cubicBezTo>
                  <a:pt x="206624" y="2"/>
                  <a:pt x="224076" y="6653"/>
                  <a:pt x="237527" y="18604"/>
                </a:cubicBezTo>
                <a:lnTo>
                  <a:pt x="252579" y="32005"/>
                </a:lnTo>
                <a:lnTo>
                  <a:pt x="272031" y="32005"/>
                </a:lnTo>
                <a:lnTo>
                  <a:pt x="292033" y="32005"/>
                </a:lnTo>
                <a:lnTo>
                  <a:pt x="312036" y="32005"/>
                </a:lnTo>
                <a:cubicBezTo>
                  <a:pt x="316436" y="32005"/>
                  <a:pt x="320037" y="35604"/>
                  <a:pt x="320037" y="40007"/>
                </a:cubicBezTo>
                <a:lnTo>
                  <a:pt x="320037" y="144019"/>
                </a:lnTo>
                <a:cubicBezTo>
                  <a:pt x="320037" y="152869"/>
                  <a:pt x="312887" y="160020"/>
                  <a:pt x="304035" y="160020"/>
                </a:cubicBezTo>
                <a:lnTo>
                  <a:pt x="288033" y="160020"/>
                </a:lnTo>
                <a:cubicBezTo>
                  <a:pt x="282131" y="160020"/>
                  <a:pt x="276931" y="156820"/>
                  <a:pt x="274182" y="152019"/>
                </a:cubicBezTo>
                <a:lnTo>
                  <a:pt x="231725" y="152019"/>
                </a:lnTo>
                <a:cubicBezTo>
                  <a:pt x="230026" y="155370"/>
                  <a:pt x="227776" y="158570"/>
                  <a:pt x="224975" y="161371"/>
                </a:cubicBezTo>
                <a:cubicBezTo>
                  <a:pt x="216424" y="169922"/>
                  <a:pt x="204573" y="173273"/>
                  <a:pt x="193471" y="171421"/>
                </a:cubicBezTo>
                <a:cubicBezTo>
                  <a:pt x="191672" y="175071"/>
                  <a:pt x="189221" y="178472"/>
                  <a:pt x="186171" y="181522"/>
                </a:cubicBezTo>
                <a:cubicBezTo>
                  <a:pt x="172518" y="195173"/>
                  <a:pt x="151168" y="196524"/>
                  <a:pt x="135966" y="185573"/>
                </a:cubicBezTo>
                <a:cubicBezTo>
                  <a:pt x="123414" y="195974"/>
                  <a:pt x="104711" y="195324"/>
                  <a:pt x="92962" y="183522"/>
                </a:cubicBezTo>
                <a:lnTo>
                  <a:pt x="79511" y="170021"/>
                </a:lnTo>
                <a:lnTo>
                  <a:pt x="76010" y="166519"/>
                </a:lnTo>
                <a:lnTo>
                  <a:pt x="58206" y="148718"/>
                </a:lnTo>
                <a:cubicBezTo>
                  <a:pt x="55457" y="145967"/>
                  <a:pt x="51856" y="144368"/>
                  <a:pt x="48006" y="144067"/>
                </a:cubicBezTo>
                <a:cubicBezTo>
                  <a:pt x="48006" y="152867"/>
                  <a:pt x="40805" y="160018"/>
                  <a:pt x="32004" y="160018"/>
                </a:cubicBezTo>
                <a:lnTo>
                  <a:pt x="16002" y="160018"/>
                </a:lnTo>
                <a:cubicBezTo>
                  <a:pt x="7150" y="160018"/>
                  <a:pt x="0" y="152867"/>
                  <a:pt x="0" y="144017"/>
                </a:cubicBezTo>
                <a:lnTo>
                  <a:pt x="0" y="40005"/>
                </a:lnTo>
                <a:cubicBezTo>
                  <a:pt x="0" y="35604"/>
                  <a:pt x="3601" y="32003"/>
                  <a:pt x="8001" y="32003"/>
                </a:cubicBezTo>
                <a:lnTo>
                  <a:pt x="28004" y="32003"/>
                </a:lnTo>
                <a:lnTo>
                  <a:pt x="48006" y="32003"/>
                </a:lnTo>
                <a:lnTo>
                  <a:pt x="57908" y="32003"/>
                </a:lnTo>
                <a:cubicBezTo>
                  <a:pt x="58910" y="32003"/>
                  <a:pt x="59857" y="31654"/>
                  <a:pt x="60558" y="31004"/>
                </a:cubicBezTo>
                <a:lnTo>
                  <a:pt x="73811" y="19202"/>
                </a:lnTo>
                <a:cubicBezTo>
                  <a:pt x="87761" y="6850"/>
                  <a:pt x="105716" y="0"/>
                  <a:pt x="124368" y="0"/>
                </a:cubicBezTo>
                <a:lnTo>
                  <a:pt x="129517" y="0"/>
                </a:lnTo>
                <a:cubicBezTo>
                  <a:pt x="131716" y="0"/>
                  <a:pt x="133969" y="100"/>
                  <a:pt x="136116" y="301"/>
                </a:cubicBezTo>
                <a:lnTo>
                  <a:pt x="136116" y="301"/>
                </a:lnTo>
                <a:moveTo>
                  <a:pt x="272034" y="128016"/>
                </a:moveTo>
                <a:lnTo>
                  <a:pt x="272034" y="56006"/>
                </a:lnTo>
                <a:lnTo>
                  <a:pt x="248031" y="56006"/>
                </a:lnTo>
                <a:cubicBezTo>
                  <a:pt x="245080" y="56006"/>
                  <a:pt x="242229" y="54906"/>
                  <a:pt x="240081" y="52956"/>
                </a:cubicBezTo>
                <a:lnTo>
                  <a:pt x="221628" y="36554"/>
                </a:lnTo>
                <a:cubicBezTo>
                  <a:pt x="212526" y="28453"/>
                  <a:pt x="200774" y="24001"/>
                  <a:pt x="188574" y="24001"/>
                </a:cubicBezTo>
                <a:cubicBezTo>
                  <a:pt x="175872" y="24001"/>
                  <a:pt x="163672" y="28853"/>
                  <a:pt x="154419" y="37553"/>
                </a:cubicBezTo>
                <a:lnTo>
                  <a:pt x="119365" y="70657"/>
                </a:lnTo>
                <a:cubicBezTo>
                  <a:pt x="114216" y="75557"/>
                  <a:pt x="114315" y="83809"/>
                  <a:pt x="119615" y="88509"/>
                </a:cubicBezTo>
                <a:cubicBezTo>
                  <a:pt x="124265" y="92660"/>
                  <a:pt x="131316" y="92560"/>
                  <a:pt x="135867" y="88358"/>
                </a:cubicBezTo>
                <a:lnTo>
                  <a:pt x="171820" y="55153"/>
                </a:lnTo>
                <a:cubicBezTo>
                  <a:pt x="176672" y="50653"/>
                  <a:pt x="184273" y="50952"/>
                  <a:pt x="188772" y="55854"/>
                </a:cubicBezTo>
                <a:cubicBezTo>
                  <a:pt x="193272" y="60753"/>
                  <a:pt x="192974" y="68306"/>
                  <a:pt x="188072" y="72806"/>
                </a:cubicBezTo>
                <a:lnTo>
                  <a:pt x="187671" y="73205"/>
                </a:lnTo>
                <a:lnTo>
                  <a:pt x="224876" y="110411"/>
                </a:lnTo>
                <a:cubicBezTo>
                  <a:pt x="229878" y="115411"/>
                  <a:pt x="233127" y="121563"/>
                  <a:pt x="234577" y="127963"/>
                </a:cubicBezTo>
                <a:lnTo>
                  <a:pt x="271980" y="127963"/>
                </a:lnTo>
                <a:lnTo>
                  <a:pt x="272034" y="128016"/>
                </a:lnTo>
                <a:moveTo>
                  <a:pt x="32004" y="136017"/>
                </a:moveTo>
                <a:cubicBezTo>
                  <a:pt x="32004" y="131598"/>
                  <a:pt x="28423" y="128016"/>
                  <a:pt x="24003" y="128016"/>
                </a:cubicBezTo>
                <a:cubicBezTo>
                  <a:pt x="19583" y="128016"/>
                  <a:pt x="16002" y="131598"/>
                  <a:pt x="16002" y="136017"/>
                </a:cubicBezTo>
                <a:cubicBezTo>
                  <a:pt x="16002" y="140437"/>
                  <a:pt x="19583" y="144019"/>
                  <a:pt x="24003" y="144019"/>
                </a:cubicBezTo>
                <a:cubicBezTo>
                  <a:pt x="28423" y="144019"/>
                  <a:pt x="32004" y="140437"/>
                  <a:pt x="32004" y="136017"/>
                </a:cubicBezTo>
                <a:moveTo>
                  <a:pt x="296037" y="144019"/>
                </a:moveTo>
                <a:cubicBezTo>
                  <a:pt x="300457" y="144019"/>
                  <a:pt x="304038" y="140437"/>
                  <a:pt x="304038" y="136017"/>
                </a:cubicBezTo>
                <a:cubicBezTo>
                  <a:pt x="304038" y="131598"/>
                  <a:pt x="300457" y="128016"/>
                  <a:pt x="296037" y="128016"/>
                </a:cubicBezTo>
                <a:cubicBezTo>
                  <a:pt x="291617" y="128016"/>
                  <a:pt x="288036" y="131598"/>
                  <a:pt x="288036" y="136017"/>
                </a:cubicBezTo>
                <a:cubicBezTo>
                  <a:pt x="288036" y="140437"/>
                  <a:pt x="291617" y="144019"/>
                  <a:pt x="296037" y="144019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654473" y="4765457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面试时间直接编辑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54473" y="4316727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快捷操作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4483" y="3885967"/>
            <a:ext cx="320017" cy="320040"/>
          </a:xfrm>
          <a:custGeom>
            <a:avLst/>
            <a:gdLst/>
            <a:ahLst/>
            <a:cxnLst/>
            <a:rect l="l" t="t" r="r" b="b"/>
            <a:pathLst>
              <a:path w="320017" h="320040">
                <a:moveTo>
                  <a:pt x="22772" y="225475"/>
                </a:moveTo>
                <a:lnTo>
                  <a:pt x="8381" y="274341"/>
                </a:lnTo>
                <a:lnTo>
                  <a:pt x="624" y="300748"/>
                </a:lnTo>
                <a:cubicBezTo>
                  <a:pt x="-941" y="306067"/>
                  <a:pt x="499" y="311761"/>
                  <a:pt x="4378" y="315639"/>
                </a:cubicBezTo>
                <a:cubicBezTo>
                  <a:pt x="8256" y="319518"/>
                  <a:pt x="13953" y="320958"/>
                  <a:pt x="19207" y="319458"/>
                </a:cubicBezTo>
                <a:lnTo>
                  <a:pt x="45676" y="311636"/>
                </a:lnTo>
                <a:lnTo>
                  <a:pt x="94543" y="297244"/>
                </a:lnTo>
                <a:cubicBezTo>
                  <a:pt x="102300" y="294991"/>
                  <a:pt x="109372" y="291048"/>
                  <a:pt x="115440" y="285732"/>
                </a:cubicBezTo>
                <a:cubicBezTo>
                  <a:pt x="116317" y="284980"/>
                  <a:pt x="117129" y="284167"/>
                  <a:pt x="117942" y="283354"/>
                </a:cubicBezTo>
                <a:lnTo>
                  <a:pt x="308282" y="93074"/>
                </a:lnTo>
                <a:cubicBezTo>
                  <a:pt x="321985" y="79370"/>
                  <a:pt x="323675" y="58286"/>
                  <a:pt x="313412" y="42703"/>
                </a:cubicBezTo>
                <a:cubicBezTo>
                  <a:pt x="311972" y="40514"/>
                  <a:pt x="310221" y="38386"/>
                  <a:pt x="308282" y="36446"/>
                </a:cubicBezTo>
                <a:lnTo>
                  <a:pt x="283628" y="11730"/>
                </a:lnTo>
                <a:cubicBezTo>
                  <a:pt x="267985" y="-3914"/>
                  <a:pt x="242643" y="-3914"/>
                  <a:pt x="227001" y="11730"/>
                </a:cubicBezTo>
                <a:lnTo>
                  <a:pt x="36661" y="202070"/>
                </a:lnTo>
                <a:cubicBezTo>
                  <a:pt x="30155" y="208577"/>
                  <a:pt x="25400" y="216648"/>
                  <a:pt x="22769" y="225471"/>
                </a:cubicBezTo>
                <a:lnTo>
                  <a:pt x="22772" y="225475"/>
                </a:lnTo>
                <a:moveTo>
                  <a:pt x="51555" y="233920"/>
                </a:moveTo>
                <a:cubicBezTo>
                  <a:pt x="52617" y="230416"/>
                  <a:pt x="54371" y="227161"/>
                  <a:pt x="56809" y="224409"/>
                </a:cubicBezTo>
                <a:cubicBezTo>
                  <a:pt x="57184" y="224034"/>
                  <a:pt x="57497" y="223657"/>
                  <a:pt x="57872" y="223282"/>
                </a:cubicBezTo>
                <a:lnTo>
                  <a:pt x="200846" y="80372"/>
                </a:lnTo>
                <a:lnTo>
                  <a:pt x="239638" y="119167"/>
                </a:lnTo>
                <a:lnTo>
                  <a:pt x="96725" y="262142"/>
                </a:lnTo>
                <a:cubicBezTo>
                  <a:pt x="93784" y="265083"/>
                  <a:pt x="90091" y="267272"/>
                  <a:pt x="86088" y="268462"/>
                </a:cubicBezTo>
                <a:lnTo>
                  <a:pt x="71447" y="272780"/>
                </a:lnTo>
                <a:lnTo>
                  <a:pt x="37157" y="282855"/>
                </a:lnTo>
                <a:lnTo>
                  <a:pt x="47231" y="248566"/>
                </a:lnTo>
                <a:lnTo>
                  <a:pt x="51555" y="23392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105418" y="2302178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实时监控完成率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105418" y="18534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目标导向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05418" y="1414048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40" h="320040">
                <a:moveTo>
                  <a:pt x="160020" y="30004"/>
                </a:moveTo>
                <a:cubicBezTo>
                  <a:pt x="231827" y="30004"/>
                  <a:pt x="290036" y="88213"/>
                  <a:pt x="290036" y="160020"/>
                </a:cubicBezTo>
                <a:cubicBezTo>
                  <a:pt x="290036" y="231827"/>
                  <a:pt x="231827" y="290036"/>
                  <a:pt x="160020" y="290036"/>
                </a:cubicBezTo>
                <a:cubicBezTo>
                  <a:pt x="88213" y="290036"/>
                  <a:pt x="30004" y="231827"/>
                  <a:pt x="30004" y="160020"/>
                </a:cubicBezTo>
                <a:cubicBezTo>
                  <a:pt x="30004" y="88213"/>
                  <a:pt x="88213" y="30004"/>
                  <a:pt x="160020" y="30004"/>
                </a:cubicBezTo>
                <a:lnTo>
                  <a:pt x="160020" y="30004"/>
                </a:lnTo>
                <a:moveTo>
                  <a:pt x="160020" y="320040"/>
                </a:moveTo>
                <a:cubicBezTo>
                  <a:pt x="248396" y="320040"/>
                  <a:pt x="320040" y="248396"/>
                  <a:pt x="320040" y="160020"/>
                </a:cubicBezTo>
                <a:cubicBezTo>
                  <a:pt x="320040" y="71644"/>
                  <a:pt x="248396" y="0"/>
                  <a:pt x="160020" y="0"/>
                </a:cubicBezTo>
                <a:cubicBezTo>
                  <a:pt x="71644" y="0"/>
                  <a:pt x="0" y="71644"/>
                  <a:pt x="0" y="160020"/>
                </a:cubicBezTo>
                <a:cubicBezTo>
                  <a:pt x="0" y="248396"/>
                  <a:pt x="71644" y="320040"/>
                  <a:pt x="160020" y="320040"/>
                </a:cubicBezTo>
                <a:moveTo>
                  <a:pt x="195026" y="220028"/>
                </a:moveTo>
                <a:cubicBezTo>
                  <a:pt x="195026" y="206090"/>
                  <a:pt x="186836" y="194024"/>
                  <a:pt x="175023" y="188398"/>
                </a:cubicBezTo>
                <a:lnTo>
                  <a:pt x="175023" y="75008"/>
                </a:lnTo>
                <a:cubicBezTo>
                  <a:pt x="175023" y="66693"/>
                  <a:pt x="168335" y="60008"/>
                  <a:pt x="160023" y="60008"/>
                </a:cubicBezTo>
                <a:cubicBezTo>
                  <a:pt x="151709" y="60008"/>
                  <a:pt x="145023" y="66696"/>
                  <a:pt x="145023" y="75011"/>
                </a:cubicBezTo>
                <a:lnTo>
                  <a:pt x="145023" y="188401"/>
                </a:lnTo>
                <a:cubicBezTo>
                  <a:pt x="133210" y="194027"/>
                  <a:pt x="125020" y="206090"/>
                  <a:pt x="125020" y="220031"/>
                </a:cubicBezTo>
                <a:cubicBezTo>
                  <a:pt x="125020" y="239345"/>
                  <a:pt x="140709" y="255037"/>
                  <a:pt x="160026" y="255037"/>
                </a:cubicBezTo>
                <a:cubicBezTo>
                  <a:pt x="179341" y="255037"/>
                  <a:pt x="195032" y="239348"/>
                  <a:pt x="195032" y="220034"/>
                </a:cubicBezTo>
                <a:lnTo>
                  <a:pt x="195026" y="220028"/>
                </a:lnTo>
                <a:moveTo>
                  <a:pt x="100013" y="120015"/>
                </a:moveTo>
                <a:cubicBezTo>
                  <a:pt x="111060" y="120015"/>
                  <a:pt x="120015" y="111060"/>
                  <a:pt x="120015" y="100013"/>
                </a:cubicBezTo>
                <a:cubicBezTo>
                  <a:pt x="120015" y="88965"/>
                  <a:pt x="111060" y="80010"/>
                  <a:pt x="100013" y="80010"/>
                </a:cubicBezTo>
                <a:cubicBezTo>
                  <a:pt x="88965" y="80010"/>
                  <a:pt x="80010" y="88965"/>
                  <a:pt x="80010" y="100013"/>
                </a:cubicBezTo>
                <a:cubicBezTo>
                  <a:pt x="80010" y="111060"/>
                  <a:pt x="88965" y="120015"/>
                  <a:pt x="100013" y="120015"/>
                </a:cubicBezTo>
                <a:moveTo>
                  <a:pt x="90011" y="160020"/>
                </a:moveTo>
                <a:cubicBezTo>
                  <a:pt x="90011" y="148972"/>
                  <a:pt x="81057" y="140018"/>
                  <a:pt x="70009" y="140018"/>
                </a:cubicBezTo>
                <a:cubicBezTo>
                  <a:pt x="58961" y="140018"/>
                  <a:pt x="50006" y="148972"/>
                  <a:pt x="50006" y="160020"/>
                </a:cubicBezTo>
                <a:cubicBezTo>
                  <a:pt x="50006" y="171068"/>
                  <a:pt x="58961" y="180023"/>
                  <a:pt x="70009" y="180023"/>
                </a:cubicBezTo>
                <a:cubicBezTo>
                  <a:pt x="81057" y="180023"/>
                  <a:pt x="90011" y="171068"/>
                  <a:pt x="90011" y="160020"/>
                </a:cubicBezTo>
                <a:moveTo>
                  <a:pt x="250031" y="180023"/>
                </a:moveTo>
                <a:cubicBezTo>
                  <a:pt x="261079" y="180023"/>
                  <a:pt x="270034" y="171068"/>
                  <a:pt x="270034" y="160020"/>
                </a:cubicBezTo>
                <a:cubicBezTo>
                  <a:pt x="270034" y="148972"/>
                  <a:pt x="261079" y="140017"/>
                  <a:pt x="250031" y="140017"/>
                </a:cubicBezTo>
                <a:cubicBezTo>
                  <a:pt x="238983" y="140017"/>
                  <a:pt x="230029" y="148972"/>
                  <a:pt x="230029" y="160020"/>
                </a:cubicBezTo>
                <a:cubicBezTo>
                  <a:pt x="230029" y="171068"/>
                  <a:pt x="238983" y="180023"/>
                  <a:pt x="250031" y="180023"/>
                </a:cubicBezTo>
                <a:moveTo>
                  <a:pt x="240030" y="100013"/>
                </a:moveTo>
                <a:cubicBezTo>
                  <a:pt x="240030" y="88965"/>
                  <a:pt x="231075" y="80010"/>
                  <a:pt x="220027" y="80010"/>
                </a:cubicBezTo>
                <a:cubicBezTo>
                  <a:pt x="208980" y="80010"/>
                  <a:pt x="200025" y="88965"/>
                  <a:pt x="200025" y="100013"/>
                </a:cubicBezTo>
                <a:cubicBezTo>
                  <a:pt x="200025" y="111060"/>
                  <a:pt x="208980" y="120015"/>
                  <a:pt x="220027" y="120015"/>
                </a:cubicBezTo>
                <a:cubicBezTo>
                  <a:pt x="231075" y="120015"/>
                  <a:pt x="240030" y="111060"/>
                  <a:pt x="240030" y="100013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382553" y="2302178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漏斗与流失分析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382553" y="18534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数据驱动决策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82553" y="1434050"/>
            <a:ext cx="320040" cy="280035"/>
          </a:xfrm>
          <a:custGeom>
            <a:avLst/>
            <a:gdLst/>
            <a:ahLst/>
            <a:cxnLst/>
            <a:rect l="l" t="t" r="r" b="b"/>
            <a:pathLst>
              <a:path w="320040" h="280035">
                <a:moveTo>
                  <a:pt x="260033" y="30003"/>
                </a:moveTo>
                <a:cubicBezTo>
                  <a:pt x="265534" y="30003"/>
                  <a:pt x="270034" y="34503"/>
                  <a:pt x="270034" y="40003"/>
                </a:cubicBezTo>
                <a:cubicBezTo>
                  <a:pt x="270034" y="45503"/>
                  <a:pt x="265534" y="50003"/>
                  <a:pt x="260033" y="50003"/>
                </a:cubicBezTo>
                <a:lnTo>
                  <a:pt x="60008" y="50003"/>
                </a:lnTo>
                <a:cubicBezTo>
                  <a:pt x="54506" y="50003"/>
                  <a:pt x="50006" y="45503"/>
                  <a:pt x="50006" y="40003"/>
                </a:cubicBezTo>
                <a:cubicBezTo>
                  <a:pt x="50006" y="34503"/>
                  <a:pt x="54506" y="30003"/>
                  <a:pt x="60008" y="30003"/>
                </a:cubicBezTo>
                <a:lnTo>
                  <a:pt x="260033" y="30003"/>
                </a:lnTo>
                <a:moveTo>
                  <a:pt x="60008" y="0"/>
                </a:moveTo>
                <a:cubicBezTo>
                  <a:pt x="37941" y="0"/>
                  <a:pt x="20002" y="17939"/>
                  <a:pt x="20002" y="40006"/>
                </a:cubicBezTo>
                <a:cubicBezTo>
                  <a:pt x="20002" y="62070"/>
                  <a:pt x="37941" y="80012"/>
                  <a:pt x="60008" y="80012"/>
                </a:cubicBezTo>
                <a:lnTo>
                  <a:pt x="145020" y="80012"/>
                </a:lnTo>
                <a:lnTo>
                  <a:pt x="145020" y="90012"/>
                </a:lnTo>
                <a:lnTo>
                  <a:pt x="138830" y="96200"/>
                </a:lnTo>
                <a:lnTo>
                  <a:pt x="121266" y="113764"/>
                </a:lnTo>
                <a:lnTo>
                  <a:pt x="115016" y="120015"/>
                </a:lnTo>
                <a:lnTo>
                  <a:pt x="80013" y="120015"/>
                </a:lnTo>
                <a:cubicBezTo>
                  <a:pt x="49635" y="120015"/>
                  <a:pt x="25008" y="144644"/>
                  <a:pt x="25008" y="175022"/>
                </a:cubicBezTo>
                <a:lnTo>
                  <a:pt x="25008" y="200026"/>
                </a:lnTo>
                <a:lnTo>
                  <a:pt x="20009" y="200026"/>
                </a:lnTo>
                <a:cubicBezTo>
                  <a:pt x="8945" y="200026"/>
                  <a:pt x="6" y="208965"/>
                  <a:pt x="6" y="220029"/>
                </a:cubicBezTo>
                <a:lnTo>
                  <a:pt x="6" y="260035"/>
                </a:lnTo>
                <a:cubicBezTo>
                  <a:pt x="6" y="271099"/>
                  <a:pt x="8945" y="280038"/>
                  <a:pt x="20009" y="280038"/>
                </a:cubicBezTo>
                <a:lnTo>
                  <a:pt x="60014" y="280038"/>
                </a:lnTo>
                <a:cubicBezTo>
                  <a:pt x="71078" y="280038"/>
                  <a:pt x="80016" y="271099"/>
                  <a:pt x="80016" y="260035"/>
                </a:cubicBezTo>
                <a:lnTo>
                  <a:pt x="80016" y="220029"/>
                </a:lnTo>
                <a:cubicBezTo>
                  <a:pt x="80016" y="208965"/>
                  <a:pt x="71078" y="200026"/>
                  <a:pt x="60014" y="200026"/>
                </a:cubicBezTo>
                <a:lnTo>
                  <a:pt x="55015" y="200026"/>
                </a:lnTo>
                <a:lnTo>
                  <a:pt x="55015" y="175022"/>
                </a:lnTo>
                <a:cubicBezTo>
                  <a:pt x="55015" y="161208"/>
                  <a:pt x="66204" y="150017"/>
                  <a:pt x="80020" y="150017"/>
                </a:cubicBezTo>
                <a:lnTo>
                  <a:pt x="115026" y="150017"/>
                </a:lnTo>
                <a:lnTo>
                  <a:pt x="121215" y="156206"/>
                </a:lnTo>
                <a:lnTo>
                  <a:pt x="138779" y="173770"/>
                </a:lnTo>
                <a:lnTo>
                  <a:pt x="145029" y="180020"/>
                </a:lnTo>
                <a:lnTo>
                  <a:pt x="145029" y="200023"/>
                </a:lnTo>
                <a:lnTo>
                  <a:pt x="140030" y="200023"/>
                </a:lnTo>
                <a:cubicBezTo>
                  <a:pt x="128967" y="200023"/>
                  <a:pt x="120028" y="208962"/>
                  <a:pt x="120028" y="220026"/>
                </a:cubicBezTo>
                <a:lnTo>
                  <a:pt x="120028" y="260032"/>
                </a:lnTo>
                <a:cubicBezTo>
                  <a:pt x="120028" y="271096"/>
                  <a:pt x="128967" y="280035"/>
                  <a:pt x="140030" y="280035"/>
                </a:cubicBezTo>
                <a:lnTo>
                  <a:pt x="180035" y="280035"/>
                </a:lnTo>
                <a:cubicBezTo>
                  <a:pt x="191099" y="280035"/>
                  <a:pt x="200038" y="271096"/>
                  <a:pt x="200038" y="260032"/>
                </a:cubicBezTo>
                <a:lnTo>
                  <a:pt x="200038" y="220026"/>
                </a:lnTo>
                <a:cubicBezTo>
                  <a:pt x="200038" y="208962"/>
                  <a:pt x="191099" y="200023"/>
                  <a:pt x="180035" y="200023"/>
                </a:cubicBezTo>
                <a:lnTo>
                  <a:pt x="175036" y="200023"/>
                </a:lnTo>
                <a:lnTo>
                  <a:pt x="175036" y="180020"/>
                </a:lnTo>
                <a:lnTo>
                  <a:pt x="181226" y="173832"/>
                </a:lnTo>
                <a:lnTo>
                  <a:pt x="198790" y="156268"/>
                </a:lnTo>
                <a:lnTo>
                  <a:pt x="205040" y="150017"/>
                </a:lnTo>
                <a:lnTo>
                  <a:pt x="240046" y="150017"/>
                </a:lnTo>
                <a:cubicBezTo>
                  <a:pt x="253859" y="150017"/>
                  <a:pt x="265051" y="161208"/>
                  <a:pt x="265051" y="175022"/>
                </a:cubicBezTo>
                <a:lnTo>
                  <a:pt x="265051" y="200026"/>
                </a:lnTo>
                <a:lnTo>
                  <a:pt x="260052" y="200026"/>
                </a:lnTo>
                <a:cubicBezTo>
                  <a:pt x="248988" y="200026"/>
                  <a:pt x="240049" y="208965"/>
                  <a:pt x="240049" y="220029"/>
                </a:cubicBezTo>
                <a:lnTo>
                  <a:pt x="240049" y="260035"/>
                </a:lnTo>
                <a:cubicBezTo>
                  <a:pt x="240049" y="271099"/>
                  <a:pt x="248988" y="280038"/>
                  <a:pt x="260052" y="280038"/>
                </a:cubicBezTo>
                <a:lnTo>
                  <a:pt x="300057" y="280038"/>
                </a:lnTo>
                <a:cubicBezTo>
                  <a:pt x="311121" y="280038"/>
                  <a:pt x="320059" y="271099"/>
                  <a:pt x="320059" y="260035"/>
                </a:cubicBezTo>
                <a:lnTo>
                  <a:pt x="320059" y="220029"/>
                </a:lnTo>
                <a:cubicBezTo>
                  <a:pt x="320059" y="208965"/>
                  <a:pt x="311121" y="200026"/>
                  <a:pt x="300057" y="200026"/>
                </a:cubicBezTo>
                <a:lnTo>
                  <a:pt x="295058" y="200026"/>
                </a:lnTo>
                <a:lnTo>
                  <a:pt x="295058" y="175022"/>
                </a:lnTo>
                <a:cubicBezTo>
                  <a:pt x="295058" y="144644"/>
                  <a:pt x="270431" y="120015"/>
                  <a:pt x="240053" y="120015"/>
                </a:cubicBezTo>
                <a:lnTo>
                  <a:pt x="205050" y="120015"/>
                </a:lnTo>
                <a:lnTo>
                  <a:pt x="198860" y="113826"/>
                </a:lnTo>
                <a:lnTo>
                  <a:pt x="181297" y="96262"/>
                </a:lnTo>
                <a:lnTo>
                  <a:pt x="175046" y="90012"/>
                </a:lnTo>
                <a:lnTo>
                  <a:pt x="175046" y="80012"/>
                </a:lnTo>
                <a:lnTo>
                  <a:pt x="260058" y="80012"/>
                </a:lnTo>
                <a:cubicBezTo>
                  <a:pt x="282125" y="80012"/>
                  <a:pt x="300063" y="62073"/>
                  <a:pt x="300063" y="40006"/>
                </a:cubicBezTo>
                <a:cubicBezTo>
                  <a:pt x="300063" y="17942"/>
                  <a:pt x="282125" y="0"/>
                  <a:pt x="260058" y="0"/>
                </a:cubicBezTo>
                <a:lnTo>
                  <a:pt x="60008" y="0"/>
                </a:lnTo>
                <a:moveTo>
                  <a:pt x="30004" y="250032"/>
                </a:moveTo>
                <a:lnTo>
                  <a:pt x="30004" y="230029"/>
                </a:lnTo>
                <a:lnTo>
                  <a:pt x="50006" y="230029"/>
                </a:lnTo>
                <a:lnTo>
                  <a:pt x="50006" y="250032"/>
                </a:lnTo>
                <a:lnTo>
                  <a:pt x="30004" y="250032"/>
                </a:lnTo>
                <a:moveTo>
                  <a:pt x="150019" y="250032"/>
                </a:moveTo>
                <a:lnTo>
                  <a:pt x="150019" y="230029"/>
                </a:lnTo>
                <a:lnTo>
                  <a:pt x="170021" y="230029"/>
                </a:lnTo>
                <a:lnTo>
                  <a:pt x="170021" y="250032"/>
                </a:lnTo>
                <a:lnTo>
                  <a:pt x="150019" y="250032"/>
                </a:lnTo>
                <a:moveTo>
                  <a:pt x="270034" y="250032"/>
                </a:moveTo>
                <a:lnTo>
                  <a:pt x="270034" y="230029"/>
                </a:lnTo>
                <a:lnTo>
                  <a:pt x="290036" y="230029"/>
                </a:lnTo>
                <a:lnTo>
                  <a:pt x="290036" y="250032"/>
                </a:lnTo>
                <a:lnTo>
                  <a:pt x="270034" y="250032"/>
                </a:lnTo>
                <a:moveTo>
                  <a:pt x="142456" y="135016"/>
                </a:moveTo>
                <a:lnTo>
                  <a:pt x="160020" y="117452"/>
                </a:lnTo>
                <a:lnTo>
                  <a:pt x="177584" y="135016"/>
                </a:lnTo>
                <a:lnTo>
                  <a:pt x="160020" y="152580"/>
                </a:lnTo>
                <a:lnTo>
                  <a:pt x="142456" y="135016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654473" y="2302178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数据不丢失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4473" y="18534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全流程数字化管理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674474" y="1414048"/>
            <a:ext cx="280035" cy="320040"/>
          </a:xfrm>
          <a:custGeom>
            <a:avLst/>
            <a:gdLst/>
            <a:ahLst/>
            <a:cxnLst/>
            <a:rect l="l" t="t" r="r" b="b"/>
            <a:pathLst>
              <a:path w="280035" h="320040">
                <a:moveTo>
                  <a:pt x="250032" y="53757"/>
                </a:moveTo>
                <a:lnTo>
                  <a:pt x="250032" y="109201"/>
                </a:lnTo>
                <a:cubicBezTo>
                  <a:pt x="241718" y="113701"/>
                  <a:pt x="230278" y="118076"/>
                  <a:pt x="215778" y="121641"/>
                </a:cubicBezTo>
                <a:cubicBezTo>
                  <a:pt x="194588" y="126893"/>
                  <a:pt x="168461" y="130016"/>
                  <a:pt x="140017" y="130016"/>
                </a:cubicBezTo>
                <a:cubicBezTo>
                  <a:pt x="111577" y="130016"/>
                  <a:pt x="85447" y="126889"/>
                  <a:pt x="64257" y="121641"/>
                </a:cubicBezTo>
                <a:cubicBezTo>
                  <a:pt x="49754" y="118079"/>
                  <a:pt x="38317" y="113765"/>
                  <a:pt x="30003" y="109201"/>
                </a:cubicBezTo>
                <a:lnTo>
                  <a:pt x="30003" y="53757"/>
                </a:lnTo>
                <a:lnTo>
                  <a:pt x="30378" y="53443"/>
                </a:lnTo>
                <a:cubicBezTo>
                  <a:pt x="33691" y="50630"/>
                  <a:pt x="40317" y="46755"/>
                  <a:pt x="51131" y="42879"/>
                </a:cubicBezTo>
                <a:cubicBezTo>
                  <a:pt x="72448" y="35316"/>
                  <a:pt x="103887" y="30004"/>
                  <a:pt x="140017" y="30004"/>
                </a:cubicBezTo>
                <a:cubicBezTo>
                  <a:pt x="176147" y="30004"/>
                  <a:pt x="207587" y="35316"/>
                  <a:pt x="228903" y="42879"/>
                </a:cubicBezTo>
                <a:cubicBezTo>
                  <a:pt x="239718" y="46755"/>
                  <a:pt x="246279" y="50630"/>
                  <a:pt x="249657" y="53443"/>
                </a:cubicBezTo>
                <a:lnTo>
                  <a:pt x="250032" y="53757"/>
                </a:lnTo>
                <a:moveTo>
                  <a:pt x="250032" y="142207"/>
                </a:moveTo>
                <a:lnTo>
                  <a:pt x="250032" y="189211"/>
                </a:lnTo>
                <a:cubicBezTo>
                  <a:pt x="241718" y="193711"/>
                  <a:pt x="230278" y="198086"/>
                  <a:pt x="215778" y="201651"/>
                </a:cubicBezTo>
                <a:cubicBezTo>
                  <a:pt x="194588" y="206903"/>
                  <a:pt x="168461" y="210026"/>
                  <a:pt x="140017" y="210026"/>
                </a:cubicBezTo>
                <a:cubicBezTo>
                  <a:pt x="111577" y="210026"/>
                  <a:pt x="85447" y="206899"/>
                  <a:pt x="64257" y="201651"/>
                </a:cubicBezTo>
                <a:cubicBezTo>
                  <a:pt x="49754" y="198089"/>
                  <a:pt x="38317" y="193775"/>
                  <a:pt x="30003" y="189211"/>
                </a:cubicBezTo>
                <a:lnTo>
                  <a:pt x="30003" y="142207"/>
                </a:lnTo>
                <a:cubicBezTo>
                  <a:pt x="38317" y="145519"/>
                  <a:pt x="47443" y="148396"/>
                  <a:pt x="57068" y="150771"/>
                </a:cubicBezTo>
                <a:cubicBezTo>
                  <a:pt x="80947" y="156647"/>
                  <a:pt x="109513" y="160023"/>
                  <a:pt x="140017" y="160023"/>
                </a:cubicBezTo>
                <a:cubicBezTo>
                  <a:pt x="170522" y="160023"/>
                  <a:pt x="199088" y="156647"/>
                  <a:pt x="222966" y="150771"/>
                </a:cubicBezTo>
                <a:cubicBezTo>
                  <a:pt x="232591" y="148396"/>
                  <a:pt x="241718" y="145583"/>
                  <a:pt x="250032" y="142207"/>
                </a:cubicBezTo>
                <a:lnTo>
                  <a:pt x="250032" y="142207"/>
                </a:lnTo>
                <a:moveTo>
                  <a:pt x="30003" y="266283"/>
                </a:moveTo>
                <a:lnTo>
                  <a:pt x="30003" y="222277"/>
                </a:lnTo>
                <a:cubicBezTo>
                  <a:pt x="38317" y="225590"/>
                  <a:pt x="47444" y="228467"/>
                  <a:pt x="57068" y="230842"/>
                </a:cubicBezTo>
                <a:cubicBezTo>
                  <a:pt x="80947" y="236654"/>
                  <a:pt x="109513" y="240030"/>
                  <a:pt x="140017" y="240030"/>
                </a:cubicBezTo>
                <a:cubicBezTo>
                  <a:pt x="170522" y="240030"/>
                  <a:pt x="199088" y="236654"/>
                  <a:pt x="222967" y="230778"/>
                </a:cubicBezTo>
                <a:cubicBezTo>
                  <a:pt x="232591" y="228403"/>
                  <a:pt x="241718" y="225590"/>
                  <a:pt x="250032" y="222213"/>
                </a:cubicBezTo>
                <a:lnTo>
                  <a:pt x="250032" y="266219"/>
                </a:lnTo>
                <a:lnTo>
                  <a:pt x="249657" y="266533"/>
                </a:lnTo>
                <a:cubicBezTo>
                  <a:pt x="246344" y="269346"/>
                  <a:pt x="239718" y="273221"/>
                  <a:pt x="228903" y="277097"/>
                </a:cubicBezTo>
                <a:cubicBezTo>
                  <a:pt x="207587" y="284724"/>
                  <a:pt x="176148" y="290036"/>
                  <a:pt x="140017" y="290036"/>
                </a:cubicBezTo>
                <a:cubicBezTo>
                  <a:pt x="103887" y="290036"/>
                  <a:pt x="72448" y="284724"/>
                  <a:pt x="51132" y="277161"/>
                </a:cubicBezTo>
                <a:cubicBezTo>
                  <a:pt x="40317" y="273285"/>
                  <a:pt x="33755" y="269410"/>
                  <a:pt x="30378" y="266597"/>
                </a:cubicBezTo>
                <a:lnTo>
                  <a:pt x="30003" y="266283"/>
                </a:lnTo>
                <a:moveTo>
                  <a:pt x="251343" y="264971"/>
                </a:moveTo>
                <a:cubicBezTo>
                  <a:pt x="251343" y="264971"/>
                  <a:pt x="251343" y="265035"/>
                  <a:pt x="251217" y="265096"/>
                </a:cubicBezTo>
                <a:lnTo>
                  <a:pt x="251278" y="264971"/>
                </a:lnTo>
                <a:cubicBezTo>
                  <a:pt x="251278" y="264971"/>
                  <a:pt x="251278" y="264971"/>
                  <a:pt x="251278" y="264907"/>
                </a:cubicBezTo>
                <a:lnTo>
                  <a:pt x="251343" y="264971"/>
                </a:lnTo>
                <a:moveTo>
                  <a:pt x="28754" y="264971"/>
                </a:moveTo>
                <a:cubicBezTo>
                  <a:pt x="28754" y="264971"/>
                  <a:pt x="28754" y="265035"/>
                  <a:pt x="28880" y="265096"/>
                </a:cubicBezTo>
                <a:cubicBezTo>
                  <a:pt x="28818" y="265032"/>
                  <a:pt x="28818" y="264971"/>
                  <a:pt x="28754" y="264971"/>
                </a:cubicBezTo>
                <a:moveTo>
                  <a:pt x="28754" y="55069"/>
                </a:moveTo>
                <a:cubicBezTo>
                  <a:pt x="28754" y="55069"/>
                  <a:pt x="28816" y="55005"/>
                  <a:pt x="28880" y="54944"/>
                </a:cubicBezTo>
                <a:cubicBezTo>
                  <a:pt x="28818" y="55008"/>
                  <a:pt x="28754" y="55069"/>
                  <a:pt x="28754" y="55069"/>
                </a:cubicBezTo>
                <a:moveTo>
                  <a:pt x="251281" y="54944"/>
                </a:moveTo>
                <a:cubicBezTo>
                  <a:pt x="251343" y="55008"/>
                  <a:pt x="251407" y="55069"/>
                  <a:pt x="251407" y="55069"/>
                </a:cubicBezTo>
                <a:cubicBezTo>
                  <a:pt x="251407" y="55069"/>
                  <a:pt x="251407" y="55005"/>
                  <a:pt x="251281" y="54944"/>
                </a:cubicBezTo>
                <a:moveTo>
                  <a:pt x="280035" y="270034"/>
                </a:moveTo>
                <a:lnTo>
                  <a:pt x="280035" y="50006"/>
                </a:lnTo>
                <a:cubicBezTo>
                  <a:pt x="280035" y="22377"/>
                  <a:pt x="217341" y="0"/>
                  <a:pt x="140017" y="0"/>
                </a:cubicBezTo>
                <a:cubicBezTo>
                  <a:pt x="62694" y="0"/>
                  <a:pt x="0" y="22377"/>
                  <a:pt x="0" y="50006"/>
                </a:cubicBezTo>
                <a:lnTo>
                  <a:pt x="0" y="270034"/>
                </a:lnTo>
                <a:cubicBezTo>
                  <a:pt x="0" y="297663"/>
                  <a:pt x="62694" y="320040"/>
                  <a:pt x="140017" y="320040"/>
                </a:cubicBezTo>
                <a:cubicBezTo>
                  <a:pt x="217341" y="320040"/>
                  <a:pt x="280035" y="297663"/>
                  <a:pt x="280035" y="270034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536759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536757" cy="6858000"/>
          </a:xfrm>
          <a:prstGeom prst="rect">
            <a:avLst/>
          </a:prstGeom>
          <a:blipFill>
            <a:blip r:embed="rId1"/>
            <a:srcRect l="0" t="0" r="80488" b="0"/>
            <a:stretch>
              <a:fillRect l="0" t="0" r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672646" y="1164795"/>
            <a:ext cx="7863840" cy="45719"/>
          </a:xfrm>
          <a:custGeom>
            <a:avLst/>
            <a:gdLst/>
            <a:ahLst/>
            <a:cxnLst/>
            <a:rect l="l" t="t" r="r" b="b"/>
            <a:pathLst>
              <a:path w="7863840" h="45719">
                <a:moveTo>
                  <a:pt x="0" y="0"/>
                </a:moveTo>
                <a:lnTo>
                  <a:pt x="786384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781957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blipFill>
            <a:blip r:embed="rId2"/>
            <a:srcRect/>
            <a:stretch>
              <a:fillRect l="-106311" r="-106311" t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672646" y="1"/>
            <a:ext cx="7863840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下一步行动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463458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12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890333" y="6309360"/>
            <a:ext cx="70084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智能招聘管理系统全流程解决方案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346724" y="549173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分阶段实施与上线。</a:t>
            </a:r>
            <a:endParaRPr lang="en-US" sz="1200" dirty="0"/>
          </a:p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持续优化与功能迭代。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46724" y="5075201"/>
            <a:ext cx="6858000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分阶段实施与上线，持续优化与功能迭代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46724" y="436892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完成系统原型设计与评审。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46724" y="3952398"/>
            <a:ext cx="6858000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完成系统原型设计与评审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46724" y="320217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确定技术方案与开发团队。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46724" y="2785642"/>
            <a:ext cx="6858000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确定技术方案与开发团队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46724" y="1600270"/>
            <a:ext cx="6858000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明确系统开发计划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346724" y="20168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明确系统开发计划。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72735" y="5069022"/>
            <a:ext cx="457021" cy="457200"/>
          </a:xfrm>
          <a:custGeom>
            <a:avLst/>
            <a:gdLst/>
            <a:ahLst/>
            <a:cxnLst/>
            <a:rect l="l" t="t" r="r" b="b"/>
            <a:pathLst>
              <a:path w="457021" h="457200">
                <a:moveTo>
                  <a:pt x="328758" y="236551"/>
                </a:moveTo>
                <a:cubicBezTo>
                  <a:pt x="289034" y="263420"/>
                  <a:pt x="213328" y="297436"/>
                  <a:pt x="171909" y="315111"/>
                </a:cubicBezTo>
                <a:lnTo>
                  <a:pt x="140662" y="283866"/>
                </a:lnTo>
                <a:cubicBezTo>
                  <a:pt x="158874" y="242714"/>
                  <a:pt x="193512" y="167811"/>
                  <a:pt x="220380" y="128176"/>
                </a:cubicBezTo>
                <a:cubicBezTo>
                  <a:pt x="275908" y="46401"/>
                  <a:pt x="355627" y="37298"/>
                  <a:pt x="412137" y="44883"/>
                </a:cubicBezTo>
                <a:cubicBezTo>
                  <a:pt x="419724" y="101393"/>
                  <a:pt x="410620" y="181115"/>
                  <a:pt x="328845" y="236551"/>
                </a:cubicBezTo>
                <a:lnTo>
                  <a:pt x="328758" y="236551"/>
                </a:lnTo>
                <a:moveTo>
                  <a:pt x="105755" y="257084"/>
                </a:moveTo>
                <a:cubicBezTo>
                  <a:pt x="102542" y="264225"/>
                  <a:pt x="99686" y="270653"/>
                  <a:pt x="97364" y="276012"/>
                </a:cubicBezTo>
                <a:cubicBezTo>
                  <a:pt x="92720" y="286637"/>
                  <a:pt x="95134" y="298954"/>
                  <a:pt x="103346" y="307170"/>
                </a:cubicBezTo>
                <a:lnTo>
                  <a:pt x="148610" y="352433"/>
                </a:lnTo>
                <a:cubicBezTo>
                  <a:pt x="156735" y="360557"/>
                  <a:pt x="168874" y="363058"/>
                  <a:pt x="179408" y="358591"/>
                </a:cubicBezTo>
                <a:cubicBezTo>
                  <a:pt x="185212" y="356182"/>
                  <a:pt x="192173" y="353233"/>
                  <a:pt x="199942" y="349840"/>
                </a:cubicBezTo>
                <a:lnTo>
                  <a:pt x="199942" y="435721"/>
                </a:lnTo>
                <a:cubicBezTo>
                  <a:pt x="199942" y="443397"/>
                  <a:pt x="204051" y="450539"/>
                  <a:pt x="210746" y="454379"/>
                </a:cubicBezTo>
                <a:cubicBezTo>
                  <a:pt x="217442" y="458220"/>
                  <a:pt x="225654" y="458128"/>
                  <a:pt x="232263" y="454201"/>
                </a:cubicBezTo>
                <a:lnTo>
                  <a:pt x="311268" y="407333"/>
                </a:lnTo>
                <a:cubicBezTo>
                  <a:pt x="330820" y="395729"/>
                  <a:pt x="342780" y="374749"/>
                  <a:pt x="342780" y="352071"/>
                </a:cubicBezTo>
                <a:lnTo>
                  <a:pt x="342780" y="278778"/>
                </a:lnTo>
                <a:cubicBezTo>
                  <a:pt x="346349" y="276547"/>
                  <a:pt x="349653" y="274402"/>
                  <a:pt x="352866" y="272263"/>
                </a:cubicBezTo>
                <a:cubicBezTo>
                  <a:pt x="460710" y="198969"/>
                  <a:pt x="464279" y="90059"/>
                  <a:pt x="452314" y="25068"/>
                </a:cubicBezTo>
                <a:cubicBezTo>
                  <a:pt x="450440" y="14713"/>
                  <a:pt x="442315" y="6680"/>
                  <a:pt x="431958" y="4714"/>
                </a:cubicBezTo>
                <a:cubicBezTo>
                  <a:pt x="366970" y="-7247"/>
                  <a:pt x="258057" y="-3676"/>
                  <a:pt x="184943" y="104164"/>
                </a:cubicBezTo>
                <a:cubicBezTo>
                  <a:pt x="182799" y="107378"/>
                  <a:pt x="180569" y="110679"/>
                  <a:pt x="178426" y="114250"/>
                </a:cubicBezTo>
                <a:lnTo>
                  <a:pt x="105133" y="114250"/>
                </a:lnTo>
                <a:cubicBezTo>
                  <a:pt x="82456" y="114250"/>
                  <a:pt x="61392" y="126210"/>
                  <a:pt x="49875" y="145765"/>
                </a:cubicBezTo>
                <a:lnTo>
                  <a:pt x="3007" y="224769"/>
                </a:lnTo>
                <a:cubicBezTo>
                  <a:pt x="-919" y="231375"/>
                  <a:pt x="-1010" y="239587"/>
                  <a:pt x="2829" y="246284"/>
                </a:cubicBezTo>
                <a:cubicBezTo>
                  <a:pt x="6668" y="252978"/>
                  <a:pt x="13720" y="257088"/>
                  <a:pt x="21398" y="257088"/>
                </a:cubicBezTo>
                <a:lnTo>
                  <a:pt x="105755" y="257084"/>
                </a:lnTo>
                <a:moveTo>
                  <a:pt x="364200" y="128533"/>
                </a:moveTo>
                <a:cubicBezTo>
                  <a:pt x="364200" y="108809"/>
                  <a:pt x="348214" y="92825"/>
                  <a:pt x="328493" y="92825"/>
                </a:cubicBezTo>
                <a:cubicBezTo>
                  <a:pt x="308773" y="92825"/>
                  <a:pt x="292786" y="108814"/>
                  <a:pt x="292786" y="128533"/>
                </a:cubicBezTo>
                <a:cubicBezTo>
                  <a:pt x="292786" y="148256"/>
                  <a:pt x="308773" y="164240"/>
                  <a:pt x="328493" y="164240"/>
                </a:cubicBezTo>
                <a:cubicBezTo>
                  <a:pt x="348214" y="164240"/>
                  <a:pt x="364200" y="148252"/>
                  <a:pt x="364200" y="128533"/>
                </a:cubicBezTo>
                <a:lnTo>
                  <a:pt x="364200" y="128533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683576" y="3946426"/>
            <a:ext cx="457167" cy="457200"/>
          </a:xfrm>
          <a:custGeom>
            <a:avLst/>
            <a:gdLst/>
            <a:ahLst/>
            <a:cxnLst/>
            <a:rect l="l" t="t" r="r" b="b"/>
            <a:pathLst>
              <a:path w="457167" h="457200">
                <a:moveTo>
                  <a:pt x="32532" y="322107"/>
                </a:moveTo>
                <a:lnTo>
                  <a:pt x="11973" y="391916"/>
                </a:lnTo>
                <a:lnTo>
                  <a:pt x="891" y="429640"/>
                </a:lnTo>
                <a:cubicBezTo>
                  <a:pt x="-1344" y="437239"/>
                  <a:pt x="713" y="445372"/>
                  <a:pt x="6254" y="450914"/>
                </a:cubicBezTo>
                <a:cubicBezTo>
                  <a:pt x="11795" y="456455"/>
                  <a:pt x="19932" y="458512"/>
                  <a:pt x="27439" y="456368"/>
                </a:cubicBezTo>
                <a:lnTo>
                  <a:pt x="65251" y="445194"/>
                </a:lnTo>
                <a:lnTo>
                  <a:pt x="135061" y="424634"/>
                </a:lnTo>
                <a:cubicBezTo>
                  <a:pt x="146143" y="421415"/>
                  <a:pt x="156246" y="415782"/>
                  <a:pt x="164914" y="408188"/>
                </a:cubicBezTo>
                <a:cubicBezTo>
                  <a:pt x="166167" y="407114"/>
                  <a:pt x="167328" y="405952"/>
                  <a:pt x="168489" y="404791"/>
                </a:cubicBezTo>
                <a:lnTo>
                  <a:pt x="440403" y="132963"/>
                </a:lnTo>
                <a:cubicBezTo>
                  <a:pt x="459979" y="113386"/>
                  <a:pt x="462393" y="83265"/>
                  <a:pt x="447731" y="61004"/>
                </a:cubicBezTo>
                <a:cubicBezTo>
                  <a:pt x="445674" y="57877"/>
                  <a:pt x="443173" y="54837"/>
                  <a:pt x="440403" y="52066"/>
                </a:cubicBezTo>
                <a:lnTo>
                  <a:pt x="405183" y="16756"/>
                </a:lnTo>
                <a:cubicBezTo>
                  <a:pt x="382837" y="-5592"/>
                  <a:pt x="346633" y="-5592"/>
                  <a:pt x="324287" y="16756"/>
                </a:cubicBezTo>
                <a:lnTo>
                  <a:pt x="52373" y="288672"/>
                </a:lnTo>
                <a:cubicBezTo>
                  <a:pt x="43079" y="297966"/>
                  <a:pt x="36285" y="309497"/>
                  <a:pt x="32527" y="322102"/>
                </a:cubicBezTo>
                <a:lnTo>
                  <a:pt x="32532" y="322107"/>
                </a:lnTo>
                <a:moveTo>
                  <a:pt x="73650" y="334172"/>
                </a:moveTo>
                <a:cubicBezTo>
                  <a:pt x="75167" y="329166"/>
                  <a:pt x="77673" y="324516"/>
                  <a:pt x="81156" y="320584"/>
                </a:cubicBezTo>
                <a:cubicBezTo>
                  <a:pt x="81691" y="320049"/>
                  <a:pt x="82139" y="319510"/>
                  <a:pt x="82674" y="318975"/>
                </a:cubicBezTo>
                <a:lnTo>
                  <a:pt x="286923" y="114817"/>
                </a:lnTo>
                <a:lnTo>
                  <a:pt x="342341" y="170238"/>
                </a:lnTo>
                <a:lnTo>
                  <a:pt x="138179" y="374488"/>
                </a:lnTo>
                <a:cubicBezTo>
                  <a:pt x="133977" y="378690"/>
                  <a:pt x="128702" y="381817"/>
                  <a:pt x="122983" y="383518"/>
                </a:cubicBezTo>
                <a:lnTo>
                  <a:pt x="102067" y="389685"/>
                </a:lnTo>
                <a:lnTo>
                  <a:pt x="53082" y="404078"/>
                </a:lnTo>
                <a:lnTo>
                  <a:pt x="67473" y="355094"/>
                </a:lnTo>
                <a:lnTo>
                  <a:pt x="73650" y="334172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693253" y="2779503"/>
            <a:ext cx="437813" cy="457200"/>
          </a:xfrm>
          <a:custGeom>
            <a:avLst/>
            <a:gdLst/>
            <a:ahLst/>
            <a:cxnLst/>
            <a:rect l="l" t="t" r="r" b="b"/>
            <a:pathLst>
              <a:path w="437813" h="457200">
                <a:moveTo>
                  <a:pt x="218911" y="0"/>
                </a:moveTo>
                <a:cubicBezTo>
                  <a:pt x="234090" y="0"/>
                  <a:pt x="248914" y="1518"/>
                  <a:pt x="263380" y="4289"/>
                </a:cubicBezTo>
                <a:cubicBezTo>
                  <a:pt x="270433" y="5628"/>
                  <a:pt x="282845" y="9734"/>
                  <a:pt x="289631" y="22238"/>
                </a:cubicBezTo>
                <a:cubicBezTo>
                  <a:pt x="291417" y="25544"/>
                  <a:pt x="292845" y="29023"/>
                  <a:pt x="293738" y="32777"/>
                </a:cubicBezTo>
                <a:lnTo>
                  <a:pt x="302043" y="67158"/>
                </a:lnTo>
                <a:cubicBezTo>
                  <a:pt x="303295" y="72338"/>
                  <a:pt x="312043" y="77427"/>
                  <a:pt x="317134" y="75909"/>
                </a:cubicBezTo>
                <a:lnTo>
                  <a:pt x="351069" y="65905"/>
                </a:lnTo>
                <a:cubicBezTo>
                  <a:pt x="354642" y="64836"/>
                  <a:pt x="358302" y="64296"/>
                  <a:pt x="361962" y="64209"/>
                </a:cubicBezTo>
                <a:cubicBezTo>
                  <a:pt x="376340" y="63761"/>
                  <a:pt x="386073" y="72603"/>
                  <a:pt x="390805" y="77962"/>
                </a:cubicBezTo>
                <a:cubicBezTo>
                  <a:pt x="410542" y="100374"/>
                  <a:pt x="425721" y="126718"/>
                  <a:pt x="435366" y="155023"/>
                </a:cubicBezTo>
                <a:cubicBezTo>
                  <a:pt x="437686" y="161808"/>
                  <a:pt x="440366" y="174490"/>
                  <a:pt x="432954" y="186634"/>
                </a:cubicBezTo>
                <a:cubicBezTo>
                  <a:pt x="430988" y="189848"/>
                  <a:pt x="428580" y="192884"/>
                  <a:pt x="425808" y="195563"/>
                </a:cubicBezTo>
                <a:lnTo>
                  <a:pt x="400179" y="219941"/>
                </a:lnTo>
                <a:cubicBezTo>
                  <a:pt x="396427" y="223511"/>
                  <a:pt x="396427" y="233780"/>
                  <a:pt x="400179" y="237355"/>
                </a:cubicBezTo>
                <a:lnTo>
                  <a:pt x="425808" y="261733"/>
                </a:lnTo>
                <a:cubicBezTo>
                  <a:pt x="428575" y="264412"/>
                  <a:pt x="430988" y="267448"/>
                  <a:pt x="432954" y="270662"/>
                </a:cubicBezTo>
                <a:cubicBezTo>
                  <a:pt x="440274" y="282806"/>
                  <a:pt x="437599" y="295488"/>
                  <a:pt x="435366" y="302273"/>
                </a:cubicBezTo>
                <a:cubicBezTo>
                  <a:pt x="425721" y="330578"/>
                  <a:pt x="410542" y="356835"/>
                  <a:pt x="390805" y="379334"/>
                </a:cubicBezTo>
                <a:cubicBezTo>
                  <a:pt x="386073" y="384693"/>
                  <a:pt x="376248" y="393530"/>
                  <a:pt x="361962" y="393087"/>
                </a:cubicBezTo>
                <a:cubicBezTo>
                  <a:pt x="358302" y="392995"/>
                  <a:pt x="354642" y="392374"/>
                  <a:pt x="351069" y="391391"/>
                </a:cubicBezTo>
                <a:lnTo>
                  <a:pt x="317134" y="381300"/>
                </a:lnTo>
                <a:cubicBezTo>
                  <a:pt x="312043" y="379782"/>
                  <a:pt x="303295" y="384871"/>
                  <a:pt x="302043" y="390051"/>
                </a:cubicBezTo>
                <a:lnTo>
                  <a:pt x="293738" y="424432"/>
                </a:lnTo>
                <a:cubicBezTo>
                  <a:pt x="292845" y="428182"/>
                  <a:pt x="291417" y="431757"/>
                  <a:pt x="289631" y="434971"/>
                </a:cubicBezTo>
                <a:cubicBezTo>
                  <a:pt x="282753" y="447471"/>
                  <a:pt x="270341" y="451490"/>
                  <a:pt x="263380" y="452921"/>
                </a:cubicBezTo>
                <a:cubicBezTo>
                  <a:pt x="248914" y="455687"/>
                  <a:pt x="234090" y="457205"/>
                  <a:pt x="218911" y="457205"/>
                </a:cubicBezTo>
                <a:cubicBezTo>
                  <a:pt x="203732" y="457205"/>
                  <a:pt x="188908" y="455687"/>
                  <a:pt x="174442" y="452916"/>
                </a:cubicBezTo>
                <a:cubicBezTo>
                  <a:pt x="167389" y="451576"/>
                  <a:pt x="154977" y="447471"/>
                  <a:pt x="148191" y="434966"/>
                </a:cubicBezTo>
                <a:cubicBezTo>
                  <a:pt x="146405" y="431661"/>
                  <a:pt x="144978" y="428182"/>
                  <a:pt x="144084" y="424428"/>
                </a:cubicBezTo>
                <a:lnTo>
                  <a:pt x="135779" y="390046"/>
                </a:lnTo>
                <a:cubicBezTo>
                  <a:pt x="134527" y="384866"/>
                  <a:pt x="125779" y="379778"/>
                  <a:pt x="120688" y="381296"/>
                </a:cubicBezTo>
                <a:lnTo>
                  <a:pt x="86753" y="391295"/>
                </a:lnTo>
                <a:cubicBezTo>
                  <a:pt x="83180" y="392364"/>
                  <a:pt x="79520" y="392904"/>
                  <a:pt x="75860" y="392991"/>
                </a:cubicBezTo>
                <a:cubicBezTo>
                  <a:pt x="61482" y="393439"/>
                  <a:pt x="51750" y="384597"/>
                  <a:pt x="47017" y="379238"/>
                </a:cubicBezTo>
                <a:cubicBezTo>
                  <a:pt x="27372" y="356826"/>
                  <a:pt x="12101" y="330482"/>
                  <a:pt x="2456" y="302177"/>
                </a:cubicBezTo>
                <a:cubicBezTo>
                  <a:pt x="136" y="295392"/>
                  <a:pt x="-2544" y="282710"/>
                  <a:pt x="4869" y="270566"/>
                </a:cubicBezTo>
                <a:cubicBezTo>
                  <a:pt x="6834" y="267352"/>
                  <a:pt x="9242" y="264316"/>
                  <a:pt x="12014" y="261637"/>
                </a:cubicBezTo>
                <a:lnTo>
                  <a:pt x="37643" y="237259"/>
                </a:lnTo>
                <a:cubicBezTo>
                  <a:pt x="41395" y="233689"/>
                  <a:pt x="41395" y="223420"/>
                  <a:pt x="37643" y="219845"/>
                </a:cubicBezTo>
                <a:lnTo>
                  <a:pt x="11926" y="195467"/>
                </a:lnTo>
                <a:cubicBezTo>
                  <a:pt x="9159" y="192788"/>
                  <a:pt x="6747" y="189752"/>
                  <a:pt x="4781" y="186538"/>
                </a:cubicBezTo>
                <a:cubicBezTo>
                  <a:pt x="-2539" y="174394"/>
                  <a:pt x="136" y="161712"/>
                  <a:pt x="2461" y="155014"/>
                </a:cubicBezTo>
                <a:cubicBezTo>
                  <a:pt x="12106" y="126708"/>
                  <a:pt x="27285" y="100451"/>
                  <a:pt x="47021" y="77953"/>
                </a:cubicBezTo>
                <a:cubicBezTo>
                  <a:pt x="51754" y="72594"/>
                  <a:pt x="61579" y="63757"/>
                  <a:pt x="75864" y="64200"/>
                </a:cubicBezTo>
                <a:cubicBezTo>
                  <a:pt x="79525" y="64291"/>
                  <a:pt x="83185" y="64913"/>
                  <a:pt x="86757" y="65896"/>
                </a:cubicBezTo>
                <a:lnTo>
                  <a:pt x="120692" y="75900"/>
                </a:lnTo>
                <a:cubicBezTo>
                  <a:pt x="125784" y="77418"/>
                  <a:pt x="134531" y="72329"/>
                  <a:pt x="135784" y="67149"/>
                </a:cubicBezTo>
                <a:lnTo>
                  <a:pt x="144089" y="32768"/>
                </a:lnTo>
                <a:cubicBezTo>
                  <a:pt x="144982" y="29018"/>
                  <a:pt x="146409" y="25443"/>
                  <a:pt x="148196" y="22229"/>
                </a:cubicBezTo>
                <a:cubicBezTo>
                  <a:pt x="155074" y="9729"/>
                  <a:pt x="167486" y="5710"/>
                  <a:pt x="174447" y="4279"/>
                </a:cubicBezTo>
                <a:cubicBezTo>
                  <a:pt x="188912" y="1513"/>
                  <a:pt x="203737" y="-9"/>
                  <a:pt x="218916" y="-9"/>
                </a:cubicBezTo>
                <a:lnTo>
                  <a:pt x="218911" y="0"/>
                </a:lnTo>
                <a:moveTo>
                  <a:pt x="185068" y="45898"/>
                </a:moveTo>
                <a:lnTo>
                  <a:pt x="177476" y="77239"/>
                </a:lnTo>
                <a:cubicBezTo>
                  <a:pt x="170511" y="106084"/>
                  <a:pt x="137027" y="125369"/>
                  <a:pt x="108538" y="117066"/>
                </a:cubicBezTo>
                <a:lnTo>
                  <a:pt x="77729" y="107959"/>
                </a:lnTo>
                <a:cubicBezTo>
                  <a:pt x="62997" y="125195"/>
                  <a:pt x="51386" y="145198"/>
                  <a:pt x="43795" y="166627"/>
                </a:cubicBezTo>
                <a:lnTo>
                  <a:pt x="67191" y="188860"/>
                </a:lnTo>
                <a:cubicBezTo>
                  <a:pt x="88622" y="209219"/>
                  <a:pt x="88622" y="247976"/>
                  <a:pt x="67191" y="268335"/>
                </a:cubicBezTo>
                <a:lnTo>
                  <a:pt x="43795" y="290569"/>
                </a:lnTo>
                <a:cubicBezTo>
                  <a:pt x="51386" y="312002"/>
                  <a:pt x="62993" y="332000"/>
                  <a:pt x="77729" y="349237"/>
                </a:cubicBezTo>
                <a:lnTo>
                  <a:pt x="108626" y="340129"/>
                </a:lnTo>
                <a:cubicBezTo>
                  <a:pt x="137023" y="331735"/>
                  <a:pt x="170598" y="351111"/>
                  <a:pt x="177564" y="379956"/>
                </a:cubicBezTo>
                <a:lnTo>
                  <a:pt x="185156" y="411297"/>
                </a:lnTo>
                <a:cubicBezTo>
                  <a:pt x="207121" y="415316"/>
                  <a:pt x="230964" y="415316"/>
                  <a:pt x="252934" y="411297"/>
                </a:cubicBezTo>
                <a:lnTo>
                  <a:pt x="260525" y="379956"/>
                </a:lnTo>
                <a:cubicBezTo>
                  <a:pt x="267491" y="351111"/>
                  <a:pt x="300975" y="331827"/>
                  <a:pt x="329463" y="340129"/>
                </a:cubicBezTo>
                <a:lnTo>
                  <a:pt x="360360" y="349237"/>
                </a:lnTo>
                <a:cubicBezTo>
                  <a:pt x="375092" y="332000"/>
                  <a:pt x="386703" y="311998"/>
                  <a:pt x="394295" y="290569"/>
                </a:cubicBezTo>
                <a:lnTo>
                  <a:pt x="370898" y="268335"/>
                </a:lnTo>
                <a:cubicBezTo>
                  <a:pt x="349467" y="247976"/>
                  <a:pt x="349467" y="209219"/>
                  <a:pt x="370898" y="188860"/>
                </a:cubicBezTo>
                <a:lnTo>
                  <a:pt x="394295" y="166627"/>
                </a:lnTo>
                <a:cubicBezTo>
                  <a:pt x="386703" y="145198"/>
                  <a:pt x="375097" y="125191"/>
                  <a:pt x="360360" y="107959"/>
                </a:cubicBezTo>
                <a:lnTo>
                  <a:pt x="329463" y="117066"/>
                </a:lnTo>
                <a:cubicBezTo>
                  <a:pt x="301067" y="125460"/>
                  <a:pt x="267491" y="106084"/>
                  <a:pt x="260525" y="77239"/>
                </a:cubicBezTo>
                <a:lnTo>
                  <a:pt x="252934" y="45898"/>
                </a:lnTo>
                <a:cubicBezTo>
                  <a:pt x="230968" y="41880"/>
                  <a:pt x="207125" y="41880"/>
                  <a:pt x="185156" y="45898"/>
                </a:cubicBezTo>
                <a:lnTo>
                  <a:pt x="185068" y="45898"/>
                </a:lnTo>
                <a:moveTo>
                  <a:pt x="176049" y="228600"/>
                </a:moveTo>
                <a:cubicBezTo>
                  <a:pt x="176049" y="252274"/>
                  <a:pt x="195238" y="271463"/>
                  <a:pt x="218911" y="271463"/>
                </a:cubicBezTo>
                <a:cubicBezTo>
                  <a:pt x="242584" y="271463"/>
                  <a:pt x="261773" y="252274"/>
                  <a:pt x="261773" y="228600"/>
                </a:cubicBezTo>
                <a:cubicBezTo>
                  <a:pt x="261773" y="204926"/>
                  <a:pt x="242584" y="185738"/>
                  <a:pt x="218911" y="185738"/>
                </a:cubicBezTo>
                <a:cubicBezTo>
                  <a:pt x="195238" y="185738"/>
                  <a:pt x="176049" y="204926"/>
                  <a:pt x="176049" y="228600"/>
                </a:cubicBezTo>
                <a:moveTo>
                  <a:pt x="218911" y="314325"/>
                </a:moveTo>
                <a:cubicBezTo>
                  <a:pt x="171566" y="314325"/>
                  <a:pt x="133187" y="275943"/>
                  <a:pt x="133187" y="228600"/>
                </a:cubicBezTo>
                <a:cubicBezTo>
                  <a:pt x="133187" y="181257"/>
                  <a:pt x="171566" y="142875"/>
                  <a:pt x="218911" y="142875"/>
                </a:cubicBezTo>
                <a:cubicBezTo>
                  <a:pt x="266256" y="142875"/>
                  <a:pt x="304635" y="181257"/>
                  <a:pt x="304635" y="228600"/>
                </a:cubicBezTo>
                <a:cubicBezTo>
                  <a:pt x="304635" y="275943"/>
                  <a:pt x="266256" y="314325"/>
                  <a:pt x="218911" y="314325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712135" y="1604196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135733" y="21434"/>
                </a:moveTo>
                <a:cubicBezTo>
                  <a:pt x="135733" y="9555"/>
                  <a:pt x="126180" y="5"/>
                  <a:pt x="114302" y="5"/>
                </a:cubicBezTo>
                <a:cubicBezTo>
                  <a:pt x="102425" y="5"/>
                  <a:pt x="92872" y="9560"/>
                  <a:pt x="92872" y="21438"/>
                </a:cubicBezTo>
                <a:lnTo>
                  <a:pt x="92872" y="57159"/>
                </a:lnTo>
                <a:lnTo>
                  <a:pt x="57151" y="57159"/>
                </a:lnTo>
                <a:cubicBezTo>
                  <a:pt x="25631" y="57159"/>
                  <a:pt x="0" y="82785"/>
                  <a:pt x="0" y="114309"/>
                </a:cubicBezTo>
                <a:lnTo>
                  <a:pt x="0" y="128597"/>
                </a:lnTo>
                <a:lnTo>
                  <a:pt x="0" y="171459"/>
                </a:lnTo>
                <a:lnTo>
                  <a:pt x="0" y="400059"/>
                </a:lnTo>
                <a:cubicBezTo>
                  <a:pt x="0" y="431583"/>
                  <a:pt x="25627" y="457209"/>
                  <a:pt x="57151" y="457209"/>
                </a:cubicBezTo>
                <a:lnTo>
                  <a:pt x="342903" y="457209"/>
                </a:lnTo>
                <a:cubicBezTo>
                  <a:pt x="374423" y="457209"/>
                  <a:pt x="400054" y="431583"/>
                  <a:pt x="400054" y="400059"/>
                </a:cubicBezTo>
                <a:lnTo>
                  <a:pt x="400054" y="171459"/>
                </a:lnTo>
                <a:lnTo>
                  <a:pt x="400054" y="128597"/>
                </a:lnTo>
                <a:lnTo>
                  <a:pt x="400054" y="114309"/>
                </a:lnTo>
                <a:cubicBezTo>
                  <a:pt x="400054" y="82785"/>
                  <a:pt x="374427" y="57159"/>
                  <a:pt x="342903" y="57159"/>
                </a:cubicBezTo>
                <a:lnTo>
                  <a:pt x="307182" y="57159"/>
                </a:lnTo>
                <a:lnTo>
                  <a:pt x="307182" y="21443"/>
                </a:lnTo>
                <a:cubicBezTo>
                  <a:pt x="307182" y="9565"/>
                  <a:pt x="297629" y="14"/>
                  <a:pt x="285752" y="14"/>
                </a:cubicBezTo>
                <a:cubicBezTo>
                  <a:pt x="273874" y="14"/>
                  <a:pt x="264321" y="9569"/>
                  <a:pt x="264321" y="21447"/>
                </a:cubicBezTo>
                <a:lnTo>
                  <a:pt x="264321" y="57168"/>
                </a:lnTo>
                <a:lnTo>
                  <a:pt x="135733" y="57168"/>
                </a:lnTo>
                <a:lnTo>
                  <a:pt x="135733" y="21434"/>
                </a:lnTo>
                <a:moveTo>
                  <a:pt x="42861" y="171450"/>
                </a:moveTo>
                <a:lnTo>
                  <a:pt x="357185" y="171450"/>
                </a:lnTo>
                <a:lnTo>
                  <a:pt x="357185" y="400050"/>
                </a:lnTo>
                <a:cubicBezTo>
                  <a:pt x="357185" y="407909"/>
                  <a:pt x="350756" y="414338"/>
                  <a:pt x="342899" y="414338"/>
                </a:cubicBezTo>
                <a:lnTo>
                  <a:pt x="57147" y="414338"/>
                </a:lnTo>
                <a:cubicBezTo>
                  <a:pt x="49290" y="414338"/>
                  <a:pt x="42861" y="407909"/>
                  <a:pt x="42861" y="400050"/>
                </a:cubicBezTo>
                <a:lnTo>
                  <a:pt x="42861" y="17145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1950720"/>
            <a:ext cx="12192000" cy="295656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76960" y="2621280"/>
            <a:ext cx="10038080" cy="1615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480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感谢聆听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SlideSpeak</dc:creator>
  <cp:lastModifiedBy>SlideSpeak</cp:lastModifiedBy>
  <cp:revision>1</cp:revision>
  <dcterms:created xsi:type="dcterms:W3CDTF">2025-12-30T07:18:05Z</dcterms:created>
  <dcterms:modified xsi:type="dcterms:W3CDTF">2025-12-30T07:18:05Z</dcterms:modified>
</cp:coreProperties>
</file>