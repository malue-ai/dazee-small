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Regular" pitchFamily="2" charset="0"/>
      <p:regular r:id="rId101"/>
    </p:embeddedFont>
    <p:embeddedFont>
      <p:font typeface="Figtree Bold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03b4a316d1a5f8af32a73f21f52b460e1d685777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3a4b42831674fd78adf147f4a2836f03c63bdc46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e5d6bf9cf10217ab972cec4657205687067604c8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efce1e197eb91b7de771053e345f540b8055f605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cf2be939e75fa7ad68ad56b75abb58469ca49c9a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招聘管理系统综合解决方案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提升效率与数据驱动的智能招聘流程管理平台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系统建设背景与目标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核心设计理念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系统架构总览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登录系统设计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主页仪表盘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候选人招聘流程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转化率与流失分析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多维度数据统计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招聘各阶段通过率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系统技术架构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核心数据模型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关键交互设计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系统实施计划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系统价值与收益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2018" y="1574157"/>
            <a:ext cx="4236334" cy="4233672"/>
          </a:xfrm>
          <a:custGeom>
            <a:avLst/>
            <a:gdLst/>
            <a:ahLst/>
            <a:cxnLst/>
            <a:rect l="l" t="t" r="r" b="b"/>
            <a:pathLst>
              <a:path w="4236334" h="4233672">
                <a:moveTo>
                  <a:pt x="0" y="2116836"/>
                </a:moveTo>
                <a:cubicBezTo>
                  <a:pt x="0" y="947750"/>
                  <a:pt x="948346" y="0"/>
                  <a:pt x="2118167" y="0"/>
                </a:cubicBezTo>
                <a:cubicBezTo>
                  <a:pt x="3287988" y="0"/>
                  <a:pt x="4236334" y="947750"/>
                  <a:pt x="4236334" y="2116836"/>
                </a:cubicBezTo>
                <a:cubicBezTo>
                  <a:pt x="4236334" y="3285922"/>
                  <a:pt x="3287988" y="4233672"/>
                  <a:pt x="2118167" y="4233672"/>
                </a:cubicBezTo>
                <a:cubicBezTo>
                  <a:pt x="948346" y="4233672"/>
                  <a:pt x="0" y="3285922"/>
                  <a:pt x="0" y="2116836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64617"/>
            <a:ext cx="10874394" cy="10672"/>
          </a:xfrm>
          <a:custGeom>
            <a:avLst/>
            <a:gdLst/>
            <a:ahLst/>
            <a:cxnLst/>
            <a:rect l="l" t="t" r="r" b="b"/>
            <a:pathLst>
              <a:path w="10874394" h="10672">
                <a:moveTo>
                  <a:pt x="0" y="0"/>
                </a:moveTo>
                <a:lnTo>
                  <a:pt x="10874394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0845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6" y="6309360"/>
            <a:ext cx="5021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8" y="2648365"/>
            <a:ext cx="5659717" cy="28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产品解决方案</a:t>
            </a:r>
            <a:br/>
            <a:pPr algn="l" marL="0" indent="0">
              <a:lnSpc>
                <a:spcPct val="120000"/>
              </a:lnSpc>
              <a:buNone/>
            </a:pPr>
            <a:br/>
            <a:pPr algn="l"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基于实际业务场景的招聘流程管理与数据分析平台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78" y="1672714"/>
            <a:ext cx="5659717" cy="77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08585" y="2405118"/>
            <a:ext cx="2743200" cy="2571750"/>
          </a:xfrm>
          <a:custGeom>
            <a:avLst/>
            <a:gdLst/>
            <a:ahLst/>
            <a:cxnLst/>
            <a:rect l="l" t="t" r="r" b="b"/>
            <a:pathLst>
              <a:path w="2743200" h="2571750">
                <a:moveTo>
                  <a:pt x="942975" y="300046"/>
                </a:moveTo>
                <a:lnTo>
                  <a:pt x="942975" y="514350"/>
                </a:lnTo>
                <a:lnTo>
                  <a:pt x="1800225" y="514350"/>
                </a:lnTo>
                <a:lnTo>
                  <a:pt x="1800225" y="300046"/>
                </a:lnTo>
                <a:cubicBezTo>
                  <a:pt x="1800225" y="276463"/>
                  <a:pt x="1780940" y="257175"/>
                  <a:pt x="1757376" y="257175"/>
                </a:cubicBezTo>
                <a:lnTo>
                  <a:pt x="985851" y="257175"/>
                </a:lnTo>
                <a:cubicBezTo>
                  <a:pt x="962287" y="257175"/>
                  <a:pt x="943002" y="276463"/>
                  <a:pt x="943002" y="300046"/>
                </a:cubicBezTo>
                <a:lnTo>
                  <a:pt x="942975" y="300046"/>
                </a:lnTo>
                <a:moveTo>
                  <a:pt x="685800" y="514350"/>
                </a:moveTo>
                <a:lnTo>
                  <a:pt x="685800" y="300046"/>
                </a:lnTo>
                <a:cubicBezTo>
                  <a:pt x="685800" y="134503"/>
                  <a:pt x="820272" y="0"/>
                  <a:pt x="985851" y="0"/>
                </a:cubicBezTo>
                <a:lnTo>
                  <a:pt x="1757376" y="0"/>
                </a:lnTo>
                <a:cubicBezTo>
                  <a:pt x="1922928" y="0"/>
                  <a:pt x="2057427" y="134477"/>
                  <a:pt x="2057427" y="300046"/>
                </a:cubicBezTo>
                <a:lnTo>
                  <a:pt x="2057427" y="514350"/>
                </a:lnTo>
                <a:lnTo>
                  <a:pt x="2400327" y="514350"/>
                </a:lnTo>
                <a:cubicBezTo>
                  <a:pt x="2589471" y="514350"/>
                  <a:pt x="2743227" y="668115"/>
                  <a:pt x="2743227" y="857241"/>
                </a:cubicBezTo>
                <a:lnTo>
                  <a:pt x="2743227" y="1500179"/>
                </a:lnTo>
                <a:lnTo>
                  <a:pt x="2743227" y="2228833"/>
                </a:lnTo>
                <a:cubicBezTo>
                  <a:pt x="2743227" y="2417959"/>
                  <a:pt x="2589471" y="2571724"/>
                  <a:pt x="2400327" y="2571724"/>
                </a:cubicBezTo>
                <a:lnTo>
                  <a:pt x="342927" y="2571724"/>
                </a:lnTo>
                <a:cubicBezTo>
                  <a:pt x="153784" y="2571724"/>
                  <a:pt x="27" y="2417959"/>
                  <a:pt x="27" y="2228833"/>
                </a:cubicBezTo>
                <a:lnTo>
                  <a:pt x="27" y="1500179"/>
                </a:lnTo>
                <a:lnTo>
                  <a:pt x="27" y="857241"/>
                </a:lnTo>
                <a:cubicBezTo>
                  <a:pt x="27" y="668115"/>
                  <a:pt x="153784" y="514350"/>
                  <a:pt x="342927" y="514350"/>
                </a:cubicBezTo>
                <a:lnTo>
                  <a:pt x="685800" y="514350"/>
                </a:lnTo>
                <a:moveTo>
                  <a:pt x="257175" y="1628766"/>
                </a:moveTo>
                <a:lnTo>
                  <a:pt x="257175" y="2228833"/>
                </a:lnTo>
                <a:cubicBezTo>
                  <a:pt x="257175" y="2275973"/>
                  <a:pt x="295744" y="2314549"/>
                  <a:pt x="342900" y="2314549"/>
                </a:cubicBezTo>
                <a:lnTo>
                  <a:pt x="2400300" y="2314549"/>
                </a:lnTo>
                <a:cubicBezTo>
                  <a:pt x="2447456" y="2314549"/>
                  <a:pt x="2486025" y="2275973"/>
                  <a:pt x="2486025" y="2228833"/>
                </a:cubicBezTo>
                <a:lnTo>
                  <a:pt x="2486025" y="1628766"/>
                </a:lnTo>
                <a:lnTo>
                  <a:pt x="1714500" y="1628766"/>
                </a:lnTo>
                <a:lnTo>
                  <a:pt x="1714500" y="1714483"/>
                </a:lnTo>
                <a:cubicBezTo>
                  <a:pt x="1714500" y="1809303"/>
                  <a:pt x="1637882" y="1885941"/>
                  <a:pt x="1543050" y="1885941"/>
                </a:cubicBezTo>
                <a:lnTo>
                  <a:pt x="1200150" y="1885941"/>
                </a:lnTo>
                <a:cubicBezTo>
                  <a:pt x="1105318" y="1885941"/>
                  <a:pt x="1028700" y="1809329"/>
                  <a:pt x="1028700" y="1714483"/>
                </a:cubicBezTo>
                <a:lnTo>
                  <a:pt x="1028700" y="1628766"/>
                </a:lnTo>
                <a:lnTo>
                  <a:pt x="257175" y="1628766"/>
                </a:lnTo>
                <a:moveTo>
                  <a:pt x="1028700" y="1371591"/>
                </a:moveTo>
                <a:lnTo>
                  <a:pt x="1714500" y="1371591"/>
                </a:lnTo>
                <a:lnTo>
                  <a:pt x="2486025" y="1371591"/>
                </a:lnTo>
                <a:lnTo>
                  <a:pt x="2486025" y="857241"/>
                </a:lnTo>
                <a:cubicBezTo>
                  <a:pt x="2486025" y="810101"/>
                  <a:pt x="2447456" y="771525"/>
                  <a:pt x="2400300" y="771525"/>
                </a:cubicBezTo>
                <a:lnTo>
                  <a:pt x="1928826" y="771525"/>
                </a:lnTo>
                <a:lnTo>
                  <a:pt x="814401" y="771525"/>
                </a:lnTo>
                <a:lnTo>
                  <a:pt x="342927" y="771525"/>
                </a:lnTo>
                <a:cubicBezTo>
                  <a:pt x="295772" y="771525"/>
                  <a:pt x="257202" y="810101"/>
                  <a:pt x="257202" y="857241"/>
                </a:cubicBezTo>
                <a:lnTo>
                  <a:pt x="257202" y="1371591"/>
                </a:lnTo>
                <a:lnTo>
                  <a:pt x="1028700" y="137159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6074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28759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43388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34399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统一招聘流程规范，确保每个候选人都能得到标准化、专业化的体验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34399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流程标准化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31679" y="1904596"/>
            <a:ext cx="822960" cy="1097280"/>
          </a:xfrm>
          <a:custGeom>
            <a:avLst/>
            <a:gdLst/>
            <a:ahLst/>
            <a:cxnLst/>
            <a:rect l="l" t="t" r="r" b="b"/>
            <a:pathLst>
              <a:path w="822960" h="1097280">
                <a:moveTo>
                  <a:pt x="600078" y="137160"/>
                </a:moveTo>
                <a:lnTo>
                  <a:pt x="685806" y="137160"/>
                </a:lnTo>
                <a:cubicBezTo>
                  <a:pt x="761460" y="137160"/>
                  <a:pt x="822968" y="198663"/>
                  <a:pt x="822968" y="274320"/>
                </a:cubicBezTo>
                <a:lnTo>
                  <a:pt x="822968" y="960120"/>
                </a:lnTo>
                <a:cubicBezTo>
                  <a:pt x="822968" y="1035777"/>
                  <a:pt x="761460" y="1097280"/>
                  <a:pt x="685806" y="1097280"/>
                </a:cubicBezTo>
                <a:lnTo>
                  <a:pt x="137163" y="1097280"/>
                </a:lnTo>
                <a:cubicBezTo>
                  <a:pt x="61508" y="1097280"/>
                  <a:pt x="0" y="1035777"/>
                  <a:pt x="0" y="960120"/>
                </a:cubicBezTo>
                <a:lnTo>
                  <a:pt x="0" y="274320"/>
                </a:lnTo>
                <a:cubicBezTo>
                  <a:pt x="0" y="198663"/>
                  <a:pt x="61508" y="137160"/>
                  <a:pt x="137163" y="137160"/>
                </a:cubicBezTo>
                <a:lnTo>
                  <a:pt x="222891" y="137160"/>
                </a:lnTo>
                <a:lnTo>
                  <a:pt x="243465" y="137160"/>
                </a:lnTo>
                <a:cubicBezTo>
                  <a:pt x="259323" y="58935"/>
                  <a:pt x="328550" y="0"/>
                  <a:pt x="411488" y="0"/>
                </a:cubicBezTo>
                <a:cubicBezTo>
                  <a:pt x="494426" y="0"/>
                  <a:pt x="563654" y="58935"/>
                  <a:pt x="579512" y="137160"/>
                </a:cubicBezTo>
                <a:lnTo>
                  <a:pt x="600078" y="137160"/>
                </a:lnTo>
                <a:moveTo>
                  <a:pt x="137163" y="240030"/>
                </a:moveTo>
                <a:cubicBezTo>
                  <a:pt x="118300" y="240030"/>
                  <a:pt x="102870" y="255458"/>
                  <a:pt x="102870" y="274320"/>
                </a:cubicBezTo>
                <a:lnTo>
                  <a:pt x="102870" y="960120"/>
                </a:lnTo>
                <a:cubicBezTo>
                  <a:pt x="102870" y="978982"/>
                  <a:pt x="118301" y="994410"/>
                  <a:pt x="137163" y="994410"/>
                </a:cubicBezTo>
                <a:lnTo>
                  <a:pt x="685806" y="994410"/>
                </a:lnTo>
                <a:cubicBezTo>
                  <a:pt x="704668" y="994410"/>
                  <a:pt x="720098" y="978982"/>
                  <a:pt x="720098" y="960120"/>
                </a:cubicBezTo>
                <a:lnTo>
                  <a:pt x="720098" y="274320"/>
                </a:lnTo>
                <a:cubicBezTo>
                  <a:pt x="720098" y="255458"/>
                  <a:pt x="704668" y="240030"/>
                  <a:pt x="685806" y="240030"/>
                </a:cubicBezTo>
                <a:lnTo>
                  <a:pt x="651513" y="240030"/>
                </a:lnTo>
                <a:lnTo>
                  <a:pt x="651513" y="291471"/>
                </a:lnTo>
                <a:cubicBezTo>
                  <a:pt x="651513" y="319978"/>
                  <a:pt x="628585" y="342911"/>
                  <a:pt x="600078" y="342911"/>
                </a:cubicBezTo>
                <a:lnTo>
                  <a:pt x="411480" y="342911"/>
                </a:lnTo>
                <a:lnTo>
                  <a:pt x="222882" y="342911"/>
                </a:lnTo>
                <a:cubicBezTo>
                  <a:pt x="194375" y="342911"/>
                  <a:pt x="171447" y="319978"/>
                  <a:pt x="171447" y="291482"/>
                </a:cubicBezTo>
                <a:lnTo>
                  <a:pt x="171447" y="240052"/>
                </a:lnTo>
                <a:lnTo>
                  <a:pt x="137163" y="240030"/>
                </a:lnTo>
                <a:moveTo>
                  <a:pt x="411480" y="222891"/>
                </a:moveTo>
                <a:cubicBezTo>
                  <a:pt x="439889" y="222891"/>
                  <a:pt x="462915" y="199859"/>
                  <a:pt x="462915" y="171461"/>
                </a:cubicBezTo>
                <a:cubicBezTo>
                  <a:pt x="462915" y="143052"/>
                  <a:pt x="439889" y="120032"/>
                  <a:pt x="411480" y="120032"/>
                </a:cubicBezTo>
                <a:cubicBezTo>
                  <a:pt x="383071" y="120032"/>
                  <a:pt x="360045" y="143063"/>
                  <a:pt x="360045" y="171472"/>
                </a:cubicBezTo>
                <a:cubicBezTo>
                  <a:pt x="360045" y="199881"/>
                  <a:pt x="383071" y="222913"/>
                  <a:pt x="411480" y="222913"/>
                </a:cubicBezTo>
                <a:lnTo>
                  <a:pt x="411480" y="22289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1714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建立完整的招聘数据体系，通过漏斗分析和转化率监控，精准定位流程瓶颈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41714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数据驱动决策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01834" y="1973176"/>
            <a:ext cx="1097280" cy="960120"/>
          </a:xfrm>
          <a:custGeom>
            <a:avLst/>
            <a:gdLst/>
            <a:ahLst/>
            <a:cxnLst/>
            <a:rect l="l" t="t" r="r" b="b"/>
            <a:pathLst>
              <a:path w="1097280" h="960120">
                <a:moveTo>
                  <a:pt x="51441" y="0"/>
                </a:moveTo>
                <a:cubicBezTo>
                  <a:pt x="79948" y="0"/>
                  <a:pt x="102881" y="22928"/>
                  <a:pt x="102881" y="51434"/>
                </a:cubicBezTo>
                <a:lnTo>
                  <a:pt x="102881" y="805810"/>
                </a:lnTo>
                <a:cubicBezTo>
                  <a:pt x="102881" y="834316"/>
                  <a:pt x="125814" y="857243"/>
                  <a:pt x="154322" y="857243"/>
                </a:cubicBezTo>
                <a:lnTo>
                  <a:pt x="1045862" y="857243"/>
                </a:lnTo>
                <a:cubicBezTo>
                  <a:pt x="1074369" y="857243"/>
                  <a:pt x="1097302" y="880171"/>
                  <a:pt x="1097302" y="908677"/>
                </a:cubicBezTo>
                <a:cubicBezTo>
                  <a:pt x="1097302" y="937183"/>
                  <a:pt x="1074369" y="960111"/>
                  <a:pt x="1045873" y="960111"/>
                </a:cubicBezTo>
                <a:lnTo>
                  <a:pt x="154333" y="960111"/>
                </a:lnTo>
                <a:cubicBezTo>
                  <a:pt x="69041" y="960111"/>
                  <a:pt x="33" y="891097"/>
                  <a:pt x="33" y="805810"/>
                </a:cubicBezTo>
                <a:lnTo>
                  <a:pt x="33" y="51434"/>
                </a:lnTo>
                <a:cubicBezTo>
                  <a:pt x="33" y="22928"/>
                  <a:pt x="22966" y="0"/>
                  <a:pt x="51474" y="0"/>
                </a:cubicBezTo>
                <a:lnTo>
                  <a:pt x="51441" y="0"/>
                </a:lnTo>
              </a:path>
              <a:path w="1097280" h="960120">
                <a:moveTo>
                  <a:pt x="360051" y="411479"/>
                </a:moveTo>
                <a:cubicBezTo>
                  <a:pt x="388558" y="411479"/>
                  <a:pt x="411491" y="434406"/>
                  <a:pt x="411491" y="462912"/>
                </a:cubicBezTo>
                <a:lnTo>
                  <a:pt x="411491" y="634361"/>
                </a:lnTo>
                <a:cubicBezTo>
                  <a:pt x="411491" y="662867"/>
                  <a:pt x="388558" y="685795"/>
                  <a:pt x="360062" y="685795"/>
                </a:cubicBezTo>
                <a:cubicBezTo>
                  <a:pt x="331554" y="685795"/>
                  <a:pt x="308632" y="662867"/>
                  <a:pt x="308632" y="634361"/>
                </a:cubicBezTo>
                <a:lnTo>
                  <a:pt x="308632" y="462912"/>
                </a:lnTo>
                <a:cubicBezTo>
                  <a:pt x="308632" y="434406"/>
                  <a:pt x="331565" y="411479"/>
                  <a:pt x="360073" y="411479"/>
                </a:cubicBezTo>
                <a:lnTo>
                  <a:pt x="360051" y="411479"/>
                </a:lnTo>
              </a:path>
              <a:path w="1097280" h="960120">
                <a:moveTo>
                  <a:pt x="617220" y="257178"/>
                </a:moveTo>
                <a:lnTo>
                  <a:pt x="617220" y="634371"/>
                </a:lnTo>
                <a:cubicBezTo>
                  <a:pt x="617220" y="662876"/>
                  <a:pt x="594287" y="685804"/>
                  <a:pt x="565791" y="685804"/>
                </a:cubicBezTo>
                <a:cubicBezTo>
                  <a:pt x="537283" y="685804"/>
                  <a:pt x="514361" y="662877"/>
                  <a:pt x="514361" y="634371"/>
                </a:cubicBezTo>
                <a:lnTo>
                  <a:pt x="514361" y="257178"/>
                </a:lnTo>
                <a:cubicBezTo>
                  <a:pt x="514361" y="228672"/>
                  <a:pt x="537294" y="205744"/>
                  <a:pt x="565802" y="205744"/>
                </a:cubicBezTo>
                <a:cubicBezTo>
                  <a:pt x="594309" y="205744"/>
                  <a:pt x="617242" y="228672"/>
                  <a:pt x="617242" y="257178"/>
                </a:cubicBezTo>
                <a:lnTo>
                  <a:pt x="617220" y="257178"/>
                </a:lnTo>
              </a:path>
              <a:path w="1097280" h="960120">
                <a:moveTo>
                  <a:pt x="771531" y="342897"/>
                </a:moveTo>
                <a:cubicBezTo>
                  <a:pt x="800038" y="342897"/>
                  <a:pt x="822971" y="365825"/>
                  <a:pt x="822971" y="394331"/>
                </a:cubicBezTo>
                <a:lnTo>
                  <a:pt x="822971" y="634361"/>
                </a:lnTo>
                <a:cubicBezTo>
                  <a:pt x="822971" y="662867"/>
                  <a:pt x="800038" y="685795"/>
                  <a:pt x="771542" y="685795"/>
                </a:cubicBezTo>
                <a:cubicBezTo>
                  <a:pt x="743034" y="685795"/>
                  <a:pt x="720112" y="662867"/>
                  <a:pt x="720112" y="634361"/>
                </a:cubicBezTo>
                <a:lnTo>
                  <a:pt x="720112" y="394331"/>
                </a:lnTo>
                <a:cubicBezTo>
                  <a:pt x="720112" y="365825"/>
                  <a:pt x="743045" y="342897"/>
                  <a:pt x="771553" y="342897"/>
                </a:cubicBezTo>
                <a:lnTo>
                  <a:pt x="771531" y="342897"/>
                </a:lnTo>
              </a:path>
              <a:path w="1097280" h="960120">
                <a:moveTo>
                  <a:pt x="1028700" y="120015"/>
                </a:moveTo>
                <a:lnTo>
                  <a:pt x="1028700" y="634361"/>
                </a:lnTo>
                <a:cubicBezTo>
                  <a:pt x="1028700" y="662867"/>
                  <a:pt x="1005767" y="685795"/>
                  <a:pt x="977271" y="685795"/>
                </a:cubicBezTo>
                <a:cubicBezTo>
                  <a:pt x="948763" y="685795"/>
                  <a:pt x="925841" y="662867"/>
                  <a:pt x="925841" y="634361"/>
                </a:cubicBezTo>
                <a:lnTo>
                  <a:pt x="925841" y="120015"/>
                </a:lnTo>
                <a:cubicBezTo>
                  <a:pt x="925841" y="91509"/>
                  <a:pt x="948774" y="68581"/>
                  <a:pt x="977282" y="68581"/>
                </a:cubicBezTo>
                <a:cubicBezTo>
                  <a:pt x="1005789" y="68581"/>
                  <a:pt x="1028722" y="91509"/>
                  <a:pt x="1028722" y="120015"/>
                </a:cubicBezTo>
                <a:lnTo>
                  <a:pt x="1028700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028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通过系统化管理优化招聘流程，减少人工重复操作，提升整体招聘效率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9028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提升招聘效率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32412" y="1904596"/>
            <a:ext cx="1050752" cy="1097280"/>
          </a:xfrm>
          <a:custGeom>
            <a:avLst/>
            <a:gdLst/>
            <a:ahLst/>
            <a:cxnLst/>
            <a:rect l="l" t="t" r="r" b="b"/>
            <a:pathLst>
              <a:path w="1050752" h="1097280">
                <a:moveTo>
                  <a:pt x="525387" y="0"/>
                </a:moveTo>
                <a:cubicBezTo>
                  <a:pt x="561816" y="0"/>
                  <a:pt x="597395" y="3643"/>
                  <a:pt x="632111" y="10293"/>
                </a:cubicBezTo>
                <a:cubicBezTo>
                  <a:pt x="649039" y="13508"/>
                  <a:pt x="678828" y="23361"/>
                  <a:pt x="695114" y="53372"/>
                </a:cubicBezTo>
                <a:cubicBezTo>
                  <a:pt x="699402" y="61305"/>
                  <a:pt x="702827" y="69655"/>
                  <a:pt x="704971" y="78664"/>
                </a:cubicBezTo>
                <a:lnTo>
                  <a:pt x="724903" y="161179"/>
                </a:lnTo>
                <a:cubicBezTo>
                  <a:pt x="727909" y="173612"/>
                  <a:pt x="748903" y="185824"/>
                  <a:pt x="761123" y="182181"/>
                </a:cubicBezTo>
                <a:lnTo>
                  <a:pt x="842567" y="158173"/>
                </a:lnTo>
                <a:cubicBezTo>
                  <a:pt x="851141" y="155605"/>
                  <a:pt x="859925" y="154311"/>
                  <a:pt x="868709" y="154102"/>
                </a:cubicBezTo>
                <a:cubicBezTo>
                  <a:pt x="903216" y="153027"/>
                  <a:pt x="926574" y="174248"/>
                  <a:pt x="937933" y="187108"/>
                </a:cubicBezTo>
                <a:cubicBezTo>
                  <a:pt x="985301" y="240897"/>
                  <a:pt x="1021730" y="304122"/>
                  <a:pt x="1044878" y="372055"/>
                </a:cubicBezTo>
                <a:cubicBezTo>
                  <a:pt x="1050447" y="388338"/>
                  <a:pt x="1056878" y="418777"/>
                  <a:pt x="1039089" y="447921"/>
                </a:cubicBezTo>
                <a:cubicBezTo>
                  <a:pt x="1034371" y="455635"/>
                  <a:pt x="1028592" y="462921"/>
                  <a:pt x="1021940" y="469351"/>
                </a:cubicBezTo>
                <a:lnTo>
                  <a:pt x="960429" y="527858"/>
                </a:lnTo>
                <a:cubicBezTo>
                  <a:pt x="951424" y="536427"/>
                  <a:pt x="951424" y="561072"/>
                  <a:pt x="960429" y="569653"/>
                </a:cubicBezTo>
                <a:lnTo>
                  <a:pt x="1021940" y="628160"/>
                </a:lnTo>
                <a:cubicBezTo>
                  <a:pt x="1028581" y="634590"/>
                  <a:pt x="1034371" y="641876"/>
                  <a:pt x="1039089" y="649590"/>
                </a:cubicBezTo>
                <a:cubicBezTo>
                  <a:pt x="1056657" y="678734"/>
                  <a:pt x="1050237" y="709172"/>
                  <a:pt x="1044878" y="725456"/>
                </a:cubicBezTo>
                <a:cubicBezTo>
                  <a:pt x="1021730" y="793388"/>
                  <a:pt x="985301" y="856405"/>
                  <a:pt x="937933" y="910402"/>
                </a:cubicBezTo>
                <a:cubicBezTo>
                  <a:pt x="926574" y="923262"/>
                  <a:pt x="902995" y="944473"/>
                  <a:pt x="868709" y="943409"/>
                </a:cubicBezTo>
                <a:cubicBezTo>
                  <a:pt x="859925" y="943189"/>
                  <a:pt x="851141" y="941697"/>
                  <a:pt x="842567" y="939338"/>
                </a:cubicBezTo>
                <a:lnTo>
                  <a:pt x="761123" y="915121"/>
                </a:lnTo>
                <a:cubicBezTo>
                  <a:pt x="748902" y="911478"/>
                  <a:pt x="727909" y="923690"/>
                  <a:pt x="724903" y="936123"/>
                </a:cubicBezTo>
                <a:lnTo>
                  <a:pt x="704971" y="1018638"/>
                </a:lnTo>
                <a:cubicBezTo>
                  <a:pt x="702827" y="1027636"/>
                  <a:pt x="699402" y="1036217"/>
                  <a:pt x="695114" y="1043930"/>
                </a:cubicBezTo>
                <a:cubicBezTo>
                  <a:pt x="678607" y="1073930"/>
                  <a:pt x="648818" y="1083575"/>
                  <a:pt x="632111" y="1087010"/>
                </a:cubicBezTo>
                <a:cubicBezTo>
                  <a:pt x="597395" y="1093648"/>
                  <a:pt x="561816" y="1097291"/>
                  <a:pt x="525387" y="1097291"/>
                </a:cubicBezTo>
                <a:cubicBezTo>
                  <a:pt x="488957" y="1097291"/>
                  <a:pt x="453378" y="1093648"/>
                  <a:pt x="418662" y="1086999"/>
                </a:cubicBezTo>
                <a:cubicBezTo>
                  <a:pt x="401734" y="1083784"/>
                  <a:pt x="371945" y="1073930"/>
                  <a:pt x="355659" y="1043919"/>
                </a:cubicBezTo>
                <a:cubicBezTo>
                  <a:pt x="351371" y="1035986"/>
                  <a:pt x="347946" y="1027636"/>
                  <a:pt x="345802" y="1018627"/>
                </a:cubicBezTo>
                <a:lnTo>
                  <a:pt x="325870" y="936112"/>
                </a:lnTo>
                <a:cubicBezTo>
                  <a:pt x="322865" y="923679"/>
                  <a:pt x="301870" y="911467"/>
                  <a:pt x="289650" y="915110"/>
                </a:cubicBezTo>
                <a:lnTo>
                  <a:pt x="208206" y="939107"/>
                </a:lnTo>
                <a:cubicBezTo>
                  <a:pt x="199632" y="941675"/>
                  <a:pt x="190848" y="942970"/>
                  <a:pt x="182064" y="943178"/>
                </a:cubicBezTo>
                <a:cubicBezTo>
                  <a:pt x="147557" y="944253"/>
                  <a:pt x="124199" y="923032"/>
                  <a:pt x="112840" y="910172"/>
                </a:cubicBezTo>
                <a:cubicBezTo>
                  <a:pt x="65693" y="856383"/>
                  <a:pt x="29043" y="793158"/>
                  <a:pt x="5895" y="725225"/>
                </a:cubicBezTo>
                <a:cubicBezTo>
                  <a:pt x="326" y="708942"/>
                  <a:pt x="-6105" y="678503"/>
                  <a:pt x="11684" y="649359"/>
                </a:cubicBezTo>
                <a:cubicBezTo>
                  <a:pt x="16402" y="641645"/>
                  <a:pt x="22181" y="634360"/>
                  <a:pt x="28833" y="627929"/>
                </a:cubicBezTo>
                <a:lnTo>
                  <a:pt x="90344" y="569423"/>
                </a:lnTo>
                <a:cubicBezTo>
                  <a:pt x="99349" y="560853"/>
                  <a:pt x="99349" y="536208"/>
                  <a:pt x="90344" y="527627"/>
                </a:cubicBezTo>
                <a:lnTo>
                  <a:pt x="28623" y="469120"/>
                </a:lnTo>
                <a:cubicBezTo>
                  <a:pt x="21982" y="462690"/>
                  <a:pt x="16192" y="455404"/>
                  <a:pt x="11474" y="447690"/>
                </a:cubicBezTo>
                <a:cubicBezTo>
                  <a:pt x="-6094" y="418547"/>
                  <a:pt x="326" y="388108"/>
                  <a:pt x="5905" y="372033"/>
                </a:cubicBezTo>
                <a:cubicBezTo>
                  <a:pt x="29053" y="304100"/>
                  <a:pt x="65483" y="241083"/>
                  <a:pt x="112851" y="187086"/>
                </a:cubicBezTo>
                <a:cubicBezTo>
                  <a:pt x="124210" y="174226"/>
                  <a:pt x="147788" y="153016"/>
                  <a:pt x="182074" y="154080"/>
                </a:cubicBezTo>
                <a:cubicBezTo>
                  <a:pt x="190859" y="154299"/>
                  <a:pt x="199643" y="155792"/>
                  <a:pt x="208217" y="158151"/>
                </a:cubicBezTo>
                <a:lnTo>
                  <a:pt x="289661" y="182159"/>
                </a:lnTo>
                <a:cubicBezTo>
                  <a:pt x="301881" y="185802"/>
                  <a:pt x="322875" y="173590"/>
                  <a:pt x="325880" y="161157"/>
                </a:cubicBezTo>
                <a:lnTo>
                  <a:pt x="345813" y="78642"/>
                </a:lnTo>
                <a:cubicBezTo>
                  <a:pt x="347957" y="69644"/>
                  <a:pt x="351382" y="61064"/>
                  <a:pt x="355669" y="53350"/>
                </a:cubicBezTo>
                <a:cubicBezTo>
                  <a:pt x="372176" y="23350"/>
                  <a:pt x="401965" y="13705"/>
                  <a:pt x="418672" y="10271"/>
                </a:cubicBezTo>
                <a:cubicBezTo>
                  <a:pt x="453389" y="3632"/>
                  <a:pt x="488967" y="-22"/>
                  <a:pt x="525397" y="-22"/>
                </a:cubicBezTo>
                <a:lnTo>
                  <a:pt x="525387" y="0"/>
                </a:lnTo>
                <a:moveTo>
                  <a:pt x="444163" y="110156"/>
                </a:moveTo>
                <a:lnTo>
                  <a:pt x="425943" y="185375"/>
                </a:lnTo>
                <a:cubicBezTo>
                  <a:pt x="409226" y="254602"/>
                  <a:pt x="328864" y="300885"/>
                  <a:pt x="260492" y="280959"/>
                </a:cubicBezTo>
                <a:lnTo>
                  <a:pt x="186550" y="259101"/>
                </a:lnTo>
                <a:cubicBezTo>
                  <a:pt x="151193" y="300468"/>
                  <a:pt x="123327" y="348474"/>
                  <a:pt x="105107" y="399904"/>
                </a:cubicBezTo>
                <a:lnTo>
                  <a:pt x="161259" y="453264"/>
                </a:lnTo>
                <a:cubicBezTo>
                  <a:pt x="212693" y="502126"/>
                  <a:pt x="212693" y="595143"/>
                  <a:pt x="161259" y="644005"/>
                </a:cubicBezTo>
                <a:lnTo>
                  <a:pt x="105107" y="697365"/>
                </a:lnTo>
                <a:cubicBezTo>
                  <a:pt x="123327" y="748806"/>
                  <a:pt x="151182" y="796801"/>
                  <a:pt x="186550" y="838168"/>
                </a:cubicBezTo>
                <a:lnTo>
                  <a:pt x="260702" y="816311"/>
                </a:lnTo>
                <a:cubicBezTo>
                  <a:pt x="328854" y="796165"/>
                  <a:pt x="409436" y="842667"/>
                  <a:pt x="426153" y="911895"/>
                </a:cubicBezTo>
                <a:lnTo>
                  <a:pt x="444374" y="987113"/>
                </a:lnTo>
                <a:cubicBezTo>
                  <a:pt x="497090" y="996758"/>
                  <a:pt x="554314" y="996758"/>
                  <a:pt x="607040" y="987113"/>
                </a:cubicBezTo>
                <a:lnTo>
                  <a:pt x="625261" y="911895"/>
                </a:lnTo>
                <a:cubicBezTo>
                  <a:pt x="641978" y="842667"/>
                  <a:pt x="722340" y="796384"/>
                  <a:pt x="790712" y="816311"/>
                </a:cubicBezTo>
                <a:lnTo>
                  <a:pt x="864864" y="838168"/>
                </a:lnTo>
                <a:cubicBezTo>
                  <a:pt x="900221" y="796801"/>
                  <a:pt x="928087" y="748795"/>
                  <a:pt x="946307" y="697365"/>
                </a:cubicBezTo>
                <a:lnTo>
                  <a:pt x="890155" y="644005"/>
                </a:lnTo>
                <a:cubicBezTo>
                  <a:pt x="838721" y="595143"/>
                  <a:pt x="838721" y="502126"/>
                  <a:pt x="890155" y="453264"/>
                </a:cubicBezTo>
                <a:lnTo>
                  <a:pt x="946307" y="399904"/>
                </a:lnTo>
                <a:cubicBezTo>
                  <a:pt x="928087" y="348474"/>
                  <a:pt x="900232" y="300457"/>
                  <a:pt x="864864" y="259101"/>
                </a:cubicBezTo>
                <a:lnTo>
                  <a:pt x="790712" y="280959"/>
                </a:lnTo>
                <a:cubicBezTo>
                  <a:pt x="722560" y="301105"/>
                  <a:pt x="641978" y="254602"/>
                  <a:pt x="625261" y="185375"/>
                </a:cubicBezTo>
                <a:lnTo>
                  <a:pt x="607040" y="110156"/>
                </a:lnTo>
                <a:cubicBezTo>
                  <a:pt x="554324" y="100511"/>
                  <a:pt x="497100" y="100511"/>
                  <a:pt x="444374" y="110156"/>
                </a:cubicBezTo>
                <a:lnTo>
                  <a:pt x="444163" y="110156"/>
                </a:lnTo>
                <a:moveTo>
                  <a:pt x="422518" y="548640"/>
                </a:moveTo>
                <a:cubicBezTo>
                  <a:pt x="422518" y="605457"/>
                  <a:pt x="468572" y="651510"/>
                  <a:pt x="525387" y="651510"/>
                </a:cubicBezTo>
                <a:cubicBezTo>
                  <a:pt x="582201" y="651510"/>
                  <a:pt x="628255" y="605457"/>
                  <a:pt x="628255" y="548640"/>
                </a:cubicBezTo>
                <a:cubicBezTo>
                  <a:pt x="628255" y="491823"/>
                  <a:pt x="582201" y="445770"/>
                  <a:pt x="525387" y="445770"/>
                </a:cubicBezTo>
                <a:cubicBezTo>
                  <a:pt x="468572" y="445770"/>
                  <a:pt x="422518" y="491823"/>
                  <a:pt x="422518" y="548640"/>
                </a:cubicBezTo>
                <a:lnTo>
                  <a:pt x="422518" y="548640"/>
                </a:lnTo>
                <a:moveTo>
                  <a:pt x="525387" y="754380"/>
                </a:moveTo>
                <a:cubicBezTo>
                  <a:pt x="411758" y="754380"/>
                  <a:pt x="319649" y="662263"/>
                  <a:pt x="319649" y="548640"/>
                </a:cubicBezTo>
                <a:cubicBezTo>
                  <a:pt x="319649" y="435017"/>
                  <a:pt x="411758" y="342900"/>
                  <a:pt x="525387" y="342900"/>
                </a:cubicBezTo>
                <a:cubicBezTo>
                  <a:pt x="639015" y="342900"/>
                  <a:pt x="731124" y="435017"/>
                  <a:pt x="731124" y="548640"/>
                </a:cubicBezTo>
                <a:cubicBezTo>
                  <a:pt x="731124" y="662263"/>
                  <a:pt x="639015" y="754380"/>
                  <a:pt x="525387" y="754380"/>
                </a:cubicBezTo>
                <a:lnTo>
                  <a:pt x="525387" y="7543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995" y="1"/>
            <a:ext cx="10605525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系统建设背景与目标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核心设计理念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42867" y="0"/>
                </a:moveTo>
                <a:cubicBezTo>
                  <a:pt x="66623" y="0"/>
                  <a:pt x="85734" y="19106"/>
                  <a:pt x="85734" y="42861"/>
                </a:cubicBezTo>
                <a:lnTo>
                  <a:pt x="85734" y="671508"/>
                </a:lnTo>
                <a:cubicBezTo>
                  <a:pt x="85734" y="695263"/>
                  <a:pt x="104845" y="714369"/>
                  <a:pt x="128601" y="714369"/>
                </a:cubicBezTo>
                <a:lnTo>
                  <a:pt x="871551" y="714369"/>
                </a:lnTo>
                <a:cubicBezTo>
                  <a:pt x="895307" y="714369"/>
                  <a:pt x="914418" y="733476"/>
                  <a:pt x="914418" y="757231"/>
                </a:cubicBezTo>
                <a:cubicBezTo>
                  <a:pt x="914418" y="780986"/>
                  <a:pt x="895307" y="800092"/>
                  <a:pt x="871560" y="800092"/>
                </a:cubicBezTo>
                <a:lnTo>
                  <a:pt x="128610" y="800092"/>
                </a:lnTo>
                <a:cubicBezTo>
                  <a:pt x="57534" y="800092"/>
                  <a:pt x="27" y="742581"/>
                  <a:pt x="27" y="671508"/>
                </a:cubicBezTo>
                <a:lnTo>
                  <a:pt x="27" y="42861"/>
                </a:lnTo>
                <a:cubicBezTo>
                  <a:pt x="27" y="19106"/>
                  <a:pt x="19138" y="0"/>
                  <a:pt x="42895" y="0"/>
                </a:cubicBezTo>
                <a:lnTo>
                  <a:pt x="42867" y="0"/>
                </a:lnTo>
              </a:path>
              <a:path w="914400" h="800100">
                <a:moveTo>
                  <a:pt x="300042" y="342899"/>
                </a:moveTo>
                <a:cubicBezTo>
                  <a:pt x="323798" y="342899"/>
                  <a:pt x="342909" y="362005"/>
                  <a:pt x="342909" y="385760"/>
                </a:cubicBezTo>
                <a:lnTo>
                  <a:pt x="342909" y="528634"/>
                </a:lnTo>
                <a:cubicBezTo>
                  <a:pt x="342909" y="552389"/>
                  <a:pt x="323798" y="571495"/>
                  <a:pt x="300051" y="571495"/>
                </a:cubicBezTo>
                <a:cubicBezTo>
                  <a:pt x="276295" y="571495"/>
                  <a:pt x="257193" y="552389"/>
                  <a:pt x="257193" y="528634"/>
                </a:cubicBezTo>
                <a:lnTo>
                  <a:pt x="257193" y="385760"/>
                </a:lnTo>
                <a:cubicBezTo>
                  <a:pt x="257193" y="362005"/>
                  <a:pt x="276304" y="342899"/>
                  <a:pt x="300060" y="342899"/>
                </a:cubicBezTo>
                <a:lnTo>
                  <a:pt x="300042" y="342899"/>
                </a:lnTo>
              </a:path>
              <a:path w="914400" h="800100">
                <a:moveTo>
                  <a:pt x="514350" y="214315"/>
                </a:moveTo>
                <a:lnTo>
                  <a:pt x="514350" y="528642"/>
                </a:lnTo>
                <a:cubicBezTo>
                  <a:pt x="514350" y="552397"/>
                  <a:pt x="495239" y="571503"/>
                  <a:pt x="471492" y="571503"/>
                </a:cubicBezTo>
                <a:cubicBezTo>
                  <a:pt x="447736" y="571503"/>
                  <a:pt x="428634" y="552397"/>
                  <a:pt x="428634" y="528642"/>
                </a:cubicBezTo>
                <a:lnTo>
                  <a:pt x="428634" y="214315"/>
                </a:lnTo>
                <a:cubicBezTo>
                  <a:pt x="428634" y="190560"/>
                  <a:pt x="447745" y="171453"/>
                  <a:pt x="471501" y="171453"/>
                </a:cubicBezTo>
                <a:cubicBezTo>
                  <a:pt x="495257" y="171453"/>
                  <a:pt x="514368" y="190560"/>
                  <a:pt x="514368" y="214315"/>
                </a:cubicBezTo>
                <a:lnTo>
                  <a:pt x="514350" y="214315"/>
                </a:lnTo>
              </a:path>
              <a:path w="914400" h="800100">
                <a:moveTo>
                  <a:pt x="642942" y="285748"/>
                </a:moveTo>
                <a:cubicBezTo>
                  <a:pt x="666698" y="285748"/>
                  <a:pt x="685809" y="304854"/>
                  <a:pt x="685809" y="328609"/>
                </a:cubicBezTo>
                <a:lnTo>
                  <a:pt x="685809" y="528634"/>
                </a:lnTo>
                <a:cubicBezTo>
                  <a:pt x="685809" y="552389"/>
                  <a:pt x="666698" y="571495"/>
                  <a:pt x="642951" y="571495"/>
                </a:cubicBezTo>
                <a:cubicBezTo>
                  <a:pt x="619195" y="571495"/>
                  <a:pt x="600093" y="552389"/>
                  <a:pt x="600093" y="528634"/>
                </a:cubicBezTo>
                <a:lnTo>
                  <a:pt x="600093" y="328609"/>
                </a:lnTo>
                <a:cubicBezTo>
                  <a:pt x="600093" y="304854"/>
                  <a:pt x="619204" y="285748"/>
                  <a:pt x="642960" y="285748"/>
                </a:cubicBezTo>
                <a:lnTo>
                  <a:pt x="642942" y="285748"/>
                </a:lnTo>
              </a:path>
              <a:path w="914400" h="800100">
                <a:moveTo>
                  <a:pt x="857250" y="100013"/>
                </a:moveTo>
                <a:lnTo>
                  <a:pt x="857250" y="528634"/>
                </a:lnTo>
                <a:cubicBezTo>
                  <a:pt x="857250" y="552389"/>
                  <a:pt x="838139" y="571495"/>
                  <a:pt x="814392" y="571495"/>
                </a:cubicBezTo>
                <a:cubicBezTo>
                  <a:pt x="790636" y="571495"/>
                  <a:pt x="771534" y="552389"/>
                  <a:pt x="771534" y="528634"/>
                </a:cubicBezTo>
                <a:lnTo>
                  <a:pt x="771534" y="100013"/>
                </a:lnTo>
                <a:cubicBezTo>
                  <a:pt x="771534" y="76258"/>
                  <a:pt x="790645" y="57151"/>
                  <a:pt x="814401" y="57151"/>
                </a:cubicBezTo>
                <a:cubicBezTo>
                  <a:pt x="838157" y="57151"/>
                  <a:pt x="857268" y="76258"/>
                  <a:pt x="857268" y="100013"/>
                </a:cubicBezTo>
                <a:lnTo>
                  <a:pt x="857250" y="10001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通过招聘漏斗和多维度统计，让招聘进展和问题一目了然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2014741"/>
            <a:ext cx="914400" cy="551157"/>
          </a:xfrm>
          <a:custGeom>
            <a:avLst/>
            <a:gdLst/>
            <a:ahLst/>
            <a:cxnLst/>
            <a:rect l="l" t="t" r="r" b="b"/>
            <a:pathLst>
              <a:path w="914400" h="551157">
                <a:moveTo>
                  <a:pt x="388903" y="860"/>
                </a:moveTo>
                <a:lnTo>
                  <a:pt x="315898" y="73872"/>
                </a:lnTo>
                <a:cubicBezTo>
                  <a:pt x="294034" y="79874"/>
                  <a:pt x="273753" y="90875"/>
                  <a:pt x="256608" y="106021"/>
                </a:cubicBezTo>
                <a:lnTo>
                  <a:pt x="218606" y="139884"/>
                </a:lnTo>
                <a:cubicBezTo>
                  <a:pt x="204030" y="152885"/>
                  <a:pt x="185029" y="160028"/>
                  <a:pt x="165452" y="160028"/>
                </a:cubicBezTo>
                <a:lnTo>
                  <a:pt x="137160" y="160028"/>
                </a:lnTo>
                <a:lnTo>
                  <a:pt x="137160" y="342908"/>
                </a:lnTo>
                <a:cubicBezTo>
                  <a:pt x="166302" y="343768"/>
                  <a:pt x="194027" y="355623"/>
                  <a:pt x="214738" y="376341"/>
                </a:cubicBezTo>
                <a:lnTo>
                  <a:pt x="265597" y="427202"/>
                </a:lnTo>
                <a:lnTo>
                  <a:pt x="275600" y="437205"/>
                </a:lnTo>
                <a:lnTo>
                  <a:pt x="275600" y="437205"/>
                </a:lnTo>
                <a:lnTo>
                  <a:pt x="314179" y="475781"/>
                </a:lnTo>
                <a:cubicBezTo>
                  <a:pt x="323039" y="484638"/>
                  <a:pt x="337615" y="484638"/>
                  <a:pt x="346466" y="475781"/>
                </a:cubicBezTo>
                <a:cubicBezTo>
                  <a:pt x="348898" y="473350"/>
                  <a:pt x="350755" y="470495"/>
                  <a:pt x="351751" y="467491"/>
                </a:cubicBezTo>
                <a:cubicBezTo>
                  <a:pt x="355756" y="456490"/>
                  <a:pt x="365038" y="448201"/>
                  <a:pt x="376468" y="445632"/>
                </a:cubicBezTo>
                <a:cubicBezTo>
                  <a:pt x="387898" y="443058"/>
                  <a:pt x="399895" y="446492"/>
                  <a:pt x="408188" y="454919"/>
                </a:cubicBezTo>
                <a:lnTo>
                  <a:pt x="423623" y="470065"/>
                </a:lnTo>
                <a:cubicBezTo>
                  <a:pt x="440201" y="486638"/>
                  <a:pt x="467057" y="486638"/>
                  <a:pt x="483489" y="470065"/>
                </a:cubicBezTo>
                <a:cubicBezTo>
                  <a:pt x="491207" y="462349"/>
                  <a:pt x="495349" y="452494"/>
                  <a:pt x="495779" y="442347"/>
                </a:cubicBezTo>
                <a:cubicBezTo>
                  <a:pt x="496345" y="429776"/>
                  <a:pt x="503780" y="418631"/>
                  <a:pt x="515210" y="413202"/>
                </a:cubicBezTo>
                <a:cubicBezTo>
                  <a:pt x="526640" y="407773"/>
                  <a:pt x="539926" y="408914"/>
                  <a:pt x="550066" y="416201"/>
                </a:cubicBezTo>
                <a:cubicBezTo>
                  <a:pt x="563499" y="425774"/>
                  <a:pt x="582217" y="424490"/>
                  <a:pt x="594214" y="412486"/>
                </a:cubicBezTo>
                <a:cubicBezTo>
                  <a:pt x="607646" y="399054"/>
                  <a:pt x="607646" y="377339"/>
                  <a:pt x="594214" y="364050"/>
                </a:cubicBezTo>
                <a:lnTo>
                  <a:pt x="485912" y="255753"/>
                </a:lnTo>
                <a:lnTo>
                  <a:pt x="434761" y="302905"/>
                </a:lnTo>
                <a:cubicBezTo>
                  <a:pt x="395752" y="338912"/>
                  <a:pt x="335896" y="339480"/>
                  <a:pt x="296174" y="304189"/>
                </a:cubicBezTo>
                <a:cubicBezTo>
                  <a:pt x="250884" y="263899"/>
                  <a:pt x="249878" y="193605"/>
                  <a:pt x="293888" y="152026"/>
                </a:cubicBezTo>
                <a:lnTo>
                  <a:pt x="394042" y="57442"/>
                </a:lnTo>
                <a:cubicBezTo>
                  <a:pt x="433188" y="20580"/>
                  <a:pt x="484906" y="6"/>
                  <a:pt x="538774" y="6"/>
                </a:cubicBezTo>
                <a:cubicBezTo>
                  <a:pt x="590355" y="6"/>
                  <a:pt x="640217" y="19010"/>
                  <a:pt x="678649" y="53154"/>
                </a:cubicBezTo>
                <a:lnTo>
                  <a:pt x="721654" y="91443"/>
                </a:lnTo>
                <a:lnTo>
                  <a:pt x="777231" y="91443"/>
                </a:lnTo>
                <a:lnTo>
                  <a:pt x="834381" y="91443"/>
                </a:lnTo>
                <a:lnTo>
                  <a:pt x="891531" y="91443"/>
                </a:lnTo>
                <a:cubicBezTo>
                  <a:pt x="904104" y="91443"/>
                  <a:pt x="914391" y="101727"/>
                  <a:pt x="914391" y="114305"/>
                </a:cubicBezTo>
                <a:lnTo>
                  <a:pt x="914391" y="411483"/>
                </a:lnTo>
                <a:cubicBezTo>
                  <a:pt x="914391" y="436770"/>
                  <a:pt x="893963" y="457201"/>
                  <a:pt x="868671" y="457201"/>
                </a:cubicBezTo>
                <a:lnTo>
                  <a:pt x="822951" y="457201"/>
                </a:lnTo>
                <a:cubicBezTo>
                  <a:pt x="806089" y="457201"/>
                  <a:pt x="791230" y="448058"/>
                  <a:pt x="783376" y="434339"/>
                </a:cubicBezTo>
                <a:lnTo>
                  <a:pt x="662071" y="434339"/>
                </a:lnTo>
                <a:cubicBezTo>
                  <a:pt x="657216" y="443913"/>
                  <a:pt x="650788" y="453057"/>
                  <a:pt x="642787" y="461059"/>
                </a:cubicBezTo>
                <a:cubicBezTo>
                  <a:pt x="618354" y="485492"/>
                  <a:pt x="584494" y="495066"/>
                  <a:pt x="552773" y="489775"/>
                </a:cubicBezTo>
                <a:cubicBezTo>
                  <a:pt x="547634" y="500203"/>
                  <a:pt x="540630" y="509920"/>
                  <a:pt x="531916" y="518633"/>
                </a:cubicBezTo>
                <a:cubicBezTo>
                  <a:pt x="492907" y="557639"/>
                  <a:pt x="431908" y="561497"/>
                  <a:pt x="388474" y="530208"/>
                </a:cubicBezTo>
                <a:cubicBezTo>
                  <a:pt x="352611" y="559926"/>
                  <a:pt x="299173" y="558069"/>
                  <a:pt x="265606" y="524349"/>
                </a:cubicBezTo>
                <a:lnTo>
                  <a:pt x="227174" y="485773"/>
                </a:lnTo>
                <a:lnTo>
                  <a:pt x="217170" y="475770"/>
                </a:lnTo>
                <a:lnTo>
                  <a:pt x="166302" y="424909"/>
                </a:lnTo>
                <a:cubicBezTo>
                  <a:pt x="158447" y="417050"/>
                  <a:pt x="148160" y="412480"/>
                  <a:pt x="137160" y="411621"/>
                </a:cubicBezTo>
                <a:cubicBezTo>
                  <a:pt x="137160" y="436764"/>
                  <a:pt x="116586" y="457196"/>
                  <a:pt x="91440" y="457196"/>
                </a:cubicBezTo>
                <a:lnTo>
                  <a:pt x="45720" y="457196"/>
                </a:lnTo>
                <a:cubicBezTo>
                  <a:pt x="20428" y="457196"/>
                  <a:pt x="0" y="436764"/>
                  <a:pt x="0" y="411477"/>
                </a:cubicBezTo>
                <a:lnTo>
                  <a:pt x="0" y="114299"/>
                </a:lnTo>
                <a:cubicBezTo>
                  <a:pt x="0" y="101727"/>
                  <a:pt x="10287" y="91437"/>
                  <a:pt x="22860" y="91437"/>
                </a:cubicBezTo>
                <a:lnTo>
                  <a:pt x="80010" y="91437"/>
                </a:lnTo>
                <a:lnTo>
                  <a:pt x="137160" y="91437"/>
                </a:lnTo>
                <a:lnTo>
                  <a:pt x="165452" y="91437"/>
                </a:lnTo>
                <a:cubicBezTo>
                  <a:pt x="168314" y="91437"/>
                  <a:pt x="171020" y="90439"/>
                  <a:pt x="173023" y="88582"/>
                </a:cubicBezTo>
                <a:lnTo>
                  <a:pt x="210888" y="54862"/>
                </a:lnTo>
                <a:cubicBezTo>
                  <a:pt x="250747" y="19572"/>
                  <a:pt x="302045" y="0"/>
                  <a:pt x="355336" y="0"/>
                </a:cubicBezTo>
                <a:lnTo>
                  <a:pt x="370049" y="0"/>
                </a:lnTo>
                <a:cubicBezTo>
                  <a:pt x="376330" y="0"/>
                  <a:pt x="382768" y="287"/>
                  <a:pt x="388903" y="860"/>
                </a:cubicBezTo>
                <a:lnTo>
                  <a:pt x="388903" y="860"/>
                </a:lnTo>
                <a:moveTo>
                  <a:pt x="777240" y="365759"/>
                </a:moveTo>
                <a:lnTo>
                  <a:pt x="777240" y="160017"/>
                </a:lnTo>
                <a:lnTo>
                  <a:pt x="708660" y="160017"/>
                </a:lnTo>
                <a:cubicBezTo>
                  <a:pt x="700229" y="160017"/>
                  <a:pt x="692082" y="156876"/>
                  <a:pt x="685946" y="151304"/>
                </a:cubicBezTo>
                <a:lnTo>
                  <a:pt x="633222" y="104439"/>
                </a:lnTo>
                <a:cubicBezTo>
                  <a:pt x="607216" y="81296"/>
                  <a:pt x="573640" y="68575"/>
                  <a:pt x="538783" y="68575"/>
                </a:cubicBezTo>
                <a:cubicBezTo>
                  <a:pt x="502490" y="68575"/>
                  <a:pt x="467633" y="82436"/>
                  <a:pt x="441198" y="107294"/>
                </a:cubicBezTo>
                <a:lnTo>
                  <a:pt x="341044" y="201878"/>
                </a:lnTo>
                <a:cubicBezTo>
                  <a:pt x="326331" y="215877"/>
                  <a:pt x="326615" y="239455"/>
                  <a:pt x="341757" y="252882"/>
                </a:cubicBezTo>
                <a:cubicBezTo>
                  <a:pt x="355043" y="264743"/>
                  <a:pt x="375187" y="264456"/>
                  <a:pt x="388190" y="252452"/>
                </a:cubicBezTo>
                <a:lnTo>
                  <a:pt x="490914" y="157581"/>
                </a:lnTo>
                <a:cubicBezTo>
                  <a:pt x="504776" y="144723"/>
                  <a:pt x="526493" y="145577"/>
                  <a:pt x="539350" y="159582"/>
                </a:cubicBezTo>
                <a:cubicBezTo>
                  <a:pt x="552206" y="173581"/>
                  <a:pt x="551356" y="195159"/>
                  <a:pt x="537347" y="208018"/>
                </a:cubicBezTo>
                <a:lnTo>
                  <a:pt x="536204" y="209159"/>
                </a:lnTo>
                <a:lnTo>
                  <a:pt x="642503" y="315460"/>
                </a:lnTo>
                <a:cubicBezTo>
                  <a:pt x="656795" y="329746"/>
                  <a:pt x="666076" y="347323"/>
                  <a:pt x="670219" y="365610"/>
                </a:cubicBezTo>
                <a:lnTo>
                  <a:pt x="777085" y="365610"/>
                </a:lnTo>
                <a:lnTo>
                  <a:pt x="777240" y="365759"/>
                </a:lnTo>
                <a:moveTo>
                  <a:pt x="91440" y="388621"/>
                </a:moveTo>
                <a:cubicBezTo>
                  <a:pt x="91440" y="375994"/>
                  <a:pt x="81208" y="365759"/>
                  <a:pt x="68580" y="365759"/>
                </a:cubicBezTo>
                <a:cubicBezTo>
                  <a:pt x="55952" y="365759"/>
                  <a:pt x="45720" y="375994"/>
                  <a:pt x="45720" y="388621"/>
                </a:cubicBezTo>
                <a:cubicBezTo>
                  <a:pt x="45720" y="401248"/>
                  <a:pt x="55952" y="411483"/>
                  <a:pt x="68580" y="411483"/>
                </a:cubicBezTo>
                <a:cubicBezTo>
                  <a:pt x="81208" y="411483"/>
                  <a:pt x="91440" y="401248"/>
                  <a:pt x="91440" y="388621"/>
                </a:cubicBezTo>
                <a:moveTo>
                  <a:pt x="845820" y="411483"/>
                </a:moveTo>
                <a:cubicBezTo>
                  <a:pt x="858448" y="411483"/>
                  <a:pt x="868680" y="401248"/>
                  <a:pt x="868680" y="388621"/>
                </a:cubicBezTo>
                <a:cubicBezTo>
                  <a:pt x="868680" y="375994"/>
                  <a:pt x="858448" y="365759"/>
                  <a:pt x="845820" y="365759"/>
                </a:cubicBezTo>
                <a:cubicBezTo>
                  <a:pt x="833192" y="365759"/>
                  <a:pt x="822960" y="375994"/>
                  <a:pt x="822960" y="388621"/>
                </a:cubicBezTo>
                <a:cubicBezTo>
                  <a:pt x="822960" y="401248"/>
                  <a:pt x="833192" y="411483"/>
                  <a:pt x="845820" y="41148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全流程覆盖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从候选人接触到最终入职，覆盖招聘全生命周期的每个关键节点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8308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271466" y="42867"/>
                </a:moveTo>
                <a:cubicBezTo>
                  <a:pt x="271466" y="19111"/>
                  <a:pt x="252360" y="9"/>
                  <a:pt x="228605" y="9"/>
                </a:cubicBezTo>
                <a:cubicBezTo>
                  <a:pt x="204850" y="9"/>
                  <a:pt x="185743" y="19120"/>
                  <a:pt x="185743" y="42876"/>
                </a:cubicBezTo>
                <a:lnTo>
                  <a:pt x="185743" y="114318"/>
                </a:lnTo>
                <a:lnTo>
                  <a:pt x="114302" y="114318"/>
                </a:lnTo>
                <a:cubicBezTo>
                  <a:pt x="51262" y="114318"/>
                  <a:pt x="0" y="165570"/>
                  <a:pt x="0" y="228618"/>
                </a:cubicBezTo>
                <a:lnTo>
                  <a:pt x="0" y="257193"/>
                </a:lnTo>
                <a:lnTo>
                  <a:pt x="0" y="342918"/>
                </a:lnTo>
                <a:lnTo>
                  <a:pt x="0" y="800118"/>
                </a:lnTo>
                <a:cubicBezTo>
                  <a:pt x="0" y="863166"/>
                  <a:pt x="51254" y="914418"/>
                  <a:pt x="114302" y="914418"/>
                </a:cubicBezTo>
                <a:lnTo>
                  <a:pt x="685806" y="914418"/>
                </a:lnTo>
                <a:cubicBezTo>
                  <a:pt x="748846" y="914418"/>
                  <a:pt x="800108" y="863166"/>
                  <a:pt x="800108" y="800118"/>
                </a:cubicBezTo>
                <a:lnTo>
                  <a:pt x="800108" y="342918"/>
                </a:lnTo>
                <a:lnTo>
                  <a:pt x="800108" y="257193"/>
                </a:lnTo>
                <a:lnTo>
                  <a:pt x="800108" y="228618"/>
                </a:lnTo>
                <a:cubicBezTo>
                  <a:pt x="800108" y="165570"/>
                  <a:pt x="748854" y="114318"/>
                  <a:pt x="685806" y="114318"/>
                </a:cubicBezTo>
                <a:lnTo>
                  <a:pt x="614365" y="114318"/>
                </a:lnTo>
                <a:lnTo>
                  <a:pt x="614365" y="42885"/>
                </a:lnTo>
                <a:cubicBezTo>
                  <a:pt x="614365" y="19129"/>
                  <a:pt x="595258" y="27"/>
                  <a:pt x="571503" y="27"/>
                </a:cubicBezTo>
                <a:cubicBezTo>
                  <a:pt x="547748" y="27"/>
                  <a:pt x="528642" y="19138"/>
                  <a:pt x="528642" y="42895"/>
                </a:cubicBezTo>
                <a:lnTo>
                  <a:pt x="528642" y="114337"/>
                </a:lnTo>
                <a:lnTo>
                  <a:pt x="271466" y="114337"/>
                </a:lnTo>
                <a:lnTo>
                  <a:pt x="271466" y="42867"/>
                </a:lnTo>
                <a:moveTo>
                  <a:pt x="85723" y="342900"/>
                </a:moveTo>
                <a:lnTo>
                  <a:pt x="714369" y="342900"/>
                </a:lnTo>
                <a:lnTo>
                  <a:pt x="714369" y="800100"/>
                </a:lnTo>
                <a:cubicBezTo>
                  <a:pt x="714369" y="815819"/>
                  <a:pt x="701512" y="828675"/>
                  <a:pt x="685798" y="828675"/>
                </a:cubicBezTo>
                <a:lnTo>
                  <a:pt x="114294" y="828675"/>
                </a:lnTo>
                <a:cubicBezTo>
                  <a:pt x="98580" y="828675"/>
                  <a:pt x="85723" y="815819"/>
                  <a:pt x="85723" y="800100"/>
                </a:cubicBezTo>
                <a:lnTo>
                  <a:pt x="85723" y="3429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以月为周期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按月制定招聘计划，按月跟踪目标完成情况，符合实际业务节奏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90251"/>
            <a:ext cx="914400" cy="800136"/>
          </a:xfrm>
          <a:custGeom>
            <a:avLst/>
            <a:gdLst/>
            <a:ahLst/>
            <a:cxnLst/>
            <a:rect l="l" t="t" r="r" b="b"/>
            <a:pathLst>
              <a:path w="914400" h="800136">
                <a:moveTo>
                  <a:pt x="514350" y="371511"/>
                </a:moveTo>
                <a:lnTo>
                  <a:pt x="342900" y="371511"/>
                </a:lnTo>
                <a:cubicBezTo>
                  <a:pt x="224668" y="371511"/>
                  <a:pt x="125017" y="451341"/>
                  <a:pt x="95015" y="559927"/>
                </a:cubicBezTo>
                <a:cubicBezTo>
                  <a:pt x="89117" y="537779"/>
                  <a:pt x="85725" y="513135"/>
                  <a:pt x="85725" y="485811"/>
                </a:cubicBezTo>
                <a:cubicBezTo>
                  <a:pt x="85725" y="359541"/>
                  <a:pt x="188056" y="257212"/>
                  <a:pt x="314325" y="257212"/>
                </a:cubicBezTo>
                <a:lnTo>
                  <a:pt x="514350" y="257212"/>
                </a:lnTo>
                <a:lnTo>
                  <a:pt x="557217" y="257212"/>
                </a:lnTo>
                <a:cubicBezTo>
                  <a:pt x="580973" y="257212"/>
                  <a:pt x="600084" y="238104"/>
                  <a:pt x="600084" y="214348"/>
                </a:cubicBezTo>
                <a:lnTo>
                  <a:pt x="600084" y="171485"/>
                </a:lnTo>
                <a:lnTo>
                  <a:pt x="600084" y="121301"/>
                </a:lnTo>
                <a:lnTo>
                  <a:pt x="814575" y="314357"/>
                </a:lnTo>
                <a:lnTo>
                  <a:pt x="600084" y="507414"/>
                </a:lnTo>
                <a:lnTo>
                  <a:pt x="600084" y="457230"/>
                </a:lnTo>
                <a:lnTo>
                  <a:pt x="600084" y="414366"/>
                </a:lnTo>
                <a:cubicBezTo>
                  <a:pt x="600084" y="390610"/>
                  <a:pt x="580973" y="371503"/>
                  <a:pt x="557226" y="371503"/>
                </a:cubicBezTo>
                <a:lnTo>
                  <a:pt x="514350" y="371511"/>
                </a:lnTo>
                <a:moveTo>
                  <a:pt x="514350" y="457238"/>
                </a:moveTo>
                <a:lnTo>
                  <a:pt x="514350" y="542964"/>
                </a:lnTo>
                <a:lnTo>
                  <a:pt x="514350" y="571537"/>
                </a:lnTo>
                <a:cubicBezTo>
                  <a:pt x="514350" y="594037"/>
                  <a:pt x="527563" y="614576"/>
                  <a:pt x="548283" y="623690"/>
                </a:cubicBezTo>
                <a:cubicBezTo>
                  <a:pt x="569004" y="632795"/>
                  <a:pt x="592934" y="629051"/>
                  <a:pt x="609722" y="614048"/>
                </a:cubicBezTo>
                <a:lnTo>
                  <a:pt x="895472" y="356877"/>
                </a:lnTo>
                <a:cubicBezTo>
                  <a:pt x="907441" y="345979"/>
                  <a:pt x="914400" y="330624"/>
                  <a:pt x="914400" y="314373"/>
                </a:cubicBezTo>
                <a:cubicBezTo>
                  <a:pt x="914400" y="298123"/>
                  <a:pt x="907615" y="282760"/>
                  <a:pt x="895472" y="271870"/>
                </a:cubicBezTo>
                <a:lnTo>
                  <a:pt x="609722" y="14699"/>
                </a:lnTo>
                <a:cubicBezTo>
                  <a:pt x="592934" y="-480"/>
                  <a:pt x="568821" y="-4233"/>
                  <a:pt x="548283" y="5057"/>
                </a:cubicBezTo>
                <a:cubicBezTo>
                  <a:pt x="527746" y="14346"/>
                  <a:pt x="514350" y="34702"/>
                  <a:pt x="514350" y="57210"/>
                </a:cubicBezTo>
                <a:lnTo>
                  <a:pt x="514350" y="85783"/>
                </a:lnTo>
                <a:lnTo>
                  <a:pt x="514350" y="171509"/>
                </a:lnTo>
                <a:lnTo>
                  <a:pt x="428625" y="171509"/>
                </a:lnTo>
                <a:lnTo>
                  <a:pt x="314325" y="171509"/>
                </a:lnTo>
                <a:cubicBezTo>
                  <a:pt x="140735" y="171509"/>
                  <a:pt x="0" y="312237"/>
                  <a:pt x="0" y="485834"/>
                </a:cubicBezTo>
                <a:cubicBezTo>
                  <a:pt x="0" y="625138"/>
                  <a:pt x="68937" y="711217"/>
                  <a:pt x="122694" y="757473"/>
                </a:cubicBezTo>
                <a:cubicBezTo>
                  <a:pt x="130019" y="763722"/>
                  <a:pt x="137160" y="769259"/>
                  <a:pt x="143588" y="774083"/>
                </a:cubicBezTo>
                <a:cubicBezTo>
                  <a:pt x="149303" y="778372"/>
                  <a:pt x="154662" y="781941"/>
                  <a:pt x="159481" y="785157"/>
                </a:cubicBezTo>
                <a:cubicBezTo>
                  <a:pt x="167518" y="790518"/>
                  <a:pt x="174303" y="794263"/>
                  <a:pt x="178765" y="796767"/>
                </a:cubicBezTo>
                <a:cubicBezTo>
                  <a:pt x="183227" y="799264"/>
                  <a:pt x="188229" y="800160"/>
                  <a:pt x="193231" y="800160"/>
                </a:cubicBezTo>
                <a:cubicBezTo>
                  <a:pt x="212699" y="800160"/>
                  <a:pt x="228417" y="784261"/>
                  <a:pt x="228417" y="764978"/>
                </a:cubicBezTo>
                <a:cubicBezTo>
                  <a:pt x="228417" y="752832"/>
                  <a:pt x="221989" y="741406"/>
                  <a:pt x="213595" y="732652"/>
                </a:cubicBezTo>
                <a:cubicBezTo>
                  <a:pt x="212699" y="731756"/>
                  <a:pt x="211985" y="731044"/>
                  <a:pt x="211098" y="730156"/>
                </a:cubicBezTo>
                <a:cubicBezTo>
                  <a:pt x="206810" y="726051"/>
                  <a:pt x="201991" y="721050"/>
                  <a:pt x="197346" y="714793"/>
                </a:cubicBezTo>
                <a:cubicBezTo>
                  <a:pt x="194310" y="710689"/>
                  <a:pt x="191274" y="705864"/>
                  <a:pt x="188412" y="700687"/>
                </a:cubicBezTo>
                <a:cubicBezTo>
                  <a:pt x="178948" y="683364"/>
                  <a:pt x="171450" y="659792"/>
                  <a:pt x="171450" y="628891"/>
                </a:cubicBezTo>
                <a:cubicBezTo>
                  <a:pt x="171450" y="534235"/>
                  <a:pt x="248241" y="457438"/>
                  <a:pt x="342900" y="457438"/>
                </a:cubicBezTo>
                <a:lnTo>
                  <a:pt x="428625" y="457438"/>
                </a:lnTo>
                <a:lnTo>
                  <a:pt x="514350" y="457438"/>
                </a:lnTo>
                <a:lnTo>
                  <a:pt x="514350" y="4572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简单易用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采用共享账号模式，降低使用门槛，所有使用者共享同一套数据和权限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招聘漏斗、转化分析、流失原因统计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数据分析中心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覆盖从接触到入职的完整招聘流程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候选人流程管理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按月制定计划，按岗位拆分，设定优先级和目标人数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按月展示招聘目标完成情况，直观呈现当前进度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主页仪表盘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共享账号登录（zenflux / hrhr123456），简化权限管理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登录模块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系统架构总览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3318" y="173886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95379" y="171600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8859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2339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264946" y="34290"/>
                  <a:pt x="331470" y="100814"/>
                  <a:pt x="331470" y="182880"/>
                </a:cubicBez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lnTo>
                  <a:pt x="182880" y="34290"/>
                </a:lnTo>
                <a:moveTo>
                  <a:pt x="182880" y="365760"/>
                </a:move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cubicBezTo>
                  <a:pt x="0" y="283881"/>
                  <a:pt x="81879" y="365760"/>
                  <a:pt x="182880" y="365760"/>
                </a:cubicBezTo>
                <a:moveTo>
                  <a:pt x="222887" y="251460"/>
                </a:moveTo>
                <a:cubicBezTo>
                  <a:pt x="222887" y="235531"/>
                  <a:pt x="213527" y="221742"/>
                  <a:pt x="200027" y="215312"/>
                </a:cubicBezTo>
                <a:lnTo>
                  <a:pt x="200027" y="85723"/>
                </a:lnTo>
                <a:cubicBezTo>
                  <a:pt x="200027" y="76221"/>
                  <a:pt x="192382" y="68580"/>
                  <a:pt x="182884" y="68580"/>
                </a:cubicBezTo>
                <a:cubicBezTo>
                  <a:pt x="173381" y="68580"/>
                  <a:pt x="165740" y="76224"/>
                  <a:pt x="165740" y="85727"/>
                </a:cubicBezTo>
                <a:lnTo>
                  <a:pt x="165740" y="215316"/>
                </a:lnTo>
                <a:cubicBezTo>
                  <a:pt x="152240" y="221746"/>
                  <a:pt x="142880" y="235531"/>
                  <a:pt x="142880" y="251464"/>
                </a:cubicBezTo>
                <a:cubicBezTo>
                  <a:pt x="142880" y="273537"/>
                  <a:pt x="160810" y="291470"/>
                  <a:pt x="182887" y="291470"/>
                </a:cubicBezTo>
                <a:cubicBezTo>
                  <a:pt x="204961" y="291470"/>
                  <a:pt x="222894" y="273541"/>
                  <a:pt x="222894" y="251467"/>
                </a:cubicBezTo>
                <a:lnTo>
                  <a:pt x="222887" y="251460"/>
                </a:lnTo>
                <a:moveTo>
                  <a:pt x="114300" y="137160"/>
                </a:moveTo>
                <a:cubicBezTo>
                  <a:pt x="126926" y="137160"/>
                  <a:pt x="137160" y="126926"/>
                  <a:pt x="137160" y="114300"/>
                </a:cubicBezTo>
                <a:cubicBezTo>
                  <a:pt x="137160" y="101674"/>
                  <a:pt x="126926" y="91440"/>
                  <a:pt x="114300" y="91440"/>
                </a:cubicBezTo>
                <a:cubicBezTo>
                  <a:pt x="101674" y="91440"/>
                  <a:pt x="91440" y="101674"/>
                  <a:pt x="91440" y="114300"/>
                </a:cubicBezTo>
                <a:cubicBezTo>
                  <a:pt x="91440" y="126926"/>
                  <a:pt x="101674" y="137160"/>
                  <a:pt x="114300" y="137160"/>
                </a:cubicBezTo>
                <a:moveTo>
                  <a:pt x="102870" y="182880"/>
                </a:moveTo>
                <a:cubicBezTo>
                  <a:pt x="102870" y="170254"/>
                  <a:pt x="92636" y="160020"/>
                  <a:pt x="80010" y="160020"/>
                </a:cubicBezTo>
                <a:cubicBezTo>
                  <a:pt x="67384" y="160020"/>
                  <a:pt x="57150" y="170254"/>
                  <a:pt x="57150" y="182880"/>
                </a:cubicBezTo>
                <a:cubicBezTo>
                  <a:pt x="57150" y="195506"/>
                  <a:pt x="67384" y="205740"/>
                  <a:pt x="80010" y="205740"/>
                </a:cubicBezTo>
                <a:cubicBezTo>
                  <a:pt x="92636" y="205740"/>
                  <a:pt x="102870" y="195506"/>
                  <a:pt x="102870" y="182880"/>
                </a:cubicBezTo>
                <a:moveTo>
                  <a:pt x="285750" y="205740"/>
                </a:moveTo>
                <a:cubicBezTo>
                  <a:pt x="298376" y="205740"/>
                  <a:pt x="308610" y="195506"/>
                  <a:pt x="308610" y="182880"/>
                </a:cubicBezTo>
                <a:cubicBezTo>
                  <a:pt x="308610" y="170254"/>
                  <a:pt x="298376" y="160020"/>
                  <a:pt x="285750" y="160020"/>
                </a:cubicBezTo>
                <a:cubicBezTo>
                  <a:pt x="273124" y="160020"/>
                  <a:pt x="262890" y="170254"/>
                  <a:pt x="262890" y="182880"/>
                </a:cubicBezTo>
                <a:cubicBezTo>
                  <a:pt x="262890" y="195506"/>
                  <a:pt x="273124" y="205740"/>
                  <a:pt x="285750" y="205740"/>
                </a:cubicBezTo>
                <a:moveTo>
                  <a:pt x="274320" y="114300"/>
                </a:moveTo>
                <a:cubicBezTo>
                  <a:pt x="274320" y="101674"/>
                  <a:pt x="264086" y="91440"/>
                  <a:pt x="251460" y="91440"/>
                </a:cubicBezTo>
                <a:cubicBezTo>
                  <a:pt x="238834" y="91440"/>
                  <a:pt x="228600" y="101674"/>
                  <a:pt x="228600" y="114300"/>
                </a:cubicBezTo>
                <a:cubicBezTo>
                  <a:pt x="228600" y="126926"/>
                  <a:pt x="238834" y="137160"/>
                  <a:pt x="251460" y="137160"/>
                </a:cubicBezTo>
                <a:cubicBezTo>
                  <a:pt x="264086" y="137160"/>
                  <a:pt x="274320" y="126926"/>
                  <a:pt x="274320" y="1143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1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17170" y="91440"/>
                </a:moveTo>
                <a:cubicBezTo>
                  <a:pt x="217170" y="59879"/>
                  <a:pt x="191582" y="34290"/>
                  <a:pt x="160020" y="34290"/>
                </a:cubicBezTo>
                <a:cubicBezTo>
                  <a:pt x="128458" y="34290"/>
                  <a:pt x="102870" y="59879"/>
                  <a:pt x="102870" y="91440"/>
                </a:cubicBezTo>
                <a:cubicBezTo>
                  <a:pt x="102870" y="123001"/>
                  <a:pt x="128458" y="148590"/>
                  <a:pt x="160020" y="148590"/>
                </a:cubicBezTo>
                <a:cubicBezTo>
                  <a:pt x="191582" y="148590"/>
                  <a:pt x="217170" y="123001"/>
                  <a:pt x="217170" y="91440"/>
                </a:cubicBezTo>
                <a:lnTo>
                  <a:pt x="217170" y="91440"/>
                </a:lnTo>
                <a:moveTo>
                  <a:pt x="68581" y="91440"/>
                </a:moveTo>
                <a:cubicBezTo>
                  <a:pt x="68581" y="40939"/>
                  <a:pt x="109521" y="0"/>
                  <a:pt x="160020" y="0"/>
                </a:cubicBezTo>
                <a:cubicBezTo>
                  <a:pt x="210522" y="0"/>
                  <a:pt x="251459" y="40939"/>
                  <a:pt x="251459" y="91440"/>
                </a:cubicBezTo>
                <a:cubicBezTo>
                  <a:pt x="251459" y="141941"/>
                  <a:pt x="210519" y="182880"/>
                  <a:pt x="160020" y="182880"/>
                </a:cubicBezTo>
                <a:cubicBezTo>
                  <a:pt x="109518" y="182880"/>
                  <a:pt x="68581" y="141941"/>
                  <a:pt x="68581" y="91440"/>
                </a:cubicBezTo>
                <a:lnTo>
                  <a:pt x="68581" y="91440"/>
                </a:lnTo>
                <a:moveTo>
                  <a:pt x="35217" y="331470"/>
                </a:moveTo>
                <a:lnTo>
                  <a:pt x="284890" y="331470"/>
                </a:lnTo>
                <a:cubicBezTo>
                  <a:pt x="278531" y="286251"/>
                  <a:pt x="239672" y="251460"/>
                  <a:pt x="192734" y="251460"/>
                </a:cubicBezTo>
                <a:lnTo>
                  <a:pt x="127440" y="251460"/>
                </a:lnTo>
                <a:cubicBezTo>
                  <a:pt x="80506" y="251460"/>
                  <a:pt x="41644" y="286251"/>
                  <a:pt x="35284" y="331470"/>
                </a:cubicBezTo>
                <a:lnTo>
                  <a:pt x="35217" y="331470"/>
                </a:lnTo>
                <a:moveTo>
                  <a:pt x="0" y="344542"/>
                </a:moveTo>
                <a:cubicBezTo>
                  <a:pt x="0" y="274177"/>
                  <a:pt x="57006" y="217170"/>
                  <a:pt x="127373" y="217170"/>
                </a:cubicBezTo>
                <a:lnTo>
                  <a:pt x="192667" y="217170"/>
                </a:lnTo>
                <a:cubicBezTo>
                  <a:pt x="263034" y="217170"/>
                  <a:pt x="320040" y="274177"/>
                  <a:pt x="320040" y="344542"/>
                </a:cubicBezTo>
                <a:cubicBezTo>
                  <a:pt x="320040" y="356258"/>
                  <a:pt x="310538" y="365760"/>
                  <a:pt x="298824" y="365760"/>
                </a:cubicBezTo>
                <a:lnTo>
                  <a:pt x="21219" y="365760"/>
                </a:lnTo>
                <a:cubicBezTo>
                  <a:pt x="9502" y="365760"/>
                  <a:pt x="3" y="356258"/>
                  <a:pt x="3" y="344542"/>
                </a:cubicBezTo>
                <a:lnTo>
                  <a:pt x="0" y="34454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7387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7200" y="1330261"/>
            <a:ext cx="3474720" cy="475488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登录系统设计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0580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极简设计，快速登录，聚焦核心功能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580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简洁的登录界面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9650" y="1595335"/>
            <a:ext cx="409500" cy="468000"/>
          </a:xfrm>
          <a:custGeom>
            <a:avLst/>
            <a:gdLst/>
            <a:ahLst/>
            <a:cxnLst/>
            <a:rect l="l" t="t" r="r" b="b"/>
            <a:pathLst>
              <a:path w="409500" h="468000">
                <a:moveTo>
                  <a:pt x="277874" y="117000"/>
                </a:moveTo>
                <a:cubicBezTo>
                  <a:pt x="277874" y="76616"/>
                  <a:pt x="245135" y="43875"/>
                  <a:pt x="204750" y="43875"/>
                </a:cubicBezTo>
                <a:cubicBezTo>
                  <a:pt x="164365" y="43875"/>
                  <a:pt x="131626" y="76616"/>
                  <a:pt x="131626" y="117000"/>
                </a:cubicBezTo>
                <a:cubicBezTo>
                  <a:pt x="131626" y="157384"/>
                  <a:pt x="164365" y="190125"/>
                  <a:pt x="204750" y="190125"/>
                </a:cubicBezTo>
                <a:cubicBezTo>
                  <a:pt x="245135" y="190125"/>
                  <a:pt x="277874" y="157384"/>
                  <a:pt x="277874" y="117000"/>
                </a:cubicBezTo>
                <a:lnTo>
                  <a:pt x="277874" y="117000"/>
                </a:lnTo>
                <a:moveTo>
                  <a:pt x="87752" y="117000"/>
                </a:moveTo>
                <a:cubicBezTo>
                  <a:pt x="87752" y="52383"/>
                  <a:pt x="140135" y="0"/>
                  <a:pt x="204750" y="0"/>
                </a:cubicBezTo>
                <a:cubicBezTo>
                  <a:pt x="269369" y="0"/>
                  <a:pt x="321748" y="52383"/>
                  <a:pt x="321748" y="117000"/>
                </a:cubicBezTo>
                <a:cubicBezTo>
                  <a:pt x="321748" y="181617"/>
                  <a:pt x="269365" y="234000"/>
                  <a:pt x="204750" y="234000"/>
                </a:cubicBezTo>
                <a:cubicBezTo>
                  <a:pt x="140131" y="234000"/>
                  <a:pt x="87752" y="181617"/>
                  <a:pt x="87752" y="117000"/>
                </a:cubicBezTo>
                <a:moveTo>
                  <a:pt x="45061" y="424125"/>
                </a:moveTo>
                <a:lnTo>
                  <a:pt x="364525" y="424125"/>
                </a:lnTo>
                <a:cubicBezTo>
                  <a:pt x="356388" y="366266"/>
                  <a:pt x="306666" y="321750"/>
                  <a:pt x="246609" y="321750"/>
                </a:cubicBezTo>
                <a:lnTo>
                  <a:pt x="163063" y="321750"/>
                </a:lnTo>
                <a:cubicBezTo>
                  <a:pt x="103010" y="321750"/>
                  <a:pt x="53284" y="366266"/>
                  <a:pt x="45147" y="424125"/>
                </a:cubicBezTo>
                <a:lnTo>
                  <a:pt x="45061" y="424125"/>
                </a:lnTo>
                <a:moveTo>
                  <a:pt x="0" y="440851"/>
                </a:moveTo>
                <a:cubicBezTo>
                  <a:pt x="0" y="350817"/>
                  <a:pt x="72940" y="277875"/>
                  <a:pt x="162977" y="277875"/>
                </a:cubicBezTo>
                <a:lnTo>
                  <a:pt x="246523" y="277875"/>
                </a:lnTo>
                <a:cubicBezTo>
                  <a:pt x="336560" y="277875"/>
                  <a:pt x="409500" y="350817"/>
                  <a:pt x="409500" y="440851"/>
                </a:cubicBezTo>
                <a:cubicBezTo>
                  <a:pt x="409500" y="455841"/>
                  <a:pt x="397342" y="468000"/>
                  <a:pt x="382354" y="468000"/>
                </a:cubicBezTo>
                <a:lnTo>
                  <a:pt x="27150" y="468000"/>
                </a:lnTo>
                <a:cubicBezTo>
                  <a:pt x="12158" y="468000"/>
                  <a:pt x="4" y="455841"/>
                  <a:pt x="4" y="440851"/>
                </a:cubicBezTo>
                <a:lnTo>
                  <a:pt x="0" y="44085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85987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所有人使用同一套权限和同一份数据，无需复杂的角色配置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5987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统一权限管理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096" y="1595335"/>
            <a:ext cx="430983" cy="457200"/>
          </a:xfrm>
          <a:custGeom>
            <a:avLst/>
            <a:gdLst/>
            <a:ahLst/>
            <a:cxnLst/>
            <a:rect l="l" t="t" r="r" b="b"/>
            <a:pathLst>
              <a:path w="430983" h="457200">
                <a:moveTo>
                  <a:pt x="215491" y="44353"/>
                </a:moveTo>
                <a:lnTo>
                  <a:pt x="51179" y="114030"/>
                </a:lnTo>
                <a:cubicBezTo>
                  <a:pt x="45882" y="116275"/>
                  <a:pt x="43008" y="121035"/>
                  <a:pt x="43098" y="125524"/>
                </a:cubicBezTo>
                <a:cubicBezTo>
                  <a:pt x="43547" y="207592"/>
                  <a:pt x="77577" y="349365"/>
                  <a:pt x="210462" y="412934"/>
                </a:cubicBezTo>
                <a:cubicBezTo>
                  <a:pt x="213694" y="414461"/>
                  <a:pt x="217465" y="414461"/>
                  <a:pt x="220607" y="412934"/>
                </a:cubicBezTo>
                <a:cubicBezTo>
                  <a:pt x="353492" y="349273"/>
                  <a:pt x="387523" y="207587"/>
                  <a:pt x="387880" y="125433"/>
                </a:cubicBezTo>
                <a:cubicBezTo>
                  <a:pt x="387880" y="120943"/>
                  <a:pt x="385096" y="116275"/>
                  <a:pt x="379799" y="113939"/>
                </a:cubicBezTo>
                <a:lnTo>
                  <a:pt x="215491" y="44353"/>
                </a:lnTo>
                <a:moveTo>
                  <a:pt x="227524" y="2606"/>
                </a:moveTo>
                <a:lnTo>
                  <a:pt x="396595" y="74345"/>
                </a:lnTo>
                <a:cubicBezTo>
                  <a:pt x="416347" y="82694"/>
                  <a:pt x="431073" y="102180"/>
                  <a:pt x="430983" y="125703"/>
                </a:cubicBezTo>
                <a:cubicBezTo>
                  <a:pt x="430534" y="214774"/>
                  <a:pt x="393901" y="377739"/>
                  <a:pt x="239195" y="451814"/>
                </a:cubicBezTo>
                <a:cubicBezTo>
                  <a:pt x="224202" y="458997"/>
                  <a:pt x="206781" y="458997"/>
                  <a:pt x="191787" y="451814"/>
                </a:cubicBezTo>
                <a:cubicBezTo>
                  <a:pt x="37082" y="377739"/>
                  <a:pt x="448" y="214774"/>
                  <a:pt x="0" y="125703"/>
                </a:cubicBezTo>
                <a:cubicBezTo>
                  <a:pt x="-90" y="102180"/>
                  <a:pt x="14636" y="82694"/>
                  <a:pt x="34388" y="74345"/>
                </a:cubicBezTo>
                <a:lnTo>
                  <a:pt x="203549" y="2606"/>
                </a:lnTo>
                <a:cubicBezTo>
                  <a:pt x="207229" y="901"/>
                  <a:pt x="211358" y="0"/>
                  <a:pt x="215491" y="0"/>
                </a:cubicBezTo>
                <a:cubicBezTo>
                  <a:pt x="219620" y="0"/>
                  <a:pt x="223753" y="896"/>
                  <a:pt x="227524" y="2606"/>
                </a:cubicBezTo>
                <a:lnTo>
                  <a:pt x="227524" y="26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8680" y="289728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账号：zenflux，密码：hrhr123456，所有使用者共用同一账号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21801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共享账号模式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1595380"/>
            <a:ext cx="457200" cy="457111"/>
          </a:xfrm>
          <a:custGeom>
            <a:avLst/>
            <a:gdLst/>
            <a:ahLst/>
            <a:cxnLst/>
            <a:rect l="l" t="t" r="r" b="b"/>
            <a:pathLst>
              <a:path w="457200" h="457111">
                <a:moveTo>
                  <a:pt x="185701" y="157132"/>
                </a:moveTo>
                <a:cubicBezTo>
                  <a:pt x="185701" y="94009"/>
                  <a:pt x="236857" y="42854"/>
                  <a:pt x="299978" y="42854"/>
                </a:cubicBezTo>
                <a:cubicBezTo>
                  <a:pt x="363099" y="42854"/>
                  <a:pt x="414255" y="94009"/>
                  <a:pt x="414255" y="157132"/>
                </a:cubicBezTo>
                <a:cubicBezTo>
                  <a:pt x="414255" y="220254"/>
                  <a:pt x="363099" y="271410"/>
                  <a:pt x="299978" y="271410"/>
                </a:cubicBezTo>
                <a:cubicBezTo>
                  <a:pt x="290692" y="271410"/>
                  <a:pt x="281676" y="270340"/>
                  <a:pt x="273104" y="268196"/>
                </a:cubicBezTo>
                <a:cubicBezTo>
                  <a:pt x="265871" y="266409"/>
                  <a:pt x="258195" y="268553"/>
                  <a:pt x="252928" y="273910"/>
                </a:cubicBezTo>
                <a:lnTo>
                  <a:pt x="226858" y="299979"/>
                </a:lnTo>
                <a:lnTo>
                  <a:pt x="178559" y="299979"/>
                </a:lnTo>
                <a:cubicBezTo>
                  <a:pt x="166686" y="299979"/>
                  <a:pt x="157130" y="309533"/>
                  <a:pt x="157130" y="321408"/>
                </a:cubicBezTo>
                <a:lnTo>
                  <a:pt x="157130" y="357122"/>
                </a:lnTo>
                <a:lnTo>
                  <a:pt x="121419" y="357122"/>
                </a:lnTo>
                <a:cubicBezTo>
                  <a:pt x="109545" y="357122"/>
                  <a:pt x="99990" y="366676"/>
                  <a:pt x="99990" y="378552"/>
                </a:cubicBezTo>
                <a:lnTo>
                  <a:pt x="99990" y="414266"/>
                </a:lnTo>
                <a:lnTo>
                  <a:pt x="42849" y="414266"/>
                </a:lnTo>
                <a:lnTo>
                  <a:pt x="42849" y="344538"/>
                </a:lnTo>
                <a:lnTo>
                  <a:pt x="183195" y="204192"/>
                </a:lnTo>
                <a:cubicBezTo>
                  <a:pt x="188462" y="198926"/>
                  <a:pt x="190607" y="191246"/>
                  <a:pt x="188910" y="184015"/>
                </a:cubicBezTo>
                <a:cubicBezTo>
                  <a:pt x="186858" y="175444"/>
                  <a:pt x="185696" y="166425"/>
                  <a:pt x="185696" y="157141"/>
                </a:cubicBezTo>
                <a:lnTo>
                  <a:pt x="185701" y="157132"/>
                </a:lnTo>
                <a:moveTo>
                  <a:pt x="299978" y="0"/>
                </a:moveTo>
                <a:cubicBezTo>
                  <a:pt x="213197" y="0"/>
                  <a:pt x="142848" y="70354"/>
                  <a:pt x="142848" y="157132"/>
                </a:cubicBezTo>
                <a:cubicBezTo>
                  <a:pt x="142848" y="165611"/>
                  <a:pt x="143474" y="173917"/>
                  <a:pt x="144814" y="182040"/>
                </a:cubicBezTo>
                <a:lnTo>
                  <a:pt x="6250" y="320512"/>
                </a:lnTo>
                <a:cubicBezTo>
                  <a:pt x="2231" y="324530"/>
                  <a:pt x="0" y="329975"/>
                  <a:pt x="0" y="335688"/>
                </a:cubicBezTo>
                <a:lnTo>
                  <a:pt x="0" y="435681"/>
                </a:lnTo>
                <a:cubicBezTo>
                  <a:pt x="0" y="447557"/>
                  <a:pt x="9551" y="457111"/>
                  <a:pt x="21429" y="457111"/>
                </a:cubicBezTo>
                <a:lnTo>
                  <a:pt x="121423" y="457111"/>
                </a:lnTo>
                <a:cubicBezTo>
                  <a:pt x="133297" y="457111"/>
                  <a:pt x="142852" y="447557"/>
                  <a:pt x="142852" y="435686"/>
                </a:cubicBezTo>
                <a:lnTo>
                  <a:pt x="142852" y="399976"/>
                </a:lnTo>
                <a:lnTo>
                  <a:pt x="178564" y="399976"/>
                </a:lnTo>
                <a:cubicBezTo>
                  <a:pt x="190438" y="399976"/>
                  <a:pt x="199993" y="390423"/>
                  <a:pt x="199993" y="378552"/>
                </a:cubicBezTo>
                <a:lnTo>
                  <a:pt x="199993" y="342842"/>
                </a:lnTo>
                <a:lnTo>
                  <a:pt x="235705" y="342842"/>
                </a:lnTo>
                <a:cubicBezTo>
                  <a:pt x="241420" y="342842"/>
                  <a:pt x="246865" y="340612"/>
                  <a:pt x="250884" y="336593"/>
                </a:cubicBezTo>
                <a:lnTo>
                  <a:pt x="275166" y="312312"/>
                </a:lnTo>
                <a:cubicBezTo>
                  <a:pt x="283290" y="313560"/>
                  <a:pt x="291593" y="314277"/>
                  <a:pt x="300074" y="314277"/>
                </a:cubicBezTo>
                <a:cubicBezTo>
                  <a:pt x="386855" y="314277"/>
                  <a:pt x="457205" y="243923"/>
                  <a:pt x="457205" y="157146"/>
                </a:cubicBezTo>
                <a:cubicBezTo>
                  <a:pt x="457205" y="70368"/>
                  <a:pt x="386764" y="14"/>
                  <a:pt x="299983" y="14"/>
                </a:cubicBezTo>
                <a:lnTo>
                  <a:pt x="299978" y="0"/>
                </a:lnTo>
                <a:moveTo>
                  <a:pt x="328548" y="157132"/>
                </a:moveTo>
                <a:cubicBezTo>
                  <a:pt x="344326" y="157132"/>
                  <a:pt x="357119" y="144342"/>
                  <a:pt x="357119" y="128562"/>
                </a:cubicBezTo>
                <a:cubicBezTo>
                  <a:pt x="357119" y="112783"/>
                  <a:pt x="344326" y="99993"/>
                  <a:pt x="328548" y="99993"/>
                </a:cubicBezTo>
                <a:cubicBezTo>
                  <a:pt x="312771" y="99993"/>
                  <a:pt x="299978" y="112783"/>
                  <a:pt x="299978" y="128562"/>
                </a:cubicBezTo>
                <a:cubicBezTo>
                  <a:pt x="299978" y="144342"/>
                  <a:pt x="312771" y="157132"/>
                  <a:pt x="328548" y="157132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主页仪表盘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按业务负责人维度统计，便于协调和沟通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业务负责人视图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P0/P1/P2 岗位的完成情况，确保高优先级岗位优先达成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优先级分布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按岗位展示计划与实际完成人数，快速定位进度滞后的岗位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岗位维度统计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当前月份的招聘计划总览，包括总目标人数和实际完成情况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月度目标概览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154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2040" y="1839553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826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34289" y="17147"/>
                </a:moveTo>
                <a:cubicBezTo>
                  <a:pt x="34289" y="7644"/>
                  <a:pt x="26646" y="4"/>
                  <a:pt x="17145" y="4"/>
                </a:cubicBezTo>
                <a:cubicBezTo>
                  <a:pt x="7643" y="4"/>
                  <a:pt x="0" y="7648"/>
                  <a:pt x="0" y="17150"/>
                </a:cubicBezTo>
                <a:lnTo>
                  <a:pt x="0" y="45727"/>
                </a:lnTo>
                <a:lnTo>
                  <a:pt x="0" y="250396"/>
                </a:lnTo>
                <a:lnTo>
                  <a:pt x="0" y="285757"/>
                </a:lnTo>
                <a:lnTo>
                  <a:pt x="0" y="348624"/>
                </a:lnTo>
                <a:cubicBezTo>
                  <a:pt x="0" y="358126"/>
                  <a:pt x="7643" y="365771"/>
                  <a:pt x="17145" y="365771"/>
                </a:cubicBezTo>
                <a:cubicBezTo>
                  <a:pt x="26646" y="365771"/>
                  <a:pt x="34289" y="358126"/>
                  <a:pt x="34289" y="348628"/>
                </a:cubicBezTo>
                <a:lnTo>
                  <a:pt x="34289" y="277191"/>
                </a:lnTo>
                <a:lnTo>
                  <a:pt x="91653" y="262831"/>
                </a:lnTo>
                <a:cubicBezTo>
                  <a:pt x="121013" y="255472"/>
                  <a:pt x="152089" y="258903"/>
                  <a:pt x="179165" y="272403"/>
                </a:cubicBezTo>
                <a:cubicBezTo>
                  <a:pt x="210740" y="288190"/>
                  <a:pt x="247388" y="290121"/>
                  <a:pt x="280390" y="277689"/>
                </a:cubicBezTo>
                <a:lnTo>
                  <a:pt x="305180" y="268402"/>
                </a:lnTo>
                <a:cubicBezTo>
                  <a:pt x="314110" y="265044"/>
                  <a:pt x="320040" y="256544"/>
                  <a:pt x="320040" y="246972"/>
                </a:cubicBezTo>
                <a:lnTo>
                  <a:pt x="320040" y="47161"/>
                </a:lnTo>
                <a:cubicBezTo>
                  <a:pt x="320040" y="30731"/>
                  <a:pt x="302751" y="20014"/>
                  <a:pt x="288036" y="27373"/>
                </a:cubicBezTo>
                <a:lnTo>
                  <a:pt x="281177" y="30801"/>
                </a:lnTo>
                <a:cubicBezTo>
                  <a:pt x="248101" y="47373"/>
                  <a:pt x="209168" y="47373"/>
                  <a:pt x="176092" y="30801"/>
                </a:cubicBezTo>
                <a:cubicBezTo>
                  <a:pt x="151017" y="18226"/>
                  <a:pt x="122230" y="15084"/>
                  <a:pt x="95010" y="21872"/>
                </a:cubicBezTo>
                <a:lnTo>
                  <a:pt x="34289" y="37161"/>
                </a:lnTo>
                <a:lnTo>
                  <a:pt x="34289" y="17147"/>
                </a:lnTo>
                <a:moveTo>
                  <a:pt x="34289" y="72508"/>
                </a:moveTo>
                <a:lnTo>
                  <a:pt x="103296" y="55219"/>
                </a:lnTo>
                <a:cubicBezTo>
                  <a:pt x="122585" y="50431"/>
                  <a:pt x="142943" y="52648"/>
                  <a:pt x="160730" y="61506"/>
                </a:cubicBezTo>
                <a:cubicBezTo>
                  <a:pt x="199948" y="81082"/>
                  <a:pt x="245528" y="82724"/>
                  <a:pt x="285748" y="66364"/>
                </a:cubicBezTo>
                <a:lnTo>
                  <a:pt x="285748" y="239101"/>
                </a:lnTo>
                <a:lnTo>
                  <a:pt x="268318" y="245601"/>
                </a:lnTo>
                <a:cubicBezTo>
                  <a:pt x="244245" y="254602"/>
                  <a:pt x="217454" y="253245"/>
                  <a:pt x="194453" y="241742"/>
                </a:cubicBezTo>
                <a:cubicBezTo>
                  <a:pt x="160020" y="224525"/>
                  <a:pt x="120658" y="220239"/>
                  <a:pt x="83297" y="229525"/>
                </a:cubicBezTo>
                <a:lnTo>
                  <a:pt x="34289" y="241811"/>
                </a:lnTo>
                <a:lnTo>
                  <a:pt x="34289" y="7250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03056" y="1816693"/>
            <a:ext cx="217169" cy="365760"/>
          </a:xfrm>
          <a:custGeom>
            <a:avLst/>
            <a:gdLst/>
            <a:ahLst/>
            <a:cxnLst/>
            <a:rect l="l" t="t" r="r" b="b"/>
            <a:pathLst>
              <a:path w="217169" h="365760">
                <a:moveTo>
                  <a:pt x="74287" y="34290"/>
                </a:moveTo>
                <a:cubicBezTo>
                  <a:pt x="74287" y="15351"/>
                  <a:pt x="89639" y="0"/>
                  <a:pt x="108578" y="0"/>
                </a:cubicBezTo>
                <a:cubicBezTo>
                  <a:pt x="127515" y="0"/>
                  <a:pt x="142869" y="15351"/>
                  <a:pt x="142869" y="34290"/>
                </a:cubicBezTo>
                <a:cubicBezTo>
                  <a:pt x="142869" y="53229"/>
                  <a:pt x="127517" y="68580"/>
                  <a:pt x="108578" y="68580"/>
                </a:cubicBezTo>
                <a:cubicBezTo>
                  <a:pt x="89641" y="68580"/>
                  <a:pt x="74287" y="53229"/>
                  <a:pt x="74287" y="34290"/>
                </a:cubicBezTo>
                <a:lnTo>
                  <a:pt x="74287" y="34290"/>
                </a:lnTo>
                <a:moveTo>
                  <a:pt x="97146" y="125803"/>
                </a:moveTo>
                <a:lnTo>
                  <a:pt x="97146" y="217170"/>
                </a:lnTo>
                <a:lnTo>
                  <a:pt x="120005" y="217170"/>
                </a:lnTo>
                <a:lnTo>
                  <a:pt x="120005" y="125803"/>
                </a:lnTo>
                <a:cubicBezTo>
                  <a:pt x="119506" y="125803"/>
                  <a:pt x="118935" y="125730"/>
                  <a:pt x="118361" y="125730"/>
                </a:cubicBezTo>
                <a:lnTo>
                  <a:pt x="98716" y="125730"/>
                </a:lnTo>
                <a:cubicBezTo>
                  <a:pt x="98145" y="125730"/>
                  <a:pt x="97646" y="125730"/>
                  <a:pt x="97072" y="125803"/>
                </a:cubicBezTo>
                <a:lnTo>
                  <a:pt x="97146" y="125803"/>
                </a:lnTo>
                <a:moveTo>
                  <a:pt x="97146" y="251460"/>
                </a:moveTo>
                <a:lnTo>
                  <a:pt x="97146" y="348617"/>
                </a:lnTo>
                <a:cubicBezTo>
                  <a:pt x="97146" y="358119"/>
                  <a:pt x="89502" y="365764"/>
                  <a:pt x="80001" y="365764"/>
                </a:cubicBezTo>
                <a:cubicBezTo>
                  <a:pt x="70500" y="365764"/>
                  <a:pt x="62855" y="358119"/>
                  <a:pt x="62855" y="348620"/>
                </a:cubicBezTo>
                <a:lnTo>
                  <a:pt x="62855" y="159738"/>
                </a:lnTo>
                <a:lnTo>
                  <a:pt x="32065" y="214174"/>
                </a:lnTo>
                <a:cubicBezTo>
                  <a:pt x="27422" y="222389"/>
                  <a:pt x="16920" y="225319"/>
                  <a:pt x="8704" y="220674"/>
                </a:cubicBezTo>
                <a:cubicBezTo>
                  <a:pt x="489" y="216029"/>
                  <a:pt x="-2441" y="205528"/>
                  <a:pt x="2204" y="197313"/>
                </a:cubicBezTo>
                <a:lnTo>
                  <a:pt x="44066" y="123374"/>
                </a:lnTo>
                <a:cubicBezTo>
                  <a:pt x="55211" y="103656"/>
                  <a:pt x="76142" y="91444"/>
                  <a:pt x="98786" y="91444"/>
                </a:cubicBezTo>
                <a:lnTo>
                  <a:pt x="118431" y="91444"/>
                </a:lnTo>
                <a:cubicBezTo>
                  <a:pt x="141077" y="91444"/>
                  <a:pt x="162008" y="103660"/>
                  <a:pt x="173151" y="123374"/>
                </a:cubicBezTo>
                <a:lnTo>
                  <a:pt x="214943" y="197313"/>
                </a:lnTo>
                <a:cubicBezTo>
                  <a:pt x="219586" y="205528"/>
                  <a:pt x="216728" y="216029"/>
                  <a:pt x="208443" y="220674"/>
                </a:cubicBezTo>
                <a:cubicBezTo>
                  <a:pt x="200156" y="225319"/>
                  <a:pt x="189728" y="222459"/>
                  <a:pt x="185082" y="214174"/>
                </a:cubicBezTo>
                <a:lnTo>
                  <a:pt x="154292" y="159738"/>
                </a:lnTo>
                <a:lnTo>
                  <a:pt x="154292" y="348620"/>
                </a:lnTo>
                <a:cubicBezTo>
                  <a:pt x="154292" y="358123"/>
                  <a:pt x="146648" y="365767"/>
                  <a:pt x="137147" y="365767"/>
                </a:cubicBezTo>
                <a:cubicBezTo>
                  <a:pt x="127646" y="365767"/>
                  <a:pt x="120001" y="358123"/>
                  <a:pt x="120001" y="348624"/>
                </a:cubicBezTo>
                <a:lnTo>
                  <a:pt x="120001" y="251471"/>
                </a:lnTo>
                <a:lnTo>
                  <a:pt x="97146" y="2514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110777" r="-110777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704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每个岗位对应一个业务负责人，明确协作责任人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业务负责人绑定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055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为每个岗位设定计划入职人数，作为考核目标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目标人数设定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2353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为每个岗位设定 P0（最高优先级）、P1、P2，确保资源合理分配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优先级标注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每个招聘计划按具体岗位进行拆分，明确目标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岗位拆分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以月为单位制定招聘计划，符合业务规划节奏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按月规划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6003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30003" y="15003"/>
                </a:moveTo>
                <a:cubicBezTo>
                  <a:pt x="30003" y="6689"/>
                  <a:pt x="23316" y="3"/>
                  <a:pt x="15001" y="3"/>
                </a:cubicBezTo>
                <a:cubicBezTo>
                  <a:pt x="6687" y="3"/>
                  <a:pt x="0" y="6692"/>
                  <a:pt x="0" y="15007"/>
                </a:cubicBezTo>
                <a:lnTo>
                  <a:pt x="0" y="40011"/>
                </a:lnTo>
                <a:lnTo>
                  <a:pt x="0" y="219096"/>
                </a:lnTo>
                <a:lnTo>
                  <a:pt x="0" y="250038"/>
                </a:lnTo>
                <a:lnTo>
                  <a:pt x="0" y="305046"/>
                </a:lnTo>
                <a:cubicBezTo>
                  <a:pt x="0" y="313361"/>
                  <a:pt x="6687" y="320050"/>
                  <a:pt x="15001" y="320050"/>
                </a:cubicBezTo>
                <a:cubicBezTo>
                  <a:pt x="23316" y="320050"/>
                  <a:pt x="30003" y="313361"/>
                  <a:pt x="30003" y="305049"/>
                </a:cubicBezTo>
                <a:lnTo>
                  <a:pt x="30003" y="242542"/>
                </a:lnTo>
                <a:lnTo>
                  <a:pt x="80196" y="229978"/>
                </a:lnTo>
                <a:cubicBezTo>
                  <a:pt x="105887" y="223538"/>
                  <a:pt x="133078" y="226540"/>
                  <a:pt x="156769" y="238353"/>
                </a:cubicBezTo>
                <a:cubicBezTo>
                  <a:pt x="184398" y="252166"/>
                  <a:pt x="216464" y="253856"/>
                  <a:pt x="245342" y="242978"/>
                </a:cubicBezTo>
                <a:lnTo>
                  <a:pt x="267033" y="234852"/>
                </a:lnTo>
                <a:cubicBezTo>
                  <a:pt x="274846" y="231914"/>
                  <a:pt x="280035" y="224476"/>
                  <a:pt x="280035" y="216101"/>
                </a:cubicBezTo>
                <a:lnTo>
                  <a:pt x="280035" y="41266"/>
                </a:lnTo>
                <a:cubicBezTo>
                  <a:pt x="280035" y="26890"/>
                  <a:pt x="264908" y="17513"/>
                  <a:pt x="252032" y="23952"/>
                </a:cubicBezTo>
                <a:lnTo>
                  <a:pt x="246030" y="26951"/>
                </a:lnTo>
                <a:cubicBezTo>
                  <a:pt x="217089" y="41452"/>
                  <a:pt x="183023" y="41452"/>
                  <a:pt x="154081" y="26951"/>
                </a:cubicBezTo>
                <a:cubicBezTo>
                  <a:pt x="132140" y="15948"/>
                  <a:pt x="106951" y="13199"/>
                  <a:pt x="83134" y="19138"/>
                </a:cubicBezTo>
                <a:lnTo>
                  <a:pt x="30003" y="32516"/>
                </a:lnTo>
                <a:lnTo>
                  <a:pt x="30003" y="15003"/>
                </a:lnTo>
                <a:moveTo>
                  <a:pt x="30003" y="63445"/>
                </a:moveTo>
                <a:lnTo>
                  <a:pt x="90384" y="48316"/>
                </a:lnTo>
                <a:cubicBezTo>
                  <a:pt x="107262" y="44127"/>
                  <a:pt x="125075" y="46067"/>
                  <a:pt x="140639" y="53818"/>
                </a:cubicBezTo>
                <a:cubicBezTo>
                  <a:pt x="174955" y="70946"/>
                  <a:pt x="214837" y="72383"/>
                  <a:pt x="250029" y="58068"/>
                </a:cubicBezTo>
                <a:lnTo>
                  <a:pt x="250029" y="209213"/>
                </a:lnTo>
                <a:lnTo>
                  <a:pt x="234779" y="214900"/>
                </a:lnTo>
                <a:cubicBezTo>
                  <a:pt x="213714" y="222777"/>
                  <a:pt x="190273" y="221589"/>
                  <a:pt x="170147" y="211524"/>
                </a:cubicBezTo>
                <a:cubicBezTo>
                  <a:pt x="140017" y="196460"/>
                  <a:pt x="105576" y="192709"/>
                  <a:pt x="72885" y="200835"/>
                </a:cubicBezTo>
                <a:lnTo>
                  <a:pt x="30003" y="211585"/>
                </a:lnTo>
                <a:lnTo>
                  <a:pt x="30003" y="6344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73135" y="1439858"/>
            <a:ext cx="320040" cy="268421"/>
          </a:xfrm>
          <a:custGeom>
            <a:avLst/>
            <a:gdLst/>
            <a:ahLst/>
            <a:cxnLst/>
            <a:rect l="l" t="t" r="r" b="b"/>
            <a:pathLst>
              <a:path w="320040" h="268421">
                <a:moveTo>
                  <a:pt x="15487" y="0"/>
                </a:moveTo>
                <a:cubicBezTo>
                  <a:pt x="6906" y="0"/>
                  <a:pt x="0" y="6904"/>
                  <a:pt x="0" y="15485"/>
                </a:cubicBezTo>
                <a:lnTo>
                  <a:pt x="0" y="46456"/>
                </a:lnTo>
                <a:cubicBezTo>
                  <a:pt x="0" y="55037"/>
                  <a:pt x="6903" y="61941"/>
                  <a:pt x="15487" y="61941"/>
                </a:cubicBezTo>
                <a:lnTo>
                  <a:pt x="46457" y="61941"/>
                </a:lnTo>
                <a:cubicBezTo>
                  <a:pt x="55037" y="61941"/>
                  <a:pt x="61944" y="55037"/>
                  <a:pt x="61944" y="46456"/>
                </a:cubicBezTo>
                <a:lnTo>
                  <a:pt x="61944" y="15485"/>
                </a:lnTo>
                <a:cubicBezTo>
                  <a:pt x="61944" y="6904"/>
                  <a:pt x="55040" y="0"/>
                  <a:pt x="46457" y="0"/>
                </a:cubicBezTo>
                <a:lnTo>
                  <a:pt x="15487" y="0"/>
                </a:lnTo>
                <a:moveTo>
                  <a:pt x="108401" y="15485"/>
                </a:moveTo>
                <a:cubicBezTo>
                  <a:pt x="99820" y="15485"/>
                  <a:pt x="92914" y="22389"/>
                  <a:pt x="92914" y="30970"/>
                </a:cubicBezTo>
                <a:cubicBezTo>
                  <a:pt x="92914" y="39552"/>
                  <a:pt x="99817" y="46456"/>
                  <a:pt x="108401" y="46456"/>
                </a:cubicBezTo>
                <a:lnTo>
                  <a:pt x="304553" y="46456"/>
                </a:lnTo>
                <a:cubicBezTo>
                  <a:pt x="313134" y="46456"/>
                  <a:pt x="320040" y="39552"/>
                  <a:pt x="320040" y="30970"/>
                </a:cubicBezTo>
                <a:cubicBezTo>
                  <a:pt x="320040" y="22389"/>
                  <a:pt x="313137" y="15485"/>
                  <a:pt x="304553" y="15485"/>
                </a:cubicBezTo>
                <a:lnTo>
                  <a:pt x="108401" y="15485"/>
                </a:lnTo>
                <a:moveTo>
                  <a:pt x="108401" y="118725"/>
                </a:moveTo>
                <a:cubicBezTo>
                  <a:pt x="99820" y="118725"/>
                  <a:pt x="92914" y="125629"/>
                  <a:pt x="92914" y="134210"/>
                </a:cubicBezTo>
                <a:cubicBezTo>
                  <a:pt x="92914" y="142792"/>
                  <a:pt x="99817" y="149695"/>
                  <a:pt x="108401" y="149695"/>
                </a:cubicBezTo>
                <a:lnTo>
                  <a:pt x="304553" y="149695"/>
                </a:lnTo>
                <a:cubicBezTo>
                  <a:pt x="313134" y="149695"/>
                  <a:pt x="320040" y="142792"/>
                  <a:pt x="320040" y="134210"/>
                </a:cubicBezTo>
                <a:cubicBezTo>
                  <a:pt x="320040" y="125629"/>
                  <a:pt x="313137" y="118725"/>
                  <a:pt x="304553" y="118725"/>
                </a:cubicBezTo>
                <a:lnTo>
                  <a:pt x="108401" y="118725"/>
                </a:lnTo>
                <a:moveTo>
                  <a:pt x="108401" y="221962"/>
                </a:moveTo>
                <a:cubicBezTo>
                  <a:pt x="99820" y="221962"/>
                  <a:pt x="92914" y="228866"/>
                  <a:pt x="92914" y="237448"/>
                </a:cubicBezTo>
                <a:cubicBezTo>
                  <a:pt x="92914" y="246029"/>
                  <a:pt x="99817" y="252933"/>
                  <a:pt x="108401" y="252933"/>
                </a:cubicBezTo>
                <a:lnTo>
                  <a:pt x="304553" y="252933"/>
                </a:lnTo>
                <a:cubicBezTo>
                  <a:pt x="313134" y="252933"/>
                  <a:pt x="320040" y="246029"/>
                  <a:pt x="320040" y="237448"/>
                </a:cubicBezTo>
                <a:cubicBezTo>
                  <a:pt x="320040" y="228866"/>
                  <a:pt x="313137" y="221962"/>
                  <a:pt x="304553" y="221962"/>
                </a:cubicBezTo>
                <a:lnTo>
                  <a:pt x="108401" y="221962"/>
                </a:lnTo>
                <a:moveTo>
                  <a:pt x="0" y="118725"/>
                </a:moveTo>
                <a:lnTo>
                  <a:pt x="0" y="149695"/>
                </a:lnTo>
                <a:cubicBezTo>
                  <a:pt x="0" y="158277"/>
                  <a:pt x="6903" y="165181"/>
                  <a:pt x="15487" y="165181"/>
                </a:cubicBezTo>
                <a:lnTo>
                  <a:pt x="46457" y="165181"/>
                </a:lnTo>
                <a:cubicBezTo>
                  <a:pt x="55037" y="165181"/>
                  <a:pt x="61944" y="158277"/>
                  <a:pt x="61944" y="149695"/>
                </a:cubicBezTo>
                <a:lnTo>
                  <a:pt x="61944" y="118725"/>
                </a:lnTo>
                <a:cubicBezTo>
                  <a:pt x="61944" y="110144"/>
                  <a:pt x="55040" y="103240"/>
                  <a:pt x="46457" y="103240"/>
                </a:cubicBezTo>
                <a:lnTo>
                  <a:pt x="15487" y="103240"/>
                </a:lnTo>
                <a:cubicBezTo>
                  <a:pt x="6906" y="103240"/>
                  <a:pt x="0" y="110144"/>
                  <a:pt x="0" y="118725"/>
                </a:cubicBezTo>
                <a:lnTo>
                  <a:pt x="0" y="118725"/>
                </a:lnTo>
                <a:moveTo>
                  <a:pt x="15487" y="206477"/>
                </a:moveTo>
                <a:cubicBezTo>
                  <a:pt x="6906" y="206477"/>
                  <a:pt x="0" y="213381"/>
                  <a:pt x="0" y="221962"/>
                </a:cubicBezTo>
                <a:lnTo>
                  <a:pt x="0" y="252933"/>
                </a:lnTo>
                <a:cubicBezTo>
                  <a:pt x="0" y="261514"/>
                  <a:pt x="6903" y="268418"/>
                  <a:pt x="15487" y="268418"/>
                </a:cubicBezTo>
                <a:lnTo>
                  <a:pt x="46457" y="268418"/>
                </a:lnTo>
                <a:cubicBezTo>
                  <a:pt x="55037" y="268418"/>
                  <a:pt x="61944" y="261514"/>
                  <a:pt x="61944" y="252933"/>
                </a:cubicBezTo>
                <a:lnTo>
                  <a:pt x="61944" y="221962"/>
                </a:lnTo>
                <a:cubicBezTo>
                  <a:pt x="61944" y="213381"/>
                  <a:pt x="55040" y="206477"/>
                  <a:pt x="46457" y="206477"/>
                </a:cubicBezTo>
                <a:lnTo>
                  <a:pt x="15487" y="20647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057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3135" y="3903747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42239" y="0"/>
                </a:moveTo>
                <a:cubicBezTo>
                  <a:pt x="132404" y="0"/>
                  <a:pt x="124457" y="7946"/>
                  <a:pt x="124457" y="17780"/>
                </a:cubicBezTo>
                <a:lnTo>
                  <a:pt x="124457" y="53340"/>
                </a:lnTo>
                <a:cubicBezTo>
                  <a:pt x="124457" y="63174"/>
                  <a:pt x="132404" y="71120"/>
                  <a:pt x="142239" y="71120"/>
                </a:cubicBezTo>
                <a:lnTo>
                  <a:pt x="177798" y="71120"/>
                </a:lnTo>
                <a:cubicBezTo>
                  <a:pt x="187633" y="71120"/>
                  <a:pt x="195580" y="63174"/>
                  <a:pt x="195580" y="53340"/>
                </a:cubicBezTo>
                <a:lnTo>
                  <a:pt x="195580" y="17780"/>
                </a:lnTo>
                <a:cubicBezTo>
                  <a:pt x="195580" y="7946"/>
                  <a:pt x="187633" y="0"/>
                  <a:pt x="177798" y="0"/>
                </a:cubicBezTo>
                <a:lnTo>
                  <a:pt x="142239" y="0"/>
                </a:lnTo>
                <a:moveTo>
                  <a:pt x="106679" y="35560"/>
                </a:moveTo>
                <a:lnTo>
                  <a:pt x="35560" y="35560"/>
                </a:lnTo>
                <a:cubicBezTo>
                  <a:pt x="15948" y="35560"/>
                  <a:pt x="0" y="51505"/>
                  <a:pt x="0" y="71120"/>
                </a:cubicBezTo>
                <a:lnTo>
                  <a:pt x="0" y="248920"/>
                </a:lnTo>
                <a:cubicBezTo>
                  <a:pt x="0" y="268535"/>
                  <a:pt x="15948" y="284480"/>
                  <a:pt x="35560" y="284480"/>
                </a:cubicBezTo>
                <a:lnTo>
                  <a:pt x="284480" y="284480"/>
                </a:lnTo>
                <a:cubicBezTo>
                  <a:pt x="304092" y="284480"/>
                  <a:pt x="320040" y="268535"/>
                  <a:pt x="320040" y="248920"/>
                </a:cubicBezTo>
                <a:lnTo>
                  <a:pt x="320040" y="71120"/>
                </a:lnTo>
                <a:cubicBezTo>
                  <a:pt x="320040" y="51505"/>
                  <a:pt x="304092" y="35560"/>
                  <a:pt x="284480" y="35560"/>
                </a:cubicBezTo>
                <a:lnTo>
                  <a:pt x="213361" y="35560"/>
                </a:lnTo>
                <a:lnTo>
                  <a:pt x="213361" y="62230"/>
                </a:lnTo>
                <a:lnTo>
                  <a:pt x="284480" y="62230"/>
                </a:lnTo>
                <a:cubicBezTo>
                  <a:pt x="289371" y="62230"/>
                  <a:pt x="293371" y="66230"/>
                  <a:pt x="293371" y="71120"/>
                </a:cubicBezTo>
                <a:lnTo>
                  <a:pt x="293371" y="248920"/>
                </a:lnTo>
                <a:cubicBezTo>
                  <a:pt x="293371" y="253810"/>
                  <a:pt x="289371" y="257810"/>
                  <a:pt x="284480" y="257810"/>
                </a:cubicBezTo>
                <a:lnTo>
                  <a:pt x="35560" y="257810"/>
                </a:lnTo>
                <a:cubicBezTo>
                  <a:pt x="30669" y="257810"/>
                  <a:pt x="26669" y="253810"/>
                  <a:pt x="26669" y="248920"/>
                </a:cubicBezTo>
                <a:lnTo>
                  <a:pt x="26669" y="71120"/>
                </a:lnTo>
                <a:cubicBezTo>
                  <a:pt x="26669" y="66230"/>
                  <a:pt x="30669" y="62230"/>
                  <a:pt x="35560" y="62230"/>
                </a:cubicBezTo>
                <a:lnTo>
                  <a:pt x="106679" y="62230"/>
                </a:lnTo>
                <a:lnTo>
                  <a:pt x="106679" y="35560"/>
                </a:lnTo>
                <a:moveTo>
                  <a:pt x="160020" y="168910"/>
                </a:moveTo>
                <a:cubicBezTo>
                  <a:pt x="179658" y="168910"/>
                  <a:pt x="195580" y="152990"/>
                  <a:pt x="195580" y="133350"/>
                </a:cubicBezTo>
                <a:cubicBezTo>
                  <a:pt x="195580" y="113710"/>
                  <a:pt x="179658" y="97790"/>
                  <a:pt x="160020" y="97790"/>
                </a:cubicBezTo>
                <a:cubicBezTo>
                  <a:pt x="140382" y="97790"/>
                  <a:pt x="124460" y="113710"/>
                  <a:pt x="124460" y="133350"/>
                </a:cubicBezTo>
                <a:cubicBezTo>
                  <a:pt x="124460" y="152990"/>
                  <a:pt x="140382" y="168910"/>
                  <a:pt x="160020" y="168910"/>
                </a:cubicBezTo>
                <a:moveTo>
                  <a:pt x="142239" y="186690"/>
                </a:moveTo>
                <a:cubicBezTo>
                  <a:pt x="117679" y="186690"/>
                  <a:pt x="97788" y="206581"/>
                  <a:pt x="97788" y="231140"/>
                </a:cubicBezTo>
                <a:cubicBezTo>
                  <a:pt x="97788" y="236030"/>
                  <a:pt x="101789" y="240030"/>
                  <a:pt x="106679" y="240030"/>
                </a:cubicBezTo>
                <a:lnTo>
                  <a:pt x="213358" y="240030"/>
                </a:lnTo>
                <a:cubicBezTo>
                  <a:pt x="218248" y="240030"/>
                  <a:pt x="222249" y="236030"/>
                  <a:pt x="222249" y="231140"/>
                </a:cubicBezTo>
                <a:cubicBezTo>
                  <a:pt x="222249" y="206581"/>
                  <a:pt x="202358" y="186690"/>
                  <a:pt x="177798" y="186690"/>
                </a:cubicBezTo>
                <a:lnTo>
                  <a:pt x="142239" y="1866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0063" y="3885967"/>
            <a:ext cx="190023" cy="320040"/>
          </a:xfrm>
          <a:custGeom>
            <a:avLst/>
            <a:gdLst/>
            <a:ahLst/>
            <a:cxnLst/>
            <a:rect l="l" t="t" r="r" b="b"/>
            <a:pathLst>
              <a:path w="190023" h="320040">
                <a:moveTo>
                  <a:pt x="65001" y="30004"/>
                </a:moveTo>
                <a:cubicBezTo>
                  <a:pt x="65001" y="13432"/>
                  <a:pt x="78434" y="0"/>
                  <a:pt x="95006" y="0"/>
                </a:cubicBezTo>
                <a:cubicBezTo>
                  <a:pt x="111576" y="0"/>
                  <a:pt x="125010" y="13432"/>
                  <a:pt x="125010" y="30004"/>
                </a:cubicBezTo>
                <a:cubicBezTo>
                  <a:pt x="125010" y="46575"/>
                  <a:pt x="111578" y="60008"/>
                  <a:pt x="95006" y="60008"/>
                </a:cubicBezTo>
                <a:cubicBezTo>
                  <a:pt x="78436" y="60008"/>
                  <a:pt x="65001" y="46575"/>
                  <a:pt x="65001" y="30004"/>
                </a:cubicBezTo>
                <a:lnTo>
                  <a:pt x="65001" y="30004"/>
                </a:lnTo>
                <a:moveTo>
                  <a:pt x="85003" y="110078"/>
                </a:moveTo>
                <a:lnTo>
                  <a:pt x="85003" y="190024"/>
                </a:lnTo>
                <a:lnTo>
                  <a:pt x="105005" y="190024"/>
                </a:lnTo>
                <a:lnTo>
                  <a:pt x="105005" y="110078"/>
                </a:lnTo>
                <a:cubicBezTo>
                  <a:pt x="104568" y="110078"/>
                  <a:pt x="104068" y="110014"/>
                  <a:pt x="103566" y="110014"/>
                </a:cubicBezTo>
                <a:lnTo>
                  <a:pt x="86377" y="110014"/>
                </a:lnTo>
                <a:cubicBezTo>
                  <a:pt x="85877" y="110014"/>
                  <a:pt x="85440" y="110014"/>
                  <a:pt x="84938" y="110078"/>
                </a:cubicBezTo>
                <a:lnTo>
                  <a:pt x="85003" y="110078"/>
                </a:lnTo>
                <a:moveTo>
                  <a:pt x="85003" y="220028"/>
                </a:moveTo>
                <a:lnTo>
                  <a:pt x="85003" y="305040"/>
                </a:lnTo>
                <a:cubicBezTo>
                  <a:pt x="85003" y="313354"/>
                  <a:pt x="78314" y="320043"/>
                  <a:pt x="70001" y="320043"/>
                </a:cubicBezTo>
                <a:cubicBezTo>
                  <a:pt x="61687" y="320043"/>
                  <a:pt x="54998" y="313354"/>
                  <a:pt x="54998" y="305043"/>
                </a:cubicBezTo>
                <a:lnTo>
                  <a:pt x="54998" y="139771"/>
                </a:lnTo>
                <a:lnTo>
                  <a:pt x="28057" y="187403"/>
                </a:lnTo>
                <a:cubicBezTo>
                  <a:pt x="23994" y="194591"/>
                  <a:pt x="14805" y="197154"/>
                  <a:pt x="7616" y="193090"/>
                </a:cubicBezTo>
                <a:cubicBezTo>
                  <a:pt x="427" y="189025"/>
                  <a:pt x="-2136" y="179837"/>
                  <a:pt x="1929" y="172649"/>
                </a:cubicBezTo>
                <a:lnTo>
                  <a:pt x="38557" y="107953"/>
                </a:lnTo>
                <a:cubicBezTo>
                  <a:pt x="48309" y="90699"/>
                  <a:pt x="66624" y="80013"/>
                  <a:pt x="86437" y="80013"/>
                </a:cubicBezTo>
                <a:lnTo>
                  <a:pt x="103627" y="80013"/>
                </a:lnTo>
                <a:cubicBezTo>
                  <a:pt x="123443" y="80013"/>
                  <a:pt x="141757" y="90703"/>
                  <a:pt x="151507" y="107953"/>
                </a:cubicBezTo>
                <a:lnTo>
                  <a:pt x="188075" y="172649"/>
                </a:lnTo>
                <a:cubicBezTo>
                  <a:pt x="192138" y="179837"/>
                  <a:pt x="189637" y="189025"/>
                  <a:pt x="182388" y="193090"/>
                </a:cubicBezTo>
                <a:cubicBezTo>
                  <a:pt x="175136" y="197154"/>
                  <a:pt x="166012" y="194652"/>
                  <a:pt x="161947" y="187403"/>
                </a:cubicBezTo>
                <a:lnTo>
                  <a:pt x="135005" y="139771"/>
                </a:lnTo>
                <a:lnTo>
                  <a:pt x="135005" y="305043"/>
                </a:lnTo>
                <a:cubicBezTo>
                  <a:pt x="135005" y="313358"/>
                  <a:pt x="128317" y="320046"/>
                  <a:pt x="120003" y="320046"/>
                </a:cubicBezTo>
                <a:cubicBezTo>
                  <a:pt x="111690" y="320046"/>
                  <a:pt x="105001" y="313358"/>
                  <a:pt x="105001" y="305046"/>
                </a:cubicBezTo>
                <a:lnTo>
                  <a:pt x="105001" y="220037"/>
                </a:lnTo>
                <a:lnTo>
                  <a:pt x="85003" y="22002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候选人招聘流程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7649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1295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6354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6959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6804" y="2123123"/>
            <a:ext cx="2532888" cy="3270960"/>
          </a:xfrm>
          <a:custGeom>
            <a:avLst/>
            <a:gdLst/>
            <a:ahLst/>
            <a:cxnLst/>
            <a:rect l="l" t="t" r="r" b="b"/>
            <a:pathLst>
              <a:path w="2532888" h="3270960">
                <a:moveTo>
                  <a:pt x="0" y="0"/>
                </a:moveTo>
                <a:lnTo>
                  <a:pt x="2124358" y="0"/>
                </a:lnTo>
                <a:lnTo>
                  <a:pt x="2532888" y="1635480"/>
                </a:lnTo>
                <a:lnTo>
                  <a:pt x="2124358" y="3270960"/>
                </a:lnTo>
                <a:lnTo>
                  <a:pt x="0" y="3270960"/>
                </a:lnTo>
                <a:lnTo>
                  <a:pt x="408530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3171" y="338508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7766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0C53B7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6413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12289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0C53B7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18398" y="337233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18362" y="3565853"/>
            <a:ext cx="315000" cy="360000"/>
          </a:xfrm>
          <a:custGeom>
            <a:avLst/>
            <a:gdLst/>
            <a:ahLst/>
            <a:cxnLst/>
            <a:rect l="l" t="t" r="r" b="b"/>
            <a:pathLst>
              <a:path w="315000" h="360000">
                <a:moveTo>
                  <a:pt x="106876" y="16877"/>
                </a:moveTo>
                <a:cubicBezTo>
                  <a:pt x="106876" y="7524"/>
                  <a:pt x="99354" y="4"/>
                  <a:pt x="90002" y="4"/>
                </a:cubicBezTo>
                <a:cubicBezTo>
                  <a:pt x="80649" y="4"/>
                  <a:pt x="73127" y="7528"/>
                  <a:pt x="73127" y="16880"/>
                </a:cubicBezTo>
                <a:lnTo>
                  <a:pt x="73127" y="45007"/>
                </a:lnTo>
                <a:lnTo>
                  <a:pt x="45001" y="45007"/>
                </a:lnTo>
                <a:cubicBezTo>
                  <a:pt x="20182" y="45007"/>
                  <a:pt x="0" y="65185"/>
                  <a:pt x="0" y="90007"/>
                </a:cubicBezTo>
                <a:lnTo>
                  <a:pt x="0" y="101257"/>
                </a:lnTo>
                <a:lnTo>
                  <a:pt x="0" y="135007"/>
                </a:lnTo>
                <a:lnTo>
                  <a:pt x="0" y="315007"/>
                </a:lnTo>
                <a:cubicBezTo>
                  <a:pt x="0" y="339829"/>
                  <a:pt x="20179" y="360007"/>
                  <a:pt x="45001" y="360007"/>
                </a:cubicBezTo>
                <a:lnTo>
                  <a:pt x="270002" y="360007"/>
                </a:lnTo>
                <a:cubicBezTo>
                  <a:pt x="294821" y="360007"/>
                  <a:pt x="315003" y="339829"/>
                  <a:pt x="315003" y="315007"/>
                </a:cubicBezTo>
                <a:lnTo>
                  <a:pt x="315003" y="135007"/>
                </a:lnTo>
                <a:lnTo>
                  <a:pt x="315003" y="101257"/>
                </a:lnTo>
                <a:lnTo>
                  <a:pt x="315003" y="90007"/>
                </a:lnTo>
                <a:cubicBezTo>
                  <a:pt x="315003" y="65185"/>
                  <a:pt x="294824" y="45007"/>
                  <a:pt x="270002" y="45007"/>
                </a:cubicBezTo>
                <a:lnTo>
                  <a:pt x="241876" y="45007"/>
                </a:lnTo>
                <a:lnTo>
                  <a:pt x="241876" y="16884"/>
                </a:lnTo>
                <a:cubicBezTo>
                  <a:pt x="241876" y="7531"/>
                  <a:pt x="234354" y="11"/>
                  <a:pt x="225001" y="11"/>
                </a:cubicBezTo>
                <a:cubicBezTo>
                  <a:pt x="215649" y="11"/>
                  <a:pt x="208127" y="7535"/>
                  <a:pt x="208127" y="16888"/>
                </a:cubicBezTo>
                <a:lnTo>
                  <a:pt x="208127" y="45014"/>
                </a:lnTo>
                <a:lnTo>
                  <a:pt x="106876" y="45014"/>
                </a:lnTo>
                <a:lnTo>
                  <a:pt x="106876" y="16877"/>
                </a:lnTo>
                <a:moveTo>
                  <a:pt x="33749" y="135000"/>
                </a:moveTo>
                <a:lnTo>
                  <a:pt x="281248" y="135000"/>
                </a:lnTo>
                <a:lnTo>
                  <a:pt x="281248" y="315000"/>
                </a:lnTo>
                <a:cubicBezTo>
                  <a:pt x="281248" y="321188"/>
                  <a:pt x="276186" y="326250"/>
                  <a:pt x="269999" y="326250"/>
                </a:cubicBezTo>
                <a:lnTo>
                  <a:pt x="44998" y="326250"/>
                </a:lnTo>
                <a:cubicBezTo>
                  <a:pt x="38811" y="326250"/>
                  <a:pt x="33749" y="321188"/>
                  <a:pt x="33749" y="315000"/>
                </a:cubicBezTo>
                <a:lnTo>
                  <a:pt x="33749" y="135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729311" y="3105515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确定面试时间并发送邀请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29311" y="2633644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面试邀约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62878" y="3567082"/>
            <a:ext cx="213749" cy="360000"/>
          </a:xfrm>
          <a:custGeom>
            <a:avLst/>
            <a:gdLst/>
            <a:ahLst/>
            <a:cxnLst/>
            <a:rect l="l" t="t" r="r" b="b"/>
            <a:pathLst>
              <a:path w="213749" h="360000">
                <a:moveTo>
                  <a:pt x="73117" y="33750"/>
                </a:moveTo>
                <a:cubicBezTo>
                  <a:pt x="73117" y="15109"/>
                  <a:pt x="88227" y="0"/>
                  <a:pt x="106868" y="0"/>
                </a:cubicBezTo>
                <a:cubicBezTo>
                  <a:pt x="125507" y="0"/>
                  <a:pt x="140619" y="15109"/>
                  <a:pt x="140619" y="33750"/>
                </a:cubicBezTo>
                <a:cubicBezTo>
                  <a:pt x="140619" y="52391"/>
                  <a:pt x="125509" y="67500"/>
                  <a:pt x="106868" y="67500"/>
                </a:cubicBezTo>
                <a:cubicBezTo>
                  <a:pt x="88229" y="67500"/>
                  <a:pt x="73117" y="52391"/>
                  <a:pt x="73117" y="33750"/>
                </a:cubicBezTo>
                <a:moveTo>
                  <a:pt x="95616" y="123822"/>
                </a:moveTo>
                <a:lnTo>
                  <a:pt x="95616" y="213750"/>
                </a:lnTo>
                <a:lnTo>
                  <a:pt x="118116" y="213750"/>
                </a:lnTo>
                <a:lnTo>
                  <a:pt x="118116" y="123822"/>
                </a:lnTo>
                <a:cubicBezTo>
                  <a:pt x="117624" y="123822"/>
                  <a:pt x="117062" y="123750"/>
                  <a:pt x="116497" y="123750"/>
                </a:cubicBezTo>
                <a:lnTo>
                  <a:pt x="97162" y="123750"/>
                </a:lnTo>
                <a:cubicBezTo>
                  <a:pt x="96600" y="123750"/>
                  <a:pt x="96108" y="123750"/>
                  <a:pt x="95544" y="123822"/>
                </a:cubicBezTo>
                <a:lnTo>
                  <a:pt x="95616" y="123822"/>
                </a:lnTo>
                <a:moveTo>
                  <a:pt x="95616" y="247500"/>
                </a:moveTo>
                <a:lnTo>
                  <a:pt x="95616" y="343127"/>
                </a:lnTo>
                <a:cubicBezTo>
                  <a:pt x="95616" y="352480"/>
                  <a:pt x="88092" y="360004"/>
                  <a:pt x="78741" y="360004"/>
                </a:cubicBezTo>
                <a:cubicBezTo>
                  <a:pt x="69389" y="360004"/>
                  <a:pt x="61865" y="352480"/>
                  <a:pt x="61865" y="343130"/>
                </a:cubicBezTo>
                <a:lnTo>
                  <a:pt x="61865" y="157223"/>
                </a:lnTo>
                <a:lnTo>
                  <a:pt x="31560" y="210802"/>
                </a:lnTo>
                <a:cubicBezTo>
                  <a:pt x="26990" y="218887"/>
                  <a:pt x="16653" y="221771"/>
                  <a:pt x="8567" y="217199"/>
                </a:cubicBezTo>
                <a:cubicBezTo>
                  <a:pt x="481" y="212627"/>
                  <a:pt x="-2402" y="202291"/>
                  <a:pt x="2170" y="194206"/>
                </a:cubicBezTo>
                <a:lnTo>
                  <a:pt x="43372" y="121432"/>
                </a:lnTo>
                <a:cubicBezTo>
                  <a:pt x="54342" y="102024"/>
                  <a:pt x="74943" y="90004"/>
                  <a:pt x="97230" y="90004"/>
                </a:cubicBezTo>
                <a:lnTo>
                  <a:pt x="116566" y="90004"/>
                </a:lnTo>
                <a:cubicBezTo>
                  <a:pt x="138856" y="90004"/>
                  <a:pt x="159457" y="102028"/>
                  <a:pt x="170424" y="121432"/>
                </a:cubicBezTo>
                <a:lnTo>
                  <a:pt x="211558" y="194206"/>
                </a:lnTo>
                <a:cubicBezTo>
                  <a:pt x="216128" y="202291"/>
                  <a:pt x="213315" y="212627"/>
                  <a:pt x="205161" y="217199"/>
                </a:cubicBezTo>
                <a:cubicBezTo>
                  <a:pt x="197004" y="221771"/>
                  <a:pt x="186740" y="218956"/>
                  <a:pt x="182168" y="210802"/>
                </a:cubicBezTo>
                <a:lnTo>
                  <a:pt x="151863" y="157223"/>
                </a:lnTo>
                <a:lnTo>
                  <a:pt x="151863" y="343130"/>
                </a:lnTo>
                <a:cubicBezTo>
                  <a:pt x="151863" y="352483"/>
                  <a:pt x="144339" y="360007"/>
                  <a:pt x="134987" y="360007"/>
                </a:cubicBezTo>
                <a:cubicBezTo>
                  <a:pt x="125636" y="360007"/>
                  <a:pt x="118112" y="352483"/>
                  <a:pt x="118112" y="343134"/>
                </a:cubicBezTo>
                <a:lnTo>
                  <a:pt x="118112" y="247511"/>
                </a:lnTo>
                <a:lnTo>
                  <a:pt x="95616" y="2475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23202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推给业务负责人进一步评估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3202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业务负责人筛选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3877" y="3567090"/>
            <a:ext cx="360000" cy="359984"/>
          </a:xfrm>
          <a:custGeom>
            <a:avLst/>
            <a:gdLst/>
            <a:ahLst/>
            <a:cxnLst/>
            <a:rect l="l" t="t" r="r" b="b"/>
            <a:pathLst>
              <a:path w="360000" h="359984">
                <a:moveTo>
                  <a:pt x="146250" y="292498"/>
                </a:moveTo>
                <a:cubicBezTo>
                  <a:pt x="146250" y="273865"/>
                  <a:pt x="131134" y="258750"/>
                  <a:pt x="112500" y="258750"/>
                </a:cubicBezTo>
                <a:lnTo>
                  <a:pt x="45000" y="258750"/>
                </a:lnTo>
                <a:cubicBezTo>
                  <a:pt x="38812" y="258750"/>
                  <a:pt x="33750" y="253688"/>
                  <a:pt x="33750" y="247500"/>
                </a:cubicBezTo>
                <a:lnTo>
                  <a:pt x="33750" y="45002"/>
                </a:lnTo>
                <a:cubicBezTo>
                  <a:pt x="33750" y="38814"/>
                  <a:pt x="38812" y="33752"/>
                  <a:pt x="45000" y="33752"/>
                </a:cubicBezTo>
                <a:lnTo>
                  <a:pt x="315000" y="33752"/>
                </a:lnTo>
                <a:cubicBezTo>
                  <a:pt x="321188" y="33752"/>
                  <a:pt x="326250" y="38814"/>
                  <a:pt x="326250" y="45002"/>
                </a:cubicBezTo>
                <a:lnTo>
                  <a:pt x="326250" y="247500"/>
                </a:lnTo>
                <a:cubicBezTo>
                  <a:pt x="326250" y="253688"/>
                  <a:pt x="321188" y="258750"/>
                  <a:pt x="315000" y="258750"/>
                </a:cubicBezTo>
                <a:lnTo>
                  <a:pt x="217476" y="258750"/>
                </a:lnTo>
                <a:cubicBezTo>
                  <a:pt x="210164" y="258750"/>
                  <a:pt x="203062" y="261140"/>
                  <a:pt x="197226" y="265499"/>
                </a:cubicBezTo>
                <a:lnTo>
                  <a:pt x="146250" y="303748"/>
                </a:lnTo>
                <a:lnTo>
                  <a:pt x="146250" y="292498"/>
                </a:lnTo>
                <a:moveTo>
                  <a:pt x="146110" y="346078"/>
                </a:moveTo>
                <a:lnTo>
                  <a:pt x="146250" y="345938"/>
                </a:lnTo>
                <a:lnTo>
                  <a:pt x="217476" y="292502"/>
                </a:lnTo>
                <a:lnTo>
                  <a:pt x="315000" y="292502"/>
                </a:lnTo>
                <a:cubicBezTo>
                  <a:pt x="339822" y="292502"/>
                  <a:pt x="360000" y="272321"/>
                  <a:pt x="360000" y="247500"/>
                </a:cubicBezTo>
                <a:lnTo>
                  <a:pt x="360000" y="45002"/>
                </a:lnTo>
                <a:cubicBezTo>
                  <a:pt x="360000" y="20181"/>
                  <a:pt x="339822" y="0"/>
                  <a:pt x="315000" y="0"/>
                </a:cubicBezTo>
                <a:lnTo>
                  <a:pt x="45000" y="0"/>
                </a:lnTo>
                <a:cubicBezTo>
                  <a:pt x="20178" y="0"/>
                  <a:pt x="0" y="20181"/>
                  <a:pt x="0" y="45002"/>
                </a:cubicBezTo>
                <a:lnTo>
                  <a:pt x="0" y="247500"/>
                </a:lnTo>
                <a:cubicBezTo>
                  <a:pt x="0" y="272321"/>
                  <a:pt x="20178" y="292502"/>
                  <a:pt x="45000" y="292502"/>
                </a:cubicBezTo>
                <a:lnTo>
                  <a:pt x="78750" y="292502"/>
                </a:lnTo>
                <a:lnTo>
                  <a:pt x="112500" y="292502"/>
                </a:lnTo>
                <a:lnTo>
                  <a:pt x="112500" y="326250"/>
                </a:lnTo>
                <a:lnTo>
                  <a:pt x="112500" y="329062"/>
                </a:lnTo>
                <a:lnTo>
                  <a:pt x="112500" y="329274"/>
                </a:lnTo>
                <a:lnTo>
                  <a:pt x="112500" y="333774"/>
                </a:lnTo>
                <a:lnTo>
                  <a:pt x="112500" y="348749"/>
                </a:lnTo>
                <a:cubicBezTo>
                  <a:pt x="112500" y="353037"/>
                  <a:pt x="114890" y="356907"/>
                  <a:pt x="118688" y="358804"/>
                </a:cubicBezTo>
                <a:cubicBezTo>
                  <a:pt x="122486" y="360701"/>
                  <a:pt x="127055" y="360280"/>
                  <a:pt x="130500" y="357749"/>
                </a:cubicBezTo>
                <a:lnTo>
                  <a:pt x="142524" y="348749"/>
                </a:lnTo>
                <a:lnTo>
                  <a:pt x="146110" y="346078"/>
                </a:lnTo>
                <a:moveTo>
                  <a:pt x="67500" y="127125"/>
                </a:moveTo>
                <a:cubicBezTo>
                  <a:pt x="67500" y="135772"/>
                  <a:pt x="71860" y="143861"/>
                  <a:pt x="79031" y="148710"/>
                </a:cubicBezTo>
                <a:lnTo>
                  <a:pt x="99702" y="162490"/>
                </a:lnTo>
                <a:cubicBezTo>
                  <a:pt x="100616" y="163123"/>
                  <a:pt x="101250" y="164178"/>
                  <a:pt x="101250" y="165301"/>
                </a:cubicBezTo>
                <a:cubicBezTo>
                  <a:pt x="101250" y="167198"/>
                  <a:pt x="99702" y="168678"/>
                  <a:pt x="97873" y="168678"/>
                </a:cubicBezTo>
                <a:lnTo>
                  <a:pt x="78750" y="168750"/>
                </a:lnTo>
                <a:cubicBezTo>
                  <a:pt x="72561" y="168750"/>
                  <a:pt x="67500" y="173811"/>
                  <a:pt x="67500" y="179999"/>
                </a:cubicBezTo>
                <a:cubicBezTo>
                  <a:pt x="67500" y="186188"/>
                  <a:pt x="72561" y="191249"/>
                  <a:pt x="78750" y="191249"/>
                </a:cubicBezTo>
                <a:lnTo>
                  <a:pt x="97873" y="191249"/>
                </a:lnTo>
                <a:cubicBezTo>
                  <a:pt x="112147" y="191249"/>
                  <a:pt x="123750" y="179647"/>
                  <a:pt x="123750" y="165373"/>
                </a:cubicBezTo>
                <a:cubicBezTo>
                  <a:pt x="123750" y="156726"/>
                  <a:pt x="119390" y="148638"/>
                  <a:pt x="112219" y="143789"/>
                </a:cubicBezTo>
                <a:lnTo>
                  <a:pt x="91548" y="130008"/>
                </a:lnTo>
                <a:cubicBezTo>
                  <a:pt x="90634" y="129375"/>
                  <a:pt x="90000" y="128320"/>
                  <a:pt x="90000" y="127197"/>
                </a:cubicBezTo>
                <a:cubicBezTo>
                  <a:pt x="90000" y="125300"/>
                  <a:pt x="91548" y="123820"/>
                  <a:pt x="93373" y="123820"/>
                </a:cubicBezTo>
                <a:lnTo>
                  <a:pt x="106873" y="123820"/>
                </a:lnTo>
                <a:cubicBezTo>
                  <a:pt x="113061" y="123820"/>
                  <a:pt x="118123" y="118759"/>
                  <a:pt x="118123" y="112571"/>
                </a:cubicBezTo>
                <a:cubicBezTo>
                  <a:pt x="118123" y="106383"/>
                  <a:pt x="113061" y="101321"/>
                  <a:pt x="106873" y="101321"/>
                </a:cubicBezTo>
                <a:lnTo>
                  <a:pt x="93373" y="101321"/>
                </a:lnTo>
                <a:cubicBezTo>
                  <a:pt x="79099" y="101249"/>
                  <a:pt x="67500" y="112852"/>
                  <a:pt x="67500" y="127125"/>
                </a:cubicBezTo>
                <a:lnTo>
                  <a:pt x="67500" y="127125"/>
                </a:lnTo>
                <a:moveTo>
                  <a:pt x="262127" y="101249"/>
                </a:moveTo>
                <a:cubicBezTo>
                  <a:pt x="247853" y="101249"/>
                  <a:pt x="236250" y="112852"/>
                  <a:pt x="236250" y="127125"/>
                </a:cubicBezTo>
                <a:cubicBezTo>
                  <a:pt x="236250" y="135772"/>
                  <a:pt x="240610" y="143861"/>
                  <a:pt x="247781" y="148710"/>
                </a:cubicBezTo>
                <a:lnTo>
                  <a:pt x="268452" y="162490"/>
                </a:lnTo>
                <a:cubicBezTo>
                  <a:pt x="269366" y="163123"/>
                  <a:pt x="270000" y="164178"/>
                  <a:pt x="270000" y="165301"/>
                </a:cubicBezTo>
                <a:cubicBezTo>
                  <a:pt x="270000" y="167198"/>
                  <a:pt x="268452" y="168678"/>
                  <a:pt x="266623" y="168678"/>
                </a:cubicBezTo>
                <a:lnTo>
                  <a:pt x="247500" y="168750"/>
                </a:lnTo>
                <a:cubicBezTo>
                  <a:pt x="241311" y="168750"/>
                  <a:pt x="236250" y="173811"/>
                  <a:pt x="236250" y="179999"/>
                </a:cubicBezTo>
                <a:cubicBezTo>
                  <a:pt x="236250" y="186188"/>
                  <a:pt x="241311" y="191249"/>
                  <a:pt x="247500" y="191249"/>
                </a:cubicBezTo>
                <a:lnTo>
                  <a:pt x="266623" y="191249"/>
                </a:lnTo>
                <a:cubicBezTo>
                  <a:pt x="280897" y="191249"/>
                  <a:pt x="292500" y="179647"/>
                  <a:pt x="292500" y="165373"/>
                </a:cubicBezTo>
                <a:cubicBezTo>
                  <a:pt x="292500" y="156726"/>
                  <a:pt x="288140" y="148638"/>
                  <a:pt x="280969" y="143789"/>
                </a:cubicBezTo>
                <a:lnTo>
                  <a:pt x="260298" y="130008"/>
                </a:lnTo>
                <a:cubicBezTo>
                  <a:pt x="259384" y="129375"/>
                  <a:pt x="258750" y="128320"/>
                  <a:pt x="258750" y="127197"/>
                </a:cubicBezTo>
                <a:cubicBezTo>
                  <a:pt x="258750" y="125300"/>
                  <a:pt x="260298" y="123820"/>
                  <a:pt x="262127" y="123820"/>
                </a:cubicBezTo>
                <a:lnTo>
                  <a:pt x="275627" y="123820"/>
                </a:lnTo>
                <a:cubicBezTo>
                  <a:pt x="281815" y="123820"/>
                  <a:pt x="286877" y="118759"/>
                  <a:pt x="286877" y="112571"/>
                </a:cubicBezTo>
                <a:cubicBezTo>
                  <a:pt x="286877" y="106383"/>
                  <a:pt x="281815" y="101321"/>
                  <a:pt x="275627" y="101321"/>
                </a:cubicBezTo>
                <a:lnTo>
                  <a:pt x="262127" y="101321"/>
                </a:lnTo>
                <a:lnTo>
                  <a:pt x="262127" y="101249"/>
                </a:lnTo>
                <a:moveTo>
                  <a:pt x="155250" y="105749"/>
                </a:moveTo>
                <a:cubicBezTo>
                  <a:pt x="152366" y="101883"/>
                  <a:pt x="147305" y="100263"/>
                  <a:pt x="142664" y="101811"/>
                </a:cubicBezTo>
                <a:cubicBezTo>
                  <a:pt x="138024" y="103359"/>
                  <a:pt x="135000" y="107646"/>
                  <a:pt x="135000" y="112499"/>
                </a:cubicBezTo>
                <a:lnTo>
                  <a:pt x="135000" y="179999"/>
                </a:lnTo>
                <a:cubicBezTo>
                  <a:pt x="135000" y="186188"/>
                  <a:pt x="140062" y="191249"/>
                  <a:pt x="146250" y="191249"/>
                </a:cubicBezTo>
                <a:cubicBezTo>
                  <a:pt x="152438" y="191249"/>
                  <a:pt x="157500" y="186188"/>
                  <a:pt x="157500" y="179999"/>
                </a:cubicBezTo>
                <a:lnTo>
                  <a:pt x="157500" y="146251"/>
                </a:lnTo>
                <a:lnTo>
                  <a:pt x="171000" y="164250"/>
                </a:lnTo>
                <a:cubicBezTo>
                  <a:pt x="173110" y="167062"/>
                  <a:pt x="176483" y="168750"/>
                  <a:pt x="180000" y="168750"/>
                </a:cubicBezTo>
                <a:cubicBezTo>
                  <a:pt x="183517" y="168750"/>
                  <a:pt x="186890" y="167062"/>
                  <a:pt x="189000" y="164250"/>
                </a:cubicBezTo>
                <a:lnTo>
                  <a:pt x="202500" y="146251"/>
                </a:lnTo>
                <a:lnTo>
                  <a:pt x="202500" y="179999"/>
                </a:lnTo>
                <a:cubicBezTo>
                  <a:pt x="202500" y="186188"/>
                  <a:pt x="207561" y="191249"/>
                  <a:pt x="213750" y="191249"/>
                </a:cubicBezTo>
                <a:cubicBezTo>
                  <a:pt x="219938" y="191249"/>
                  <a:pt x="225000" y="186188"/>
                  <a:pt x="225000" y="179999"/>
                </a:cubicBezTo>
                <a:lnTo>
                  <a:pt x="225000" y="112499"/>
                </a:lnTo>
                <a:cubicBezTo>
                  <a:pt x="225000" y="107646"/>
                  <a:pt x="221907" y="103359"/>
                  <a:pt x="217335" y="101811"/>
                </a:cubicBezTo>
                <a:cubicBezTo>
                  <a:pt x="212763" y="100263"/>
                  <a:pt x="207702" y="101883"/>
                  <a:pt x="204750" y="105749"/>
                </a:cubicBezTo>
                <a:lnTo>
                  <a:pt x="180000" y="138727"/>
                </a:lnTo>
                <a:lnTo>
                  <a:pt x="155250" y="10574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47326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与候选人进行初步在线交流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47326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85230" y="3567130"/>
            <a:ext cx="360000" cy="359903"/>
          </a:xfrm>
          <a:custGeom>
            <a:avLst/>
            <a:gdLst/>
            <a:ahLst/>
            <a:cxnLst/>
            <a:rect l="l" t="t" r="r" b="b"/>
            <a:pathLst>
              <a:path w="360000" h="359903">
                <a:moveTo>
                  <a:pt x="258725" y="146236"/>
                </a:moveTo>
                <a:cubicBezTo>
                  <a:pt x="258725" y="84109"/>
                  <a:pt x="208361" y="33748"/>
                  <a:pt x="146236" y="33748"/>
                </a:cubicBezTo>
                <a:cubicBezTo>
                  <a:pt x="84110" y="33748"/>
                  <a:pt x="33746" y="84109"/>
                  <a:pt x="33746" y="146236"/>
                </a:cubicBezTo>
                <a:cubicBezTo>
                  <a:pt x="33746" y="208362"/>
                  <a:pt x="84110" y="258724"/>
                  <a:pt x="146236" y="258724"/>
                </a:cubicBezTo>
                <a:cubicBezTo>
                  <a:pt x="208361" y="258724"/>
                  <a:pt x="258725" y="208362"/>
                  <a:pt x="258725" y="146236"/>
                </a:cubicBezTo>
                <a:lnTo>
                  <a:pt x="258725" y="146236"/>
                </a:lnTo>
                <a:moveTo>
                  <a:pt x="236999" y="260905"/>
                </a:moveTo>
                <a:cubicBezTo>
                  <a:pt x="212112" y="280660"/>
                  <a:pt x="180544" y="292472"/>
                  <a:pt x="146236" y="292472"/>
                </a:cubicBezTo>
                <a:cubicBezTo>
                  <a:pt x="65455" y="292472"/>
                  <a:pt x="0" y="227016"/>
                  <a:pt x="0" y="146236"/>
                </a:cubicBezTo>
                <a:cubicBezTo>
                  <a:pt x="0" y="65456"/>
                  <a:pt x="65455" y="0"/>
                  <a:pt x="146236" y="0"/>
                </a:cubicBezTo>
                <a:cubicBezTo>
                  <a:pt x="227016" y="0"/>
                  <a:pt x="292471" y="65456"/>
                  <a:pt x="292471" y="146236"/>
                </a:cubicBezTo>
                <a:cubicBezTo>
                  <a:pt x="292471" y="180546"/>
                  <a:pt x="280660" y="212113"/>
                  <a:pt x="260903" y="237000"/>
                </a:cubicBezTo>
                <a:lnTo>
                  <a:pt x="355043" y="331140"/>
                </a:lnTo>
                <a:cubicBezTo>
                  <a:pt x="361652" y="337748"/>
                  <a:pt x="361652" y="348437"/>
                  <a:pt x="355043" y="354973"/>
                </a:cubicBezTo>
                <a:cubicBezTo>
                  <a:pt x="348433" y="361512"/>
                  <a:pt x="337748" y="361580"/>
                  <a:pt x="331211" y="354973"/>
                </a:cubicBezTo>
                <a:lnTo>
                  <a:pt x="236999" y="2609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8679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HR 进行初步简历筛选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8679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80570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主动沟通或从人才池中寻找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0670" y="3578603"/>
            <a:ext cx="359930" cy="360000"/>
          </a:xfrm>
          <a:custGeom>
            <a:avLst/>
            <a:gdLst/>
            <a:ahLst/>
            <a:cxnLst/>
            <a:rect l="l" t="t" r="r" b="b"/>
            <a:pathLst>
              <a:path w="359930" h="360000">
                <a:moveTo>
                  <a:pt x="264188" y="193457"/>
                </a:moveTo>
                <a:cubicBezTo>
                  <a:pt x="252660" y="188536"/>
                  <a:pt x="239303" y="191768"/>
                  <a:pt x="231359" y="201470"/>
                </a:cubicBezTo>
                <a:lnTo>
                  <a:pt x="208018" y="230011"/>
                </a:lnTo>
                <a:cubicBezTo>
                  <a:pt x="175678" y="211241"/>
                  <a:pt x="148683" y="184244"/>
                  <a:pt x="129913" y="151909"/>
                </a:cubicBezTo>
                <a:lnTo>
                  <a:pt x="158384" y="128639"/>
                </a:lnTo>
                <a:cubicBezTo>
                  <a:pt x="168084" y="120694"/>
                  <a:pt x="171388" y="107338"/>
                  <a:pt x="166399" y="95807"/>
                </a:cubicBezTo>
                <a:lnTo>
                  <a:pt x="132656" y="17071"/>
                </a:lnTo>
                <a:cubicBezTo>
                  <a:pt x="127383" y="4698"/>
                  <a:pt x="114098" y="-2192"/>
                  <a:pt x="100949" y="619"/>
                </a:cubicBezTo>
                <a:lnTo>
                  <a:pt x="22215" y="17492"/>
                </a:lnTo>
                <a:cubicBezTo>
                  <a:pt x="9279" y="20236"/>
                  <a:pt x="0" y="31694"/>
                  <a:pt x="0" y="44978"/>
                </a:cubicBezTo>
                <a:lnTo>
                  <a:pt x="0" y="44978"/>
                </a:lnTo>
                <a:cubicBezTo>
                  <a:pt x="0" y="207511"/>
                  <a:pt x="123168" y="341363"/>
                  <a:pt x="281271" y="358168"/>
                </a:cubicBezTo>
                <a:cubicBezTo>
                  <a:pt x="288160" y="358870"/>
                  <a:pt x="295049" y="359435"/>
                  <a:pt x="302078" y="359716"/>
                </a:cubicBezTo>
                <a:lnTo>
                  <a:pt x="302078" y="359716"/>
                </a:lnTo>
                <a:lnTo>
                  <a:pt x="302150" y="359716"/>
                </a:lnTo>
                <a:cubicBezTo>
                  <a:pt x="306437" y="359856"/>
                  <a:pt x="310655" y="359996"/>
                  <a:pt x="314946" y="359996"/>
                </a:cubicBezTo>
                <a:lnTo>
                  <a:pt x="314946" y="359996"/>
                </a:lnTo>
                <a:cubicBezTo>
                  <a:pt x="328231" y="359996"/>
                  <a:pt x="339691" y="350716"/>
                  <a:pt x="342434" y="337781"/>
                </a:cubicBezTo>
                <a:lnTo>
                  <a:pt x="359307" y="259045"/>
                </a:lnTo>
                <a:cubicBezTo>
                  <a:pt x="362118" y="245898"/>
                  <a:pt x="355229" y="232614"/>
                  <a:pt x="342858" y="227340"/>
                </a:cubicBezTo>
                <a:lnTo>
                  <a:pt x="264124" y="193597"/>
                </a:lnTo>
                <a:lnTo>
                  <a:pt x="264188" y="193457"/>
                </a:lnTo>
                <a:moveTo>
                  <a:pt x="310375" y="326185"/>
                </a:moveTo>
                <a:cubicBezTo>
                  <a:pt x="158736" y="323726"/>
                  <a:pt x="36202" y="201190"/>
                  <a:pt x="33812" y="49554"/>
                </a:cubicBezTo>
                <a:lnTo>
                  <a:pt x="103548" y="34582"/>
                </a:lnTo>
                <a:lnTo>
                  <a:pt x="133779" y="105163"/>
                </a:lnTo>
                <a:lnTo>
                  <a:pt x="108540" y="125831"/>
                </a:lnTo>
                <a:cubicBezTo>
                  <a:pt x="95745" y="136307"/>
                  <a:pt x="92441" y="154512"/>
                  <a:pt x="100737" y="168854"/>
                </a:cubicBezTo>
                <a:cubicBezTo>
                  <a:pt x="122459" y="206323"/>
                  <a:pt x="153672" y="237539"/>
                  <a:pt x="191144" y="259261"/>
                </a:cubicBezTo>
                <a:cubicBezTo>
                  <a:pt x="205484" y="267556"/>
                  <a:pt x="223693" y="264251"/>
                  <a:pt x="234167" y="251456"/>
                </a:cubicBezTo>
                <a:lnTo>
                  <a:pt x="254834" y="226217"/>
                </a:lnTo>
                <a:lnTo>
                  <a:pt x="325416" y="256446"/>
                </a:lnTo>
                <a:lnTo>
                  <a:pt x="310375" y="326185"/>
                </a:lnTo>
                <a:moveTo>
                  <a:pt x="33743" y="44986"/>
                </a:move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  <a:lnTo>
                  <a:pt x="33743" y="4498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80570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候选人接触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8379" y="1164795"/>
            <a:ext cx="10546525" cy="45719"/>
          </a:xfrm>
          <a:custGeom>
            <a:avLst/>
            <a:gdLst/>
            <a:ahLst/>
            <a:cxnLst/>
            <a:rect l="l" t="t" r="r" b="b"/>
            <a:pathLst>
              <a:path w="10546525" h="45719">
                <a:moveTo>
                  <a:pt x="0" y="0"/>
                </a:moveTo>
                <a:lnTo>
                  <a:pt x="10546525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8380" y="1"/>
            <a:ext cx="105500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8379" y="408713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9649" y="1730804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8379" y="1730329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958" y="409136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253" y="4504163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记录每轮面试的通过/淘汰结果，支持后续复盘分析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5253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面试结果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57674" y="450416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记录面试官对候选人的详细评价和反馈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7674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面试评价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5252" y="214628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记录每一轮面试的具体面试官信息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5252" y="1729756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面试官管理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7674" y="1735919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面试轮次记录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7674" y="2152449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支持一面、二面、三面等多轮面试的完整记录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-5568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-5566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23118" y="4297909"/>
            <a:ext cx="457200" cy="318438"/>
          </a:xfrm>
          <a:custGeom>
            <a:avLst/>
            <a:gdLst/>
            <a:ahLst/>
            <a:cxnLst/>
            <a:rect l="l" t="t" r="r" b="b"/>
            <a:pathLst>
              <a:path w="457200" h="318438">
                <a:moveTo>
                  <a:pt x="450008" y="7193"/>
                </a:moveTo>
                <a:cubicBezTo>
                  <a:pt x="459600" y="16785"/>
                  <a:pt x="459600" y="32293"/>
                  <a:pt x="450008" y="41782"/>
                </a:cubicBezTo>
                <a:lnTo>
                  <a:pt x="180649" y="311245"/>
                </a:lnTo>
                <a:cubicBezTo>
                  <a:pt x="171057" y="320836"/>
                  <a:pt x="155549" y="320836"/>
                  <a:pt x="146062" y="311245"/>
                </a:cubicBezTo>
                <a:lnTo>
                  <a:pt x="7196" y="172482"/>
                </a:lnTo>
                <a:cubicBezTo>
                  <a:pt x="-2396" y="162891"/>
                  <a:pt x="-2396" y="147383"/>
                  <a:pt x="7196" y="137893"/>
                </a:cubicBezTo>
                <a:cubicBezTo>
                  <a:pt x="16788" y="128404"/>
                  <a:pt x="32297" y="128302"/>
                  <a:pt x="41784" y="137893"/>
                </a:cubicBezTo>
                <a:lnTo>
                  <a:pt x="163202" y="259311"/>
                </a:lnTo>
                <a:lnTo>
                  <a:pt x="415320" y="7193"/>
                </a:lnTo>
                <a:cubicBezTo>
                  <a:pt x="424913" y="-2398"/>
                  <a:pt x="440421" y="-2398"/>
                  <a:pt x="449908" y="7193"/>
                </a:cubicBezTo>
                <a:lnTo>
                  <a:pt x="450008" y="719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5539" y="4252879"/>
            <a:ext cx="457200" cy="400038"/>
          </a:xfrm>
          <a:custGeom>
            <a:avLst/>
            <a:gdLst/>
            <a:ahLst/>
            <a:cxnLst/>
            <a:rect l="l" t="t" r="r" b="b"/>
            <a:pathLst>
              <a:path w="457200" h="400038">
                <a:moveTo>
                  <a:pt x="110460" y="320762"/>
                </a:moveTo>
                <a:cubicBezTo>
                  <a:pt x="121976" y="312370"/>
                  <a:pt x="136886" y="310229"/>
                  <a:pt x="150277" y="315050"/>
                </a:cubicBezTo>
                <a:cubicBezTo>
                  <a:pt x="173933" y="323619"/>
                  <a:pt x="200450" y="328531"/>
                  <a:pt x="228659" y="328531"/>
                </a:cubicBezTo>
                <a:cubicBezTo>
                  <a:pt x="339983" y="328531"/>
                  <a:pt x="414351" y="256664"/>
                  <a:pt x="414351" y="185694"/>
                </a:cubicBezTo>
                <a:cubicBezTo>
                  <a:pt x="414351" y="114719"/>
                  <a:pt x="339988" y="42856"/>
                  <a:pt x="228659" y="42856"/>
                </a:cubicBezTo>
                <a:cubicBezTo>
                  <a:pt x="117336" y="42856"/>
                  <a:pt x="42968" y="114723"/>
                  <a:pt x="42968" y="185694"/>
                </a:cubicBezTo>
                <a:cubicBezTo>
                  <a:pt x="42968" y="214260"/>
                  <a:pt x="54036" y="241759"/>
                  <a:pt x="74839" y="265325"/>
                </a:cubicBezTo>
                <a:cubicBezTo>
                  <a:pt x="82515" y="273986"/>
                  <a:pt x="86264" y="285411"/>
                  <a:pt x="85373" y="297016"/>
                </a:cubicBezTo>
                <a:cubicBezTo>
                  <a:pt x="84125" y="313174"/>
                  <a:pt x="80284" y="327995"/>
                  <a:pt x="75287" y="341116"/>
                </a:cubicBezTo>
                <a:cubicBezTo>
                  <a:pt x="90462" y="334064"/>
                  <a:pt x="103053" y="326207"/>
                  <a:pt x="110460" y="320850"/>
                </a:cubicBezTo>
                <a:lnTo>
                  <a:pt x="110460" y="320762"/>
                </a:lnTo>
                <a:moveTo>
                  <a:pt x="19042" y="357006"/>
                </a:moveTo>
                <a:cubicBezTo>
                  <a:pt x="20647" y="354594"/>
                  <a:pt x="22165" y="352186"/>
                  <a:pt x="23596" y="349773"/>
                </a:cubicBezTo>
                <a:cubicBezTo>
                  <a:pt x="32525" y="334952"/>
                  <a:pt x="41006" y="315490"/>
                  <a:pt x="42702" y="293620"/>
                </a:cubicBezTo>
                <a:cubicBezTo>
                  <a:pt x="15920" y="263177"/>
                  <a:pt x="119" y="225949"/>
                  <a:pt x="119" y="185686"/>
                </a:cubicBezTo>
                <a:cubicBezTo>
                  <a:pt x="119" y="83108"/>
                  <a:pt x="102427" y="-4"/>
                  <a:pt x="228659" y="-4"/>
                </a:cubicBezTo>
                <a:cubicBezTo>
                  <a:pt x="354892" y="-4"/>
                  <a:pt x="457200" y="83112"/>
                  <a:pt x="457200" y="185686"/>
                </a:cubicBezTo>
                <a:cubicBezTo>
                  <a:pt x="457200" y="288263"/>
                  <a:pt x="354892" y="371375"/>
                  <a:pt x="228659" y="371375"/>
                </a:cubicBezTo>
                <a:cubicBezTo>
                  <a:pt x="195540" y="371375"/>
                  <a:pt x="164112" y="365663"/>
                  <a:pt x="135724" y="355394"/>
                </a:cubicBezTo>
                <a:cubicBezTo>
                  <a:pt x="125099" y="363163"/>
                  <a:pt x="107780" y="373783"/>
                  <a:pt x="87247" y="382712"/>
                </a:cubicBezTo>
                <a:cubicBezTo>
                  <a:pt x="73769" y="388605"/>
                  <a:pt x="58412" y="393961"/>
                  <a:pt x="42520" y="397086"/>
                </a:cubicBezTo>
                <a:cubicBezTo>
                  <a:pt x="41806" y="397266"/>
                  <a:pt x="41093" y="397354"/>
                  <a:pt x="40375" y="397534"/>
                </a:cubicBezTo>
                <a:cubicBezTo>
                  <a:pt x="36448" y="398250"/>
                  <a:pt x="32608" y="398874"/>
                  <a:pt x="28593" y="399230"/>
                </a:cubicBezTo>
                <a:cubicBezTo>
                  <a:pt x="28415" y="399230"/>
                  <a:pt x="28145" y="399318"/>
                  <a:pt x="27967" y="399318"/>
                </a:cubicBezTo>
                <a:cubicBezTo>
                  <a:pt x="23413" y="399766"/>
                  <a:pt x="18860" y="400034"/>
                  <a:pt x="14306" y="400034"/>
                </a:cubicBezTo>
                <a:cubicBezTo>
                  <a:pt x="8504" y="400034"/>
                  <a:pt x="3324" y="396554"/>
                  <a:pt x="1093" y="391197"/>
                </a:cubicBezTo>
                <a:cubicBezTo>
                  <a:pt x="-1138" y="385841"/>
                  <a:pt x="110" y="379768"/>
                  <a:pt x="4129" y="375664"/>
                </a:cubicBezTo>
                <a:cubicBezTo>
                  <a:pt x="7791" y="371915"/>
                  <a:pt x="11092" y="367895"/>
                  <a:pt x="14214" y="363610"/>
                </a:cubicBezTo>
                <a:cubicBezTo>
                  <a:pt x="15732" y="361558"/>
                  <a:pt x="17159" y="359502"/>
                  <a:pt x="18498" y="357450"/>
                </a:cubicBezTo>
                <a:lnTo>
                  <a:pt x="18768" y="357002"/>
                </a:lnTo>
                <a:lnTo>
                  <a:pt x="19042" y="357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26809" y="1893364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3198" y="0"/>
                </a:moveTo>
                <a:cubicBezTo>
                  <a:pt x="189148" y="0"/>
                  <a:pt x="177796" y="11351"/>
                  <a:pt x="177796" y="25400"/>
                </a:cubicBezTo>
                <a:lnTo>
                  <a:pt x="177796" y="76200"/>
                </a:lnTo>
                <a:cubicBezTo>
                  <a:pt x="177796" y="90249"/>
                  <a:pt x="189148" y="101600"/>
                  <a:pt x="203198" y="101600"/>
                </a:cubicBezTo>
                <a:lnTo>
                  <a:pt x="253997" y="101600"/>
                </a:lnTo>
                <a:cubicBezTo>
                  <a:pt x="268047" y="101600"/>
                  <a:pt x="279399" y="90249"/>
                  <a:pt x="279399" y="76200"/>
                </a:cubicBezTo>
                <a:lnTo>
                  <a:pt x="279399" y="25400"/>
                </a:lnTo>
                <a:cubicBezTo>
                  <a:pt x="279399" y="11351"/>
                  <a:pt x="268047" y="0"/>
                  <a:pt x="253997" y="0"/>
                </a:cubicBezTo>
                <a:lnTo>
                  <a:pt x="203198" y="0"/>
                </a:lnTo>
                <a:moveTo>
                  <a:pt x="152398" y="50800"/>
                </a:moveTo>
                <a:lnTo>
                  <a:pt x="50799" y="50800"/>
                </a:lnTo>
                <a:cubicBezTo>
                  <a:pt x="22782" y="50800"/>
                  <a:pt x="0" y="73579"/>
                  <a:pt x="0" y="101600"/>
                </a:cubicBezTo>
                <a:lnTo>
                  <a:pt x="0" y="355600"/>
                </a:lnTo>
                <a:cubicBezTo>
                  <a:pt x="0" y="383621"/>
                  <a:pt x="22782" y="406400"/>
                  <a:pt x="50799" y="406400"/>
                </a:cubicBezTo>
                <a:lnTo>
                  <a:pt x="406401" y="406400"/>
                </a:lnTo>
                <a:cubicBezTo>
                  <a:pt x="434418" y="406400"/>
                  <a:pt x="457200" y="383621"/>
                  <a:pt x="457200" y="355600"/>
                </a:cubicBezTo>
                <a:lnTo>
                  <a:pt x="457200" y="101600"/>
                </a:lnTo>
                <a:cubicBezTo>
                  <a:pt x="457200" y="73579"/>
                  <a:pt x="434418" y="50800"/>
                  <a:pt x="406401" y="50800"/>
                </a:cubicBezTo>
                <a:lnTo>
                  <a:pt x="304802" y="50800"/>
                </a:lnTo>
                <a:lnTo>
                  <a:pt x="304802" y="88900"/>
                </a:lnTo>
                <a:lnTo>
                  <a:pt x="406401" y="88900"/>
                </a:lnTo>
                <a:cubicBezTo>
                  <a:pt x="413387" y="88900"/>
                  <a:pt x="419102" y="94614"/>
                  <a:pt x="419102" y="101600"/>
                </a:cubicBezTo>
                <a:lnTo>
                  <a:pt x="419102" y="355600"/>
                </a:lnTo>
                <a:cubicBezTo>
                  <a:pt x="419102" y="362586"/>
                  <a:pt x="413387" y="368300"/>
                  <a:pt x="406401" y="368300"/>
                </a:cubicBezTo>
                <a:lnTo>
                  <a:pt x="50799" y="368300"/>
                </a:lnTo>
                <a:cubicBezTo>
                  <a:pt x="43813" y="368300"/>
                  <a:pt x="38098" y="362586"/>
                  <a:pt x="38098" y="355600"/>
                </a:cubicBezTo>
                <a:lnTo>
                  <a:pt x="38098" y="101600"/>
                </a:lnTo>
                <a:cubicBezTo>
                  <a:pt x="38098" y="94614"/>
                  <a:pt x="43813" y="88900"/>
                  <a:pt x="50799" y="88900"/>
                </a:cubicBezTo>
                <a:lnTo>
                  <a:pt x="152398" y="88900"/>
                </a:lnTo>
                <a:lnTo>
                  <a:pt x="152398" y="50800"/>
                </a:lnTo>
                <a:moveTo>
                  <a:pt x="228600" y="241300"/>
                </a:moveTo>
                <a:cubicBezTo>
                  <a:pt x="256654" y="241300"/>
                  <a:pt x="279399" y="218558"/>
                  <a:pt x="279399" y="190500"/>
                </a:cubicBezTo>
                <a:cubicBezTo>
                  <a:pt x="279399" y="162442"/>
                  <a:pt x="256654" y="139700"/>
                  <a:pt x="228600" y="139700"/>
                </a:cubicBezTo>
                <a:cubicBezTo>
                  <a:pt x="200546" y="139700"/>
                  <a:pt x="177801" y="162442"/>
                  <a:pt x="177801" y="190500"/>
                </a:cubicBezTo>
                <a:cubicBezTo>
                  <a:pt x="177801" y="218558"/>
                  <a:pt x="200546" y="241300"/>
                  <a:pt x="228600" y="241300"/>
                </a:cubicBezTo>
                <a:moveTo>
                  <a:pt x="203198" y="266700"/>
                </a:moveTo>
                <a:cubicBezTo>
                  <a:pt x="168112" y="266700"/>
                  <a:pt x="139697" y="295115"/>
                  <a:pt x="139697" y="330200"/>
                </a:cubicBezTo>
                <a:cubicBezTo>
                  <a:pt x="139697" y="337186"/>
                  <a:pt x="145412" y="342900"/>
                  <a:pt x="152398" y="342900"/>
                </a:cubicBezTo>
                <a:lnTo>
                  <a:pt x="304797" y="342900"/>
                </a:lnTo>
                <a:cubicBezTo>
                  <a:pt x="311783" y="342900"/>
                  <a:pt x="317498" y="337186"/>
                  <a:pt x="317498" y="330200"/>
                </a:cubicBezTo>
                <a:cubicBezTo>
                  <a:pt x="317498" y="295116"/>
                  <a:pt x="289083" y="266700"/>
                  <a:pt x="253997" y="266700"/>
                </a:cubicBezTo>
                <a:lnTo>
                  <a:pt x="203198" y="2667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02689" y="186748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记录候选人流转的完整操作历史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操作记录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清晰展示候选人当前所处的流程节点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状态流转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面试时间字段支持点击直接编辑，采用日期+时间选择器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快速编辑面试时间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展示所有候选人的基本信息和当前状态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候选人列表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399" y="1531817"/>
            <a:ext cx="365760" cy="306766"/>
          </a:xfrm>
          <a:custGeom>
            <a:avLst/>
            <a:gdLst/>
            <a:ahLst/>
            <a:cxnLst/>
            <a:rect l="l" t="t" r="r" b="b"/>
            <a:pathLst>
              <a:path w="365760" h="306766">
                <a:moveTo>
                  <a:pt x="17699" y="0"/>
                </a:moveTo>
                <a:cubicBezTo>
                  <a:pt x="7893" y="0"/>
                  <a:pt x="0" y="7890"/>
                  <a:pt x="0" y="17697"/>
                </a:cubicBezTo>
                <a:lnTo>
                  <a:pt x="0" y="53092"/>
                </a:lnTo>
                <a:cubicBezTo>
                  <a:pt x="0" y="62899"/>
                  <a:pt x="7889" y="70789"/>
                  <a:pt x="17699" y="70789"/>
                </a:cubicBezTo>
                <a:lnTo>
                  <a:pt x="53094" y="70789"/>
                </a:lnTo>
                <a:cubicBezTo>
                  <a:pt x="62900" y="70789"/>
                  <a:pt x="70793" y="62899"/>
                  <a:pt x="70793" y="53092"/>
                </a:cubicBezTo>
                <a:lnTo>
                  <a:pt x="70793" y="17697"/>
                </a:lnTo>
                <a:cubicBezTo>
                  <a:pt x="70793" y="7890"/>
                  <a:pt x="62903" y="0"/>
                  <a:pt x="53094" y="0"/>
                </a:cubicBezTo>
                <a:lnTo>
                  <a:pt x="17699" y="0"/>
                </a:lnTo>
                <a:moveTo>
                  <a:pt x="123887" y="17697"/>
                </a:moveTo>
                <a:cubicBezTo>
                  <a:pt x="114081" y="17697"/>
                  <a:pt x="106187" y="25587"/>
                  <a:pt x="106187" y="35395"/>
                </a:cubicBezTo>
                <a:cubicBezTo>
                  <a:pt x="106187" y="45202"/>
                  <a:pt x="114077" y="53092"/>
                  <a:pt x="123887" y="53092"/>
                </a:cubicBezTo>
                <a:lnTo>
                  <a:pt x="348061" y="53092"/>
                </a:lnTo>
                <a:cubicBezTo>
                  <a:pt x="357867" y="53092"/>
                  <a:pt x="365760" y="45202"/>
                  <a:pt x="365760" y="35395"/>
                </a:cubicBezTo>
                <a:cubicBezTo>
                  <a:pt x="365760" y="25587"/>
                  <a:pt x="357871" y="17697"/>
                  <a:pt x="348061" y="17697"/>
                </a:cubicBezTo>
                <a:lnTo>
                  <a:pt x="123887" y="17697"/>
                </a:lnTo>
                <a:moveTo>
                  <a:pt x="123887" y="135686"/>
                </a:moveTo>
                <a:cubicBezTo>
                  <a:pt x="114081" y="135686"/>
                  <a:pt x="106187" y="143576"/>
                  <a:pt x="106187" y="153383"/>
                </a:cubicBezTo>
                <a:cubicBezTo>
                  <a:pt x="106187" y="163191"/>
                  <a:pt x="114077" y="171081"/>
                  <a:pt x="123887" y="171081"/>
                </a:cubicBezTo>
                <a:lnTo>
                  <a:pt x="348061" y="171081"/>
                </a:lnTo>
                <a:cubicBezTo>
                  <a:pt x="357867" y="171081"/>
                  <a:pt x="365760" y="163191"/>
                  <a:pt x="365760" y="153383"/>
                </a:cubicBezTo>
                <a:cubicBezTo>
                  <a:pt x="365760" y="143576"/>
                  <a:pt x="357871" y="135686"/>
                  <a:pt x="348061" y="135686"/>
                </a:cubicBezTo>
                <a:lnTo>
                  <a:pt x="123887" y="135686"/>
                </a:lnTo>
                <a:moveTo>
                  <a:pt x="123887" y="253671"/>
                </a:moveTo>
                <a:cubicBezTo>
                  <a:pt x="114081" y="253671"/>
                  <a:pt x="106187" y="261561"/>
                  <a:pt x="106187" y="271369"/>
                </a:cubicBezTo>
                <a:cubicBezTo>
                  <a:pt x="106187" y="281176"/>
                  <a:pt x="114077" y="289066"/>
                  <a:pt x="123887" y="289066"/>
                </a:cubicBezTo>
                <a:lnTo>
                  <a:pt x="348061" y="289066"/>
                </a:lnTo>
                <a:cubicBezTo>
                  <a:pt x="357867" y="289066"/>
                  <a:pt x="365760" y="281176"/>
                  <a:pt x="365760" y="271369"/>
                </a:cubicBezTo>
                <a:cubicBezTo>
                  <a:pt x="365760" y="261561"/>
                  <a:pt x="357871" y="253671"/>
                  <a:pt x="348061" y="253671"/>
                </a:cubicBezTo>
                <a:lnTo>
                  <a:pt x="123887" y="253671"/>
                </a:lnTo>
                <a:moveTo>
                  <a:pt x="0" y="135686"/>
                </a:moveTo>
                <a:lnTo>
                  <a:pt x="0" y="171081"/>
                </a:lnTo>
                <a:cubicBezTo>
                  <a:pt x="0" y="180888"/>
                  <a:pt x="7889" y="188778"/>
                  <a:pt x="17699" y="188778"/>
                </a:cubicBezTo>
                <a:lnTo>
                  <a:pt x="53094" y="188778"/>
                </a:lnTo>
                <a:cubicBezTo>
                  <a:pt x="62900" y="188778"/>
                  <a:pt x="70793" y="180888"/>
                  <a:pt x="70793" y="171081"/>
                </a:cubicBezTo>
                <a:lnTo>
                  <a:pt x="70793" y="135686"/>
                </a:lnTo>
                <a:cubicBezTo>
                  <a:pt x="70793" y="125879"/>
                  <a:pt x="62903" y="117989"/>
                  <a:pt x="53094" y="117989"/>
                </a:cubicBezTo>
                <a:lnTo>
                  <a:pt x="17699" y="117989"/>
                </a:lnTo>
                <a:cubicBezTo>
                  <a:pt x="7893" y="117989"/>
                  <a:pt x="0" y="125879"/>
                  <a:pt x="0" y="135686"/>
                </a:cubicBezTo>
                <a:lnTo>
                  <a:pt x="0" y="135686"/>
                </a:lnTo>
                <a:moveTo>
                  <a:pt x="17699" y="235974"/>
                </a:moveTo>
                <a:cubicBezTo>
                  <a:pt x="7893" y="235974"/>
                  <a:pt x="0" y="243864"/>
                  <a:pt x="0" y="253671"/>
                </a:cubicBezTo>
                <a:lnTo>
                  <a:pt x="0" y="289066"/>
                </a:lnTo>
                <a:cubicBezTo>
                  <a:pt x="0" y="298873"/>
                  <a:pt x="7889" y="306763"/>
                  <a:pt x="17699" y="306763"/>
                </a:cubicBezTo>
                <a:lnTo>
                  <a:pt x="53094" y="306763"/>
                </a:lnTo>
                <a:cubicBezTo>
                  <a:pt x="62900" y="306763"/>
                  <a:pt x="70793" y="298873"/>
                  <a:pt x="70793" y="289066"/>
                </a:cubicBezTo>
                <a:lnTo>
                  <a:pt x="70793" y="253671"/>
                </a:lnTo>
                <a:cubicBezTo>
                  <a:pt x="70793" y="243864"/>
                  <a:pt x="62903" y="235974"/>
                  <a:pt x="53094" y="235974"/>
                </a:cubicBezTo>
                <a:lnTo>
                  <a:pt x="17699" y="23597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37759" y="1522640"/>
            <a:ext cx="365760" cy="325120"/>
          </a:xfrm>
          <a:custGeom>
            <a:avLst/>
            <a:gdLst/>
            <a:ahLst/>
            <a:cxnLst/>
            <a:rect l="l" t="t" r="r" b="b"/>
            <a:pathLst>
              <a:path w="365760" h="325120">
                <a:moveTo>
                  <a:pt x="81279" y="0"/>
                </a:moveTo>
                <a:cubicBezTo>
                  <a:pt x="89725" y="0"/>
                  <a:pt x="96520" y="6795"/>
                  <a:pt x="96520" y="15242"/>
                </a:cubicBezTo>
                <a:lnTo>
                  <a:pt x="96520" y="40643"/>
                </a:lnTo>
                <a:lnTo>
                  <a:pt x="187960" y="40643"/>
                </a:lnTo>
                <a:lnTo>
                  <a:pt x="187960" y="15245"/>
                </a:lnTo>
                <a:cubicBezTo>
                  <a:pt x="187960" y="6798"/>
                  <a:pt x="194756" y="6"/>
                  <a:pt x="203202" y="6"/>
                </a:cubicBezTo>
                <a:cubicBezTo>
                  <a:pt x="211647" y="6"/>
                  <a:pt x="218443" y="6802"/>
                  <a:pt x="218443" y="15248"/>
                </a:cubicBezTo>
                <a:lnTo>
                  <a:pt x="218443" y="40650"/>
                </a:lnTo>
                <a:lnTo>
                  <a:pt x="243841" y="40650"/>
                </a:lnTo>
                <a:cubicBezTo>
                  <a:pt x="266255" y="40650"/>
                  <a:pt x="284481" y="58873"/>
                  <a:pt x="284481" y="81290"/>
                </a:cubicBezTo>
                <a:lnTo>
                  <a:pt x="284481" y="91450"/>
                </a:lnTo>
                <a:lnTo>
                  <a:pt x="284481" y="121930"/>
                </a:lnTo>
                <a:lnTo>
                  <a:pt x="274320" y="121930"/>
                </a:lnTo>
                <a:lnTo>
                  <a:pt x="253999" y="121930"/>
                </a:lnTo>
                <a:lnTo>
                  <a:pt x="182880" y="121930"/>
                </a:lnTo>
                <a:lnTo>
                  <a:pt x="30479" y="121930"/>
                </a:lnTo>
                <a:lnTo>
                  <a:pt x="30479" y="284490"/>
                </a:lnTo>
                <a:cubicBezTo>
                  <a:pt x="30479" y="290079"/>
                  <a:pt x="35051" y="294650"/>
                  <a:pt x="40640" y="294650"/>
                </a:cubicBezTo>
                <a:lnTo>
                  <a:pt x="180656" y="294650"/>
                </a:lnTo>
                <a:cubicBezTo>
                  <a:pt x="188465" y="306588"/>
                  <a:pt x="198436" y="316937"/>
                  <a:pt x="210056" y="325130"/>
                </a:cubicBezTo>
                <a:lnTo>
                  <a:pt x="40640" y="325130"/>
                </a:lnTo>
                <a:cubicBezTo>
                  <a:pt x="18226" y="325130"/>
                  <a:pt x="0" y="306907"/>
                  <a:pt x="0" y="284490"/>
                </a:cubicBezTo>
                <a:lnTo>
                  <a:pt x="0" y="121930"/>
                </a:lnTo>
                <a:lnTo>
                  <a:pt x="0" y="91450"/>
                </a:lnTo>
                <a:lnTo>
                  <a:pt x="0" y="81290"/>
                </a:lnTo>
                <a:cubicBezTo>
                  <a:pt x="0" y="58873"/>
                  <a:pt x="18226" y="40650"/>
                  <a:pt x="40640" y="40650"/>
                </a:cubicBezTo>
                <a:lnTo>
                  <a:pt x="66038" y="40650"/>
                </a:lnTo>
                <a:lnTo>
                  <a:pt x="66038" y="15251"/>
                </a:lnTo>
                <a:cubicBezTo>
                  <a:pt x="66038" y="6805"/>
                  <a:pt x="72834" y="13"/>
                  <a:pt x="81279" y="13"/>
                </a:cubicBezTo>
                <a:lnTo>
                  <a:pt x="81279" y="0"/>
                </a:lnTo>
                <a:moveTo>
                  <a:pt x="182880" y="233680"/>
                </a:moveTo>
                <a:cubicBezTo>
                  <a:pt x="182880" y="183179"/>
                  <a:pt x="223819" y="142240"/>
                  <a:pt x="274320" y="142240"/>
                </a:cubicBezTo>
                <a:cubicBezTo>
                  <a:pt x="324821" y="142240"/>
                  <a:pt x="365760" y="183179"/>
                  <a:pt x="365760" y="233680"/>
                </a:cubicBezTo>
                <a:cubicBezTo>
                  <a:pt x="365760" y="284181"/>
                  <a:pt x="324821" y="325120"/>
                  <a:pt x="274320" y="325120"/>
                </a:cubicBezTo>
                <a:cubicBezTo>
                  <a:pt x="223819" y="325120"/>
                  <a:pt x="182880" y="284181"/>
                  <a:pt x="182880" y="233680"/>
                </a:cubicBezTo>
                <a:lnTo>
                  <a:pt x="182880" y="233680"/>
                </a:lnTo>
                <a:moveTo>
                  <a:pt x="274320" y="182880"/>
                </a:moveTo>
                <a:cubicBezTo>
                  <a:pt x="268731" y="182880"/>
                  <a:pt x="264159" y="187451"/>
                  <a:pt x="264159" y="193040"/>
                </a:cubicBezTo>
                <a:lnTo>
                  <a:pt x="264159" y="233680"/>
                </a:lnTo>
                <a:cubicBezTo>
                  <a:pt x="264159" y="239269"/>
                  <a:pt x="268731" y="243840"/>
                  <a:pt x="274320" y="243840"/>
                </a:cubicBezTo>
                <a:lnTo>
                  <a:pt x="304799" y="243840"/>
                </a:lnTo>
                <a:cubicBezTo>
                  <a:pt x="310388" y="243840"/>
                  <a:pt x="314960" y="239269"/>
                  <a:pt x="314960" y="233680"/>
                </a:cubicBezTo>
                <a:cubicBezTo>
                  <a:pt x="314960" y="228091"/>
                  <a:pt x="310388" y="223520"/>
                  <a:pt x="304799" y="223520"/>
                </a:cubicBezTo>
                <a:lnTo>
                  <a:pt x="284477" y="223520"/>
                </a:lnTo>
                <a:lnTo>
                  <a:pt x="284477" y="193040"/>
                </a:lnTo>
                <a:cubicBezTo>
                  <a:pt x="284477" y="187451"/>
                  <a:pt x="279905" y="182880"/>
                  <a:pt x="274316" y="182880"/>
                </a:cubicBezTo>
                <a:lnTo>
                  <a:pt x="274320" y="18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399" y="4038118"/>
            <a:ext cx="365760" cy="313489"/>
          </a:xfrm>
          <a:custGeom>
            <a:avLst/>
            <a:gdLst/>
            <a:ahLst/>
            <a:cxnLst/>
            <a:rect l="l" t="t" r="r" b="b"/>
            <a:pathLst>
              <a:path w="365760" h="313489">
                <a:moveTo>
                  <a:pt x="359718" y="171008"/>
                </a:moveTo>
                <a:cubicBezTo>
                  <a:pt x="363554" y="167334"/>
                  <a:pt x="365760" y="162190"/>
                  <a:pt x="365760" y="156801"/>
                </a:cubicBezTo>
                <a:cubicBezTo>
                  <a:pt x="365760" y="151412"/>
                  <a:pt x="363554" y="146349"/>
                  <a:pt x="359718" y="142594"/>
                </a:cubicBezTo>
                <a:lnTo>
                  <a:pt x="216025" y="5433"/>
                </a:lnTo>
                <a:cubicBezTo>
                  <a:pt x="208187" y="-2078"/>
                  <a:pt x="195777" y="-1752"/>
                  <a:pt x="188348" y="6085"/>
                </a:cubicBezTo>
                <a:cubicBezTo>
                  <a:pt x="180920" y="13922"/>
                  <a:pt x="181165" y="26333"/>
                  <a:pt x="189003" y="33763"/>
                </a:cubicBezTo>
                <a:lnTo>
                  <a:pt x="297260" y="137205"/>
                </a:lnTo>
                <a:lnTo>
                  <a:pt x="19594" y="137205"/>
                </a:lnTo>
                <a:cubicBezTo>
                  <a:pt x="8734" y="137205"/>
                  <a:pt x="0" y="145942"/>
                  <a:pt x="0" y="156798"/>
                </a:cubicBezTo>
                <a:cubicBezTo>
                  <a:pt x="0" y="167657"/>
                  <a:pt x="8734" y="176391"/>
                  <a:pt x="19594" y="176391"/>
                </a:cubicBezTo>
                <a:lnTo>
                  <a:pt x="297260" y="176391"/>
                </a:lnTo>
                <a:lnTo>
                  <a:pt x="188919" y="279751"/>
                </a:lnTo>
                <a:cubicBezTo>
                  <a:pt x="181081" y="287262"/>
                  <a:pt x="180835" y="299592"/>
                  <a:pt x="188264" y="307429"/>
                </a:cubicBezTo>
                <a:cubicBezTo>
                  <a:pt x="195693" y="315266"/>
                  <a:pt x="208103" y="315511"/>
                  <a:pt x="215941" y="308081"/>
                </a:cubicBezTo>
                <a:lnTo>
                  <a:pt x="359634" y="170920"/>
                </a:lnTo>
                <a:lnTo>
                  <a:pt x="359718" y="17100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83479" y="401198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21723" y="2089552"/>
            <a:ext cx="4064584" cy="320040"/>
          </a:xfrm>
          <a:custGeom>
            <a:avLst/>
            <a:gdLst/>
            <a:ahLst/>
            <a:cxnLst/>
            <a:rect l="l" t="t" r="r" b="b"/>
            <a:pathLst>
              <a:path w="4064584" h="320040">
                <a:moveTo>
                  <a:pt x="2106105" y="0"/>
                </a:moveTo>
                <a:lnTo>
                  <a:pt x="4064584" y="0"/>
                </a:lnTo>
                <a:lnTo>
                  <a:pt x="1958479" y="320040"/>
                </a:lnTo>
                <a:lnTo>
                  <a:pt x="0" y="320040"/>
                </a:lnTo>
                <a:lnTo>
                  <a:pt x="2106105" y="0"/>
                </a:lnTo>
              </a:path>
            </a:pathLst>
          </a:cu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3803" y="3096021"/>
            <a:ext cx="3031215" cy="320040"/>
          </a:xfrm>
          <a:custGeom>
            <a:avLst/>
            <a:gdLst/>
            <a:ahLst/>
            <a:cxnLst/>
            <a:rect l="l" t="t" r="r" b="b"/>
            <a:pathLst>
              <a:path w="3031215" h="320040">
                <a:moveTo>
                  <a:pt x="1570654" y="0"/>
                </a:moveTo>
                <a:lnTo>
                  <a:pt x="3031215" y="0"/>
                </a:lnTo>
                <a:lnTo>
                  <a:pt x="1460561" y="320040"/>
                </a:lnTo>
                <a:lnTo>
                  <a:pt x="0" y="320040"/>
                </a:lnTo>
                <a:lnTo>
                  <a:pt x="1570654" y="0"/>
                </a:lnTo>
              </a:path>
            </a:pathLst>
          </a:cu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5092" y="4098111"/>
            <a:ext cx="1997847" cy="320040"/>
          </a:xfrm>
          <a:custGeom>
            <a:avLst/>
            <a:gdLst/>
            <a:ahLst/>
            <a:cxnLst/>
            <a:rect l="l" t="t" r="r" b="b"/>
            <a:pathLst>
              <a:path w="1997847" h="320040">
                <a:moveTo>
                  <a:pt x="956469" y="0"/>
                </a:moveTo>
                <a:lnTo>
                  <a:pt x="1997847" y="0"/>
                </a:lnTo>
                <a:lnTo>
                  <a:pt x="1041378" y="320040"/>
                </a:lnTo>
                <a:lnTo>
                  <a:pt x="0" y="320040"/>
                </a:lnTo>
                <a:lnTo>
                  <a:pt x="956469" y="0"/>
                </a:lnTo>
              </a:path>
            </a:pathLst>
          </a:cu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47172" y="5108687"/>
            <a:ext cx="964477" cy="320040"/>
          </a:xfrm>
          <a:custGeom>
            <a:avLst/>
            <a:gdLst/>
            <a:ahLst/>
            <a:cxnLst/>
            <a:rect l="l" t="t" r="r" b="b"/>
            <a:pathLst>
              <a:path w="964477" h="320040">
                <a:moveTo>
                  <a:pt x="421023" y="0"/>
                </a:moveTo>
                <a:lnTo>
                  <a:pt x="964477" y="0"/>
                </a:lnTo>
                <a:lnTo>
                  <a:pt x="543454" y="320040"/>
                </a:lnTo>
                <a:lnTo>
                  <a:pt x="0" y="320040"/>
                </a:lnTo>
                <a:lnTo>
                  <a:pt x="421023" y="0"/>
                </a:lnTo>
              </a:path>
            </a:pathLst>
          </a:cu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80435" y="1400640"/>
            <a:ext cx="4920805" cy="688913"/>
          </a:xfrm>
          <a:custGeom>
            <a:avLst/>
            <a:gdLst/>
            <a:ahLst/>
            <a:cxnLst/>
            <a:rect l="l" t="t" r="r" b="b"/>
            <a:pathLst>
              <a:path w="4920805" h="688913">
                <a:moveTo>
                  <a:pt x="0" y="0"/>
                </a:moveTo>
                <a:lnTo>
                  <a:pt x="4920805" y="0"/>
                </a:lnTo>
                <a:lnTo>
                  <a:pt x="4605873" y="688913"/>
                </a:lnTo>
                <a:lnTo>
                  <a:pt x="314932" y="688913"/>
                </a:lnTo>
                <a:lnTo>
                  <a:pt x="0" y="0"/>
                </a:lnTo>
              </a:path>
            </a:pathLst>
          </a:custGeom>
          <a:solidFill>
            <a:srgbClr val="1570EF">
              <a:alpha val="9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21723" y="2407823"/>
            <a:ext cx="3838228" cy="688913"/>
          </a:xfrm>
          <a:custGeom>
            <a:avLst/>
            <a:gdLst/>
            <a:ahLst/>
            <a:cxnLst/>
            <a:rect l="l" t="t" r="r" b="b"/>
            <a:pathLst>
              <a:path w="3838228" h="688913">
                <a:moveTo>
                  <a:pt x="0" y="0"/>
                </a:moveTo>
                <a:lnTo>
                  <a:pt x="3838228" y="0"/>
                </a:lnTo>
                <a:lnTo>
                  <a:pt x="3523301" y="688913"/>
                </a:lnTo>
                <a:lnTo>
                  <a:pt x="314927" y="688913"/>
                </a:lnTo>
                <a:lnTo>
                  <a:pt x="0" y="0"/>
                </a:lnTo>
              </a:path>
            </a:pathLst>
          </a:custGeom>
          <a:solidFill>
            <a:srgbClr val="0C53B7">
              <a:alpha val="9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3803" y="3412630"/>
            <a:ext cx="2854067" cy="688913"/>
          </a:xfrm>
          <a:custGeom>
            <a:avLst/>
            <a:gdLst/>
            <a:ahLst/>
            <a:cxnLst/>
            <a:rect l="l" t="t" r="r" b="b"/>
            <a:pathLst>
              <a:path w="2854067" h="688913">
                <a:moveTo>
                  <a:pt x="0" y="0"/>
                </a:moveTo>
                <a:lnTo>
                  <a:pt x="2854067" y="0"/>
                </a:lnTo>
                <a:lnTo>
                  <a:pt x="2539149" y="688913"/>
                </a:lnTo>
                <a:lnTo>
                  <a:pt x="314946" y="688913"/>
                </a:lnTo>
                <a:lnTo>
                  <a:pt x="0" y="0"/>
                </a:lnTo>
              </a:path>
            </a:pathLst>
          </a:custGeom>
          <a:solidFill>
            <a:srgbClr val="08387A">
              <a:alpha val="9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5092" y="4419772"/>
            <a:ext cx="1771489" cy="688913"/>
          </a:xfrm>
          <a:custGeom>
            <a:avLst/>
            <a:gdLst/>
            <a:ahLst/>
            <a:cxnLst/>
            <a:rect l="l" t="t" r="r" b="b"/>
            <a:pathLst>
              <a:path w="1771489" h="688913">
                <a:moveTo>
                  <a:pt x="0" y="0"/>
                </a:moveTo>
                <a:lnTo>
                  <a:pt x="1771489" y="0"/>
                </a:lnTo>
                <a:lnTo>
                  <a:pt x="1456554" y="688913"/>
                </a:lnTo>
                <a:lnTo>
                  <a:pt x="314935" y="688913"/>
                </a:lnTo>
                <a:lnTo>
                  <a:pt x="0" y="0"/>
                </a:lnTo>
              </a:path>
            </a:pathLst>
          </a:custGeom>
          <a:solidFill>
            <a:srgbClr val="0F9ED5">
              <a:alpha val="9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47173" y="5428727"/>
            <a:ext cx="787329" cy="688913"/>
          </a:xfrm>
          <a:custGeom>
            <a:avLst/>
            <a:gdLst/>
            <a:ahLst/>
            <a:cxnLst/>
            <a:rect l="l" t="t" r="r" b="b"/>
            <a:pathLst>
              <a:path w="787329" h="688913">
                <a:moveTo>
                  <a:pt x="0" y="0"/>
                </a:moveTo>
                <a:lnTo>
                  <a:pt x="787329" y="0"/>
                </a:lnTo>
                <a:lnTo>
                  <a:pt x="393664" y="688913"/>
                </a:lnTo>
                <a:lnTo>
                  <a:pt x="0" y="0"/>
                </a:lnTo>
              </a:path>
            </a:pathLst>
          </a:custGeom>
          <a:solidFill>
            <a:srgbClr val="E97132">
              <a:alpha val="9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6" y="6309360"/>
            <a:ext cx="7002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9399" y="1607936"/>
            <a:ext cx="162877" cy="274320"/>
          </a:xfrm>
          <a:custGeom>
            <a:avLst/>
            <a:gdLst/>
            <a:ahLst/>
            <a:cxnLst/>
            <a:rect l="l" t="t" r="r" b="b"/>
            <a:pathLst>
              <a:path w="162877" h="274320">
                <a:moveTo>
                  <a:pt x="55715" y="25718"/>
                </a:moveTo>
                <a:cubicBezTo>
                  <a:pt x="55715" y="11513"/>
                  <a:pt x="67229" y="0"/>
                  <a:pt x="81434" y="0"/>
                </a:cubicBezTo>
                <a:cubicBezTo>
                  <a:pt x="95636" y="0"/>
                  <a:pt x="107152" y="11513"/>
                  <a:pt x="107152" y="25718"/>
                </a:cubicBezTo>
                <a:cubicBezTo>
                  <a:pt x="107152" y="39922"/>
                  <a:pt x="95638" y="51435"/>
                  <a:pt x="81434" y="51435"/>
                </a:cubicBezTo>
                <a:cubicBezTo>
                  <a:pt x="67231" y="51435"/>
                  <a:pt x="55715" y="39922"/>
                  <a:pt x="55715" y="25718"/>
                </a:cubicBezTo>
                <a:moveTo>
                  <a:pt x="72860" y="94352"/>
                </a:moveTo>
                <a:lnTo>
                  <a:pt x="72860" y="162878"/>
                </a:lnTo>
                <a:lnTo>
                  <a:pt x="90004" y="162878"/>
                </a:lnTo>
                <a:lnTo>
                  <a:pt x="90004" y="94352"/>
                </a:lnTo>
                <a:cubicBezTo>
                  <a:pt x="89629" y="94352"/>
                  <a:pt x="89201" y="94298"/>
                  <a:pt x="88771" y="94298"/>
                </a:cubicBezTo>
                <a:lnTo>
                  <a:pt x="74037" y="94298"/>
                </a:lnTo>
                <a:cubicBezTo>
                  <a:pt x="73609" y="94298"/>
                  <a:pt x="73234" y="94298"/>
                  <a:pt x="72804" y="94352"/>
                </a:cubicBezTo>
                <a:lnTo>
                  <a:pt x="72860" y="94352"/>
                </a:lnTo>
                <a:moveTo>
                  <a:pt x="72860" y="188595"/>
                </a:moveTo>
                <a:lnTo>
                  <a:pt x="72860" y="261463"/>
                </a:lnTo>
                <a:cubicBezTo>
                  <a:pt x="72860" y="268589"/>
                  <a:pt x="67126" y="274323"/>
                  <a:pt x="60001" y="274323"/>
                </a:cubicBezTo>
                <a:cubicBezTo>
                  <a:pt x="52875" y="274323"/>
                  <a:pt x="47141" y="268589"/>
                  <a:pt x="47141" y="261465"/>
                </a:cubicBezTo>
                <a:lnTo>
                  <a:pt x="47141" y="119804"/>
                </a:lnTo>
                <a:lnTo>
                  <a:pt x="24049" y="160631"/>
                </a:lnTo>
                <a:cubicBezTo>
                  <a:pt x="20566" y="166792"/>
                  <a:pt x="12690" y="168989"/>
                  <a:pt x="6528" y="165505"/>
                </a:cubicBezTo>
                <a:cubicBezTo>
                  <a:pt x="366" y="162021"/>
                  <a:pt x="-1831" y="154146"/>
                  <a:pt x="1653" y="147984"/>
                </a:cubicBezTo>
                <a:lnTo>
                  <a:pt x="33049" y="92531"/>
                </a:lnTo>
                <a:cubicBezTo>
                  <a:pt x="41408" y="77742"/>
                  <a:pt x="57106" y="68583"/>
                  <a:pt x="74089" y="68583"/>
                </a:cubicBezTo>
                <a:lnTo>
                  <a:pt x="88823" y="68583"/>
                </a:lnTo>
                <a:cubicBezTo>
                  <a:pt x="105808" y="68583"/>
                  <a:pt x="121506" y="77745"/>
                  <a:pt x="129863" y="92531"/>
                </a:cubicBezTo>
                <a:lnTo>
                  <a:pt x="161207" y="147984"/>
                </a:lnTo>
                <a:cubicBezTo>
                  <a:pt x="164690" y="154146"/>
                  <a:pt x="162546" y="162021"/>
                  <a:pt x="156332" y="165505"/>
                </a:cubicBezTo>
                <a:cubicBezTo>
                  <a:pt x="150117" y="168989"/>
                  <a:pt x="142296" y="166844"/>
                  <a:pt x="138812" y="160631"/>
                </a:cubicBezTo>
                <a:lnTo>
                  <a:pt x="115719" y="119804"/>
                </a:lnTo>
                <a:lnTo>
                  <a:pt x="115719" y="261465"/>
                </a:lnTo>
                <a:cubicBezTo>
                  <a:pt x="115719" y="268592"/>
                  <a:pt x="109986" y="274325"/>
                  <a:pt x="102860" y="274325"/>
                </a:cubicBezTo>
                <a:cubicBezTo>
                  <a:pt x="95734" y="274325"/>
                  <a:pt x="90001" y="268592"/>
                  <a:pt x="90001" y="261468"/>
                </a:cubicBezTo>
                <a:lnTo>
                  <a:pt x="90001" y="188603"/>
                </a:lnTo>
                <a:lnTo>
                  <a:pt x="72860" y="18859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03677" y="2593861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0" y="22342"/>
                </a:moveTo>
                <a:cubicBezTo>
                  <a:pt x="0" y="10019"/>
                  <a:pt x="10018" y="0"/>
                  <a:pt x="22343" y="0"/>
                </a:cubicBezTo>
                <a:lnTo>
                  <a:pt x="251979" y="0"/>
                </a:lnTo>
                <a:cubicBezTo>
                  <a:pt x="264302" y="0"/>
                  <a:pt x="274323" y="10019"/>
                  <a:pt x="274323" y="22342"/>
                </a:cubicBezTo>
                <a:cubicBezTo>
                  <a:pt x="274323" y="27486"/>
                  <a:pt x="272553" y="32469"/>
                  <a:pt x="269286" y="36434"/>
                </a:cubicBezTo>
                <a:lnTo>
                  <a:pt x="180025" y="146001"/>
                </a:lnTo>
                <a:lnTo>
                  <a:pt x="180025" y="222724"/>
                </a:lnTo>
                <a:cubicBezTo>
                  <a:pt x="180025" y="232260"/>
                  <a:pt x="172256" y="240030"/>
                  <a:pt x="162718" y="240030"/>
                </a:cubicBezTo>
                <a:cubicBezTo>
                  <a:pt x="158807" y="240030"/>
                  <a:pt x="155005" y="238691"/>
                  <a:pt x="151949" y="236281"/>
                </a:cubicBezTo>
                <a:lnTo>
                  <a:pt x="102390" y="196954"/>
                </a:lnTo>
                <a:cubicBezTo>
                  <a:pt x="97246" y="192883"/>
                  <a:pt x="94300" y="186722"/>
                  <a:pt x="94300" y="180183"/>
                </a:cubicBezTo>
                <a:lnTo>
                  <a:pt x="94300" y="146053"/>
                </a:lnTo>
                <a:lnTo>
                  <a:pt x="5039" y="36432"/>
                </a:lnTo>
                <a:cubicBezTo>
                  <a:pt x="1772" y="32467"/>
                  <a:pt x="3" y="27483"/>
                  <a:pt x="3" y="22340"/>
                </a:cubicBezTo>
                <a:lnTo>
                  <a:pt x="0" y="22342"/>
                </a:lnTo>
                <a:moveTo>
                  <a:pt x="29467" y="25717"/>
                </a:moveTo>
                <a:lnTo>
                  <a:pt x="117121" y="133301"/>
                </a:lnTo>
                <a:cubicBezTo>
                  <a:pt x="118997" y="135605"/>
                  <a:pt x="120015" y="138445"/>
                  <a:pt x="120015" y="141445"/>
                </a:cubicBezTo>
                <a:lnTo>
                  <a:pt x="120015" y="178093"/>
                </a:lnTo>
                <a:lnTo>
                  <a:pt x="154305" y="205310"/>
                </a:lnTo>
                <a:lnTo>
                  <a:pt x="154305" y="141445"/>
                </a:lnTo>
                <a:cubicBezTo>
                  <a:pt x="154305" y="138497"/>
                  <a:pt x="155323" y="135605"/>
                  <a:pt x="157199" y="133301"/>
                </a:cubicBezTo>
                <a:lnTo>
                  <a:pt x="244853" y="25717"/>
                </a:lnTo>
                <a:lnTo>
                  <a:pt x="29467" y="2571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03677" y="3619932"/>
            <a:ext cx="274320" cy="274308"/>
          </a:xfrm>
          <a:custGeom>
            <a:avLst/>
            <a:gdLst/>
            <a:ahLst/>
            <a:cxnLst/>
            <a:rect l="l" t="t" r="r" b="b"/>
            <a:pathLst>
              <a:path w="274320" h="274308">
                <a:moveTo>
                  <a:pt x="111443" y="222884"/>
                </a:moveTo>
                <a:cubicBezTo>
                  <a:pt x="111443" y="208686"/>
                  <a:pt x="99924" y="197167"/>
                  <a:pt x="85725" y="197167"/>
                </a:cubicBezTo>
                <a:lnTo>
                  <a:pt x="34290" y="197167"/>
                </a:lnTo>
                <a:cubicBezTo>
                  <a:pt x="29574" y="197167"/>
                  <a:pt x="25717" y="193311"/>
                  <a:pt x="25717" y="188595"/>
                </a:cubicBezTo>
                <a:lnTo>
                  <a:pt x="25717" y="34291"/>
                </a:lnTo>
                <a:cubicBezTo>
                  <a:pt x="25717" y="29576"/>
                  <a:pt x="29574" y="25719"/>
                  <a:pt x="34290" y="25719"/>
                </a:cubicBezTo>
                <a:lnTo>
                  <a:pt x="240030" y="25719"/>
                </a:lnTo>
                <a:cubicBezTo>
                  <a:pt x="244746" y="25719"/>
                  <a:pt x="248603" y="29576"/>
                  <a:pt x="248603" y="34291"/>
                </a:cubicBezTo>
                <a:lnTo>
                  <a:pt x="248603" y="188595"/>
                </a:lnTo>
                <a:cubicBezTo>
                  <a:pt x="248603" y="193311"/>
                  <a:pt x="244746" y="197167"/>
                  <a:pt x="240030" y="197167"/>
                </a:cubicBezTo>
                <a:lnTo>
                  <a:pt x="165717" y="197167"/>
                </a:lnTo>
                <a:cubicBezTo>
                  <a:pt x="160145" y="197167"/>
                  <a:pt x="154733" y="198989"/>
                  <a:pt x="150286" y="202311"/>
                </a:cubicBezTo>
                <a:lnTo>
                  <a:pt x="111443" y="231456"/>
                </a:lnTo>
                <a:lnTo>
                  <a:pt x="111443" y="222884"/>
                </a:lnTo>
                <a:moveTo>
                  <a:pt x="111336" y="263712"/>
                </a:moveTo>
                <a:lnTo>
                  <a:pt x="111443" y="263605"/>
                </a:lnTo>
                <a:lnTo>
                  <a:pt x="165717" y="222886"/>
                </a:lnTo>
                <a:lnTo>
                  <a:pt x="240030" y="222886"/>
                </a:lnTo>
                <a:cubicBezTo>
                  <a:pt x="258944" y="222886"/>
                  <a:pt x="274320" y="207509"/>
                  <a:pt x="274320" y="188595"/>
                </a:cubicBezTo>
                <a:lnTo>
                  <a:pt x="274320" y="34291"/>
                </a:lnTo>
                <a:cubicBezTo>
                  <a:pt x="274320" y="15378"/>
                  <a:pt x="258944" y="0"/>
                  <a:pt x="240030" y="0"/>
                </a:cubicBezTo>
                <a:lnTo>
                  <a:pt x="34290" y="0"/>
                </a:lnTo>
                <a:cubicBezTo>
                  <a:pt x="15376" y="0"/>
                  <a:pt x="0" y="15378"/>
                  <a:pt x="0" y="34291"/>
                </a:cubicBezTo>
                <a:lnTo>
                  <a:pt x="0" y="188595"/>
                </a:lnTo>
                <a:cubicBezTo>
                  <a:pt x="0" y="207509"/>
                  <a:pt x="15376" y="222886"/>
                  <a:pt x="34290" y="222886"/>
                </a:cubicBezTo>
                <a:lnTo>
                  <a:pt x="60007" y="222886"/>
                </a:lnTo>
                <a:lnTo>
                  <a:pt x="85725" y="222886"/>
                </a:lnTo>
                <a:lnTo>
                  <a:pt x="85725" y="248603"/>
                </a:lnTo>
                <a:lnTo>
                  <a:pt x="85725" y="250745"/>
                </a:lnTo>
                <a:lnTo>
                  <a:pt x="85725" y="250907"/>
                </a:lnTo>
                <a:lnTo>
                  <a:pt x="85725" y="254336"/>
                </a:lnTo>
                <a:lnTo>
                  <a:pt x="85725" y="265747"/>
                </a:lnTo>
                <a:cubicBezTo>
                  <a:pt x="85725" y="269014"/>
                  <a:pt x="87546" y="271963"/>
                  <a:pt x="90441" y="273408"/>
                </a:cubicBezTo>
                <a:cubicBezTo>
                  <a:pt x="93335" y="274854"/>
                  <a:pt x="96816" y="274533"/>
                  <a:pt x="99441" y="272605"/>
                </a:cubicBezTo>
                <a:lnTo>
                  <a:pt x="108603" y="265747"/>
                </a:lnTo>
                <a:lnTo>
                  <a:pt x="111336" y="263712"/>
                </a:lnTo>
                <a:moveTo>
                  <a:pt x="51435" y="96869"/>
                </a:moveTo>
                <a:cubicBezTo>
                  <a:pt x="51435" y="103458"/>
                  <a:pt x="54757" y="109622"/>
                  <a:pt x="60221" y="113317"/>
                </a:cubicBezTo>
                <a:lnTo>
                  <a:pt x="75973" y="123817"/>
                </a:lnTo>
                <a:cubicBezTo>
                  <a:pt x="76670" y="124300"/>
                  <a:pt x="77152" y="125104"/>
                  <a:pt x="77152" y="125960"/>
                </a:cubicBezTo>
                <a:cubicBezTo>
                  <a:pt x="77152" y="127405"/>
                  <a:pt x="75973" y="128533"/>
                  <a:pt x="74579" y="128533"/>
                </a:cubicBezTo>
                <a:lnTo>
                  <a:pt x="60008" y="128587"/>
                </a:lnTo>
                <a:cubicBezTo>
                  <a:pt x="55292" y="128587"/>
                  <a:pt x="51435" y="132444"/>
                  <a:pt x="51435" y="137160"/>
                </a:cubicBezTo>
                <a:cubicBezTo>
                  <a:pt x="51435" y="141875"/>
                  <a:pt x="55292" y="145732"/>
                  <a:pt x="60008" y="145732"/>
                </a:cubicBezTo>
                <a:lnTo>
                  <a:pt x="74579" y="145732"/>
                </a:lnTo>
                <a:cubicBezTo>
                  <a:pt x="85456" y="145732"/>
                  <a:pt x="94298" y="136891"/>
                  <a:pt x="94298" y="126014"/>
                </a:cubicBezTo>
                <a:cubicBezTo>
                  <a:pt x="94298" y="119425"/>
                  <a:pt x="90975" y="113262"/>
                  <a:pt x="85511" y="109567"/>
                </a:cubicBezTo>
                <a:lnTo>
                  <a:pt x="69760" y="99066"/>
                </a:lnTo>
                <a:cubicBezTo>
                  <a:pt x="69063" y="98584"/>
                  <a:pt x="68580" y="97780"/>
                  <a:pt x="68580" y="96924"/>
                </a:cubicBezTo>
                <a:cubicBezTo>
                  <a:pt x="68580" y="95478"/>
                  <a:pt x="69760" y="94351"/>
                  <a:pt x="71150" y="94351"/>
                </a:cubicBezTo>
                <a:lnTo>
                  <a:pt x="81437" y="94351"/>
                </a:lnTo>
                <a:cubicBezTo>
                  <a:pt x="86153" y="94351"/>
                  <a:pt x="90010" y="90494"/>
                  <a:pt x="90010" y="85779"/>
                </a:cubicBezTo>
                <a:cubicBezTo>
                  <a:pt x="90010" y="81064"/>
                  <a:pt x="86153" y="77207"/>
                  <a:pt x="81437" y="77207"/>
                </a:cubicBezTo>
                <a:lnTo>
                  <a:pt x="71150" y="77207"/>
                </a:lnTo>
                <a:cubicBezTo>
                  <a:pt x="60274" y="77152"/>
                  <a:pt x="51435" y="85993"/>
                  <a:pt x="51435" y="96869"/>
                </a:cubicBezTo>
                <a:lnTo>
                  <a:pt x="51435" y="96869"/>
                </a:lnTo>
                <a:moveTo>
                  <a:pt x="199741" y="77152"/>
                </a:moveTo>
                <a:cubicBezTo>
                  <a:pt x="188864" y="77152"/>
                  <a:pt x="180023" y="85993"/>
                  <a:pt x="180023" y="96869"/>
                </a:cubicBezTo>
                <a:cubicBezTo>
                  <a:pt x="180023" y="103458"/>
                  <a:pt x="183345" y="109622"/>
                  <a:pt x="188809" y="113317"/>
                </a:cubicBezTo>
                <a:lnTo>
                  <a:pt x="204560" y="123817"/>
                </a:lnTo>
                <a:cubicBezTo>
                  <a:pt x="205257" y="124300"/>
                  <a:pt x="205740" y="125104"/>
                  <a:pt x="205740" y="125960"/>
                </a:cubicBezTo>
                <a:cubicBezTo>
                  <a:pt x="205740" y="127405"/>
                  <a:pt x="204560" y="128533"/>
                  <a:pt x="203167" y="128533"/>
                </a:cubicBezTo>
                <a:lnTo>
                  <a:pt x="188595" y="128587"/>
                </a:lnTo>
                <a:cubicBezTo>
                  <a:pt x="183879" y="128587"/>
                  <a:pt x="180023" y="132444"/>
                  <a:pt x="180023" y="137160"/>
                </a:cubicBezTo>
                <a:cubicBezTo>
                  <a:pt x="180023" y="141875"/>
                  <a:pt x="183879" y="145732"/>
                  <a:pt x="188595" y="145732"/>
                </a:cubicBezTo>
                <a:lnTo>
                  <a:pt x="203167" y="145732"/>
                </a:lnTo>
                <a:cubicBezTo>
                  <a:pt x="214044" y="145732"/>
                  <a:pt x="222885" y="136891"/>
                  <a:pt x="222885" y="126014"/>
                </a:cubicBezTo>
                <a:cubicBezTo>
                  <a:pt x="222885" y="119425"/>
                  <a:pt x="219563" y="113262"/>
                  <a:pt x="214099" y="109567"/>
                </a:cubicBezTo>
                <a:lnTo>
                  <a:pt x="198347" y="99066"/>
                </a:lnTo>
                <a:cubicBezTo>
                  <a:pt x="197650" y="98584"/>
                  <a:pt x="197167" y="97780"/>
                  <a:pt x="197167" y="96924"/>
                </a:cubicBezTo>
                <a:cubicBezTo>
                  <a:pt x="197167" y="95478"/>
                  <a:pt x="198347" y="94351"/>
                  <a:pt x="199741" y="94351"/>
                </a:cubicBezTo>
                <a:lnTo>
                  <a:pt x="210028" y="94351"/>
                </a:lnTo>
                <a:cubicBezTo>
                  <a:pt x="214743" y="94351"/>
                  <a:pt x="218600" y="90494"/>
                  <a:pt x="218600" y="85779"/>
                </a:cubicBezTo>
                <a:cubicBezTo>
                  <a:pt x="218600" y="81064"/>
                  <a:pt x="214743" y="77207"/>
                  <a:pt x="210028" y="77207"/>
                </a:cubicBezTo>
                <a:lnTo>
                  <a:pt x="199741" y="77207"/>
                </a:lnTo>
                <a:lnTo>
                  <a:pt x="199741" y="77152"/>
                </a:lnTo>
                <a:moveTo>
                  <a:pt x="118300" y="80581"/>
                </a:moveTo>
                <a:cubicBezTo>
                  <a:pt x="116103" y="77635"/>
                  <a:pt x="112246" y="76400"/>
                  <a:pt x="108710" y="77580"/>
                </a:cubicBezTo>
                <a:cubicBezTo>
                  <a:pt x="105174" y="78759"/>
                  <a:pt x="102870" y="82026"/>
                  <a:pt x="102870" y="85724"/>
                </a:cubicBezTo>
                <a:lnTo>
                  <a:pt x="102870" y="137160"/>
                </a:lnTo>
                <a:cubicBezTo>
                  <a:pt x="102870" y="141875"/>
                  <a:pt x="106727" y="145732"/>
                  <a:pt x="111443" y="145732"/>
                </a:cubicBezTo>
                <a:cubicBezTo>
                  <a:pt x="116158" y="145732"/>
                  <a:pt x="120015" y="141875"/>
                  <a:pt x="120015" y="137160"/>
                </a:cubicBezTo>
                <a:lnTo>
                  <a:pt x="120015" y="111443"/>
                </a:lnTo>
                <a:lnTo>
                  <a:pt x="130302" y="125159"/>
                </a:lnTo>
                <a:cubicBezTo>
                  <a:pt x="131910" y="127301"/>
                  <a:pt x="134480" y="128588"/>
                  <a:pt x="137160" y="128588"/>
                </a:cubicBezTo>
                <a:cubicBezTo>
                  <a:pt x="139840" y="128588"/>
                  <a:pt x="142410" y="127301"/>
                  <a:pt x="144018" y="125159"/>
                </a:cubicBezTo>
                <a:lnTo>
                  <a:pt x="154305" y="111443"/>
                </a:lnTo>
                <a:lnTo>
                  <a:pt x="154305" y="137160"/>
                </a:lnTo>
                <a:cubicBezTo>
                  <a:pt x="154305" y="141875"/>
                  <a:pt x="158162" y="145732"/>
                  <a:pt x="162878" y="145732"/>
                </a:cubicBezTo>
                <a:cubicBezTo>
                  <a:pt x="167593" y="145732"/>
                  <a:pt x="171450" y="141875"/>
                  <a:pt x="171450" y="137160"/>
                </a:cubicBezTo>
                <a:lnTo>
                  <a:pt x="171450" y="85724"/>
                </a:lnTo>
                <a:cubicBezTo>
                  <a:pt x="171450" y="82026"/>
                  <a:pt x="169094" y="78759"/>
                  <a:pt x="165610" y="77580"/>
                </a:cubicBezTo>
                <a:cubicBezTo>
                  <a:pt x="162126" y="76400"/>
                  <a:pt x="158269" y="77635"/>
                  <a:pt x="156020" y="80581"/>
                </a:cubicBezTo>
                <a:lnTo>
                  <a:pt x="137160" y="105710"/>
                </a:lnTo>
                <a:lnTo>
                  <a:pt x="118300" y="8058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03677" y="466313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39189" y="29391"/>
                </a:moveTo>
                <a:cubicBezTo>
                  <a:pt x="33802" y="29391"/>
                  <a:pt x="29393" y="33799"/>
                  <a:pt x="29393" y="39187"/>
                </a:cubicBezTo>
                <a:lnTo>
                  <a:pt x="29393" y="235131"/>
                </a:lnTo>
                <a:cubicBezTo>
                  <a:pt x="29393" y="240518"/>
                  <a:pt x="33802" y="244927"/>
                  <a:pt x="39189" y="244927"/>
                </a:cubicBezTo>
                <a:lnTo>
                  <a:pt x="235133" y="244927"/>
                </a:lnTo>
                <a:cubicBezTo>
                  <a:pt x="240521" y="244927"/>
                  <a:pt x="244929" y="240518"/>
                  <a:pt x="244929" y="235131"/>
                </a:cubicBezTo>
                <a:lnTo>
                  <a:pt x="244929" y="39187"/>
                </a:lnTo>
                <a:cubicBezTo>
                  <a:pt x="244929" y="33799"/>
                  <a:pt x="240521" y="29391"/>
                  <a:pt x="235133" y="29391"/>
                </a:cubicBezTo>
                <a:lnTo>
                  <a:pt x="39189" y="29391"/>
                </a:lnTo>
                <a:moveTo>
                  <a:pt x="0" y="39189"/>
                </a:moveTo>
                <a:cubicBezTo>
                  <a:pt x="0" y="17576"/>
                  <a:pt x="17573" y="0"/>
                  <a:pt x="39189" y="0"/>
                </a:cubicBezTo>
                <a:lnTo>
                  <a:pt x="235133" y="0"/>
                </a:lnTo>
                <a:cubicBezTo>
                  <a:pt x="256747" y="0"/>
                  <a:pt x="274323" y="17573"/>
                  <a:pt x="274323" y="39189"/>
                </a:cubicBezTo>
                <a:lnTo>
                  <a:pt x="274323" y="235133"/>
                </a:lnTo>
                <a:cubicBezTo>
                  <a:pt x="274323" y="256747"/>
                  <a:pt x="256750" y="274323"/>
                  <a:pt x="235133" y="274323"/>
                </a:cubicBezTo>
                <a:lnTo>
                  <a:pt x="39189" y="274323"/>
                </a:lnTo>
                <a:cubicBezTo>
                  <a:pt x="17576" y="274323"/>
                  <a:pt x="0" y="256750"/>
                  <a:pt x="0" y="235133"/>
                </a:cubicBezTo>
                <a:lnTo>
                  <a:pt x="0" y="39189"/>
                </a:lnTo>
                <a:moveTo>
                  <a:pt x="206352" y="108381"/>
                </a:moveTo>
                <a:lnTo>
                  <a:pt x="127976" y="186757"/>
                </a:lnTo>
                <a:cubicBezTo>
                  <a:pt x="122221" y="192512"/>
                  <a:pt x="112913" y="192512"/>
                  <a:pt x="107218" y="186757"/>
                </a:cubicBezTo>
                <a:lnTo>
                  <a:pt x="68029" y="147568"/>
                </a:lnTo>
                <a:cubicBezTo>
                  <a:pt x="62273" y="141812"/>
                  <a:pt x="62273" y="132505"/>
                  <a:pt x="68029" y="126810"/>
                </a:cubicBezTo>
                <a:cubicBezTo>
                  <a:pt x="73784" y="121115"/>
                  <a:pt x="83091" y="121055"/>
                  <a:pt x="88786" y="126810"/>
                </a:cubicBezTo>
                <a:lnTo>
                  <a:pt x="117565" y="155589"/>
                </a:lnTo>
                <a:lnTo>
                  <a:pt x="185534" y="87560"/>
                </a:lnTo>
                <a:cubicBezTo>
                  <a:pt x="191289" y="81805"/>
                  <a:pt x="200597" y="81805"/>
                  <a:pt x="206291" y="87560"/>
                </a:cubicBezTo>
                <a:cubicBezTo>
                  <a:pt x="211986" y="93315"/>
                  <a:pt x="212047" y="102623"/>
                  <a:pt x="206291" y="108318"/>
                </a:cubicBezTo>
                <a:lnTo>
                  <a:pt x="206352" y="10838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03677" y="5603477"/>
            <a:ext cx="274320" cy="205740"/>
          </a:xfrm>
          <a:custGeom>
            <a:avLst/>
            <a:gdLst/>
            <a:ahLst/>
            <a:cxnLst/>
            <a:rect l="l" t="t" r="r" b="b"/>
            <a:pathLst>
              <a:path w="274320" h="205740">
                <a:moveTo>
                  <a:pt x="34290" y="25718"/>
                </a:moveTo>
                <a:cubicBezTo>
                  <a:pt x="29574" y="25718"/>
                  <a:pt x="25718" y="29575"/>
                  <a:pt x="25718" y="34291"/>
                </a:cubicBezTo>
                <a:lnTo>
                  <a:pt x="25718" y="46131"/>
                </a:lnTo>
                <a:lnTo>
                  <a:pt x="118139" y="121998"/>
                </a:lnTo>
                <a:cubicBezTo>
                  <a:pt x="129229" y="131106"/>
                  <a:pt x="145143" y="131106"/>
                  <a:pt x="156234" y="121998"/>
                </a:cubicBezTo>
                <a:lnTo>
                  <a:pt x="248603" y="46131"/>
                </a:lnTo>
                <a:lnTo>
                  <a:pt x="248603" y="34291"/>
                </a:lnTo>
                <a:cubicBezTo>
                  <a:pt x="248603" y="29575"/>
                  <a:pt x="244746" y="25717"/>
                  <a:pt x="240030" y="25717"/>
                </a:cubicBezTo>
                <a:lnTo>
                  <a:pt x="34290" y="25718"/>
                </a:lnTo>
                <a:moveTo>
                  <a:pt x="25718" y="79403"/>
                </a:moveTo>
                <a:lnTo>
                  <a:pt x="25718" y="171451"/>
                </a:lnTo>
                <a:cubicBezTo>
                  <a:pt x="25718" y="176167"/>
                  <a:pt x="29574" y="180025"/>
                  <a:pt x="34290" y="180025"/>
                </a:cubicBezTo>
                <a:lnTo>
                  <a:pt x="240030" y="180025"/>
                </a:lnTo>
                <a:cubicBezTo>
                  <a:pt x="244746" y="180025"/>
                  <a:pt x="248603" y="176167"/>
                  <a:pt x="248603" y="171451"/>
                </a:cubicBezTo>
                <a:lnTo>
                  <a:pt x="248603" y="79403"/>
                </a:lnTo>
                <a:lnTo>
                  <a:pt x="172523" y="141876"/>
                </a:lnTo>
                <a:cubicBezTo>
                  <a:pt x="151949" y="158753"/>
                  <a:pt x="122319" y="158753"/>
                  <a:pt x="101800" y="141876"/>
                </a:cubicBezTo>
                <a:lnTo>
                  <a:pt x="25718" y="79403"/>
                </a:lnTo>
                <a:moveTo>
                  <a:pt x="0" y="34291"/>
                </a:moveTo>
                <a:cubicBezTo>
                  <a:pt x="0" y="15377"/>
                  <a:pt x="15376" y="0"/>
                  <a:pt x="34290" y="0"/>
                </a:cubicBezTo>
                <a:lnTo>
                  <a:pt x="240030" y="0"/>
                </a:lnTo>
                <a:cubicBezTo>
                  <a:pt x="258944" y="0"/>
                  <a:pt x="274320" y="15377"/>
                  <a:pt x="274320" y="34291"/>
                </a:cubicBezTo>
                <a:lnTo>
                  <a:pt x="274320" y="171451"/>
                </a:lnTo>
                <a:cubicBezTo>
                  <a:pt x="274320" y="190365"/>
                  <a:pt x="258944" y="205742"/>
                  <a:pt x="240030" y="205742"/>
                </a:cubicBezTo>
                <a:lnTo>
                  <a:pt x="34290" y="205742"/>
                </a:lnTo>
                <a:cubicBezTo>
                  <a:pt x="15376" y="205742"/>
                  <a:pt x="0" y="190365"/>
                  <a:pt x="0" y="171451"/>
                </a:cubicBezTo>
                <a:lnTo>
                  <a:pt x="0" y="3429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23908" y="341418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400" dirty="0"/>
          </a:p>
          <a:p>
            <a:pPr algn="l" marL="142875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9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400人完成在线沟通，转化率67%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23908" y="237097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400" dirty="0"/>
          </a:p>
          <a:p>
            <a:pPr algn="l" marL="142875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9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600人通过简历筛选，转化率60%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3908" y="5500607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面试邀约</a:t>
            </a:r>
            <a:endParaRPr lang="en-US" sz="1400" dirty="0"/>
          </a:p>
          <a:p>
            <a:pPr algn="l" marL="142875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9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250人成功邀约面试，转化率83%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23908" y="14021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候选人接触</a:t>
            </a:r>
            <a:endParaRPr lang="en-US" sz="1400" dirty="0"/>
          </a:p>
          <a:p>
            <a:pPr algn="l" marL="142875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9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1000人进入招聘流程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23908" y="44573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业务筛选</a:t>
            </a:r>
            <a:endParaRPr lang="en-US" sz="1400" dirty="0"/>
          </a:p>
          <a:p>
            <a:pPr algn="l" marL="142875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9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300人通过业务负责人筛选，转化率75%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3528" y="1349031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cubicBezTo>
                  <a:pt x="0" y="153523"/>
                  <a:pt x="153523" y="0"/>
                  <a:pt x="342900" y="0"/>
                </a:cubicBezTo>
                <a:cubicBezTo>
                  <a:pt x="532277" y="0"/>
                  <a:pt x="685800" y="153523"/>
                  <a:pt x="685800" y="342900"/>
                </a:cubicBezTo>
                <a:cubicBezTo>
                  <a:pt x="685800" y="532277"/>
                  <a:pt x="532277" y="685800"/>
                  <a:pt x="342900" y="685800"/>
                </a:cubicBezTo>
                <a:cubicBezTo>
                  <a:pt x="153523" y="685800"/>
                  <a:pt x="0" y="532277"/>
                  <a:pt x="0" y="3429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3528" y="1395831"/>
            <a:ext cx="505800" cy="5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01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3528" y="229257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cubicBezTo>
                  <a:pt x="0" y="153523"/>
                  <a:pt x="153523" y="0"/>
                  <a:pt x="342900" y="0"/>
                </a:cubicBezTo>
                <a:cubicBezTo>
                  <a:pt x="532277" y="0"/>
                  <a:pt x="685800" y="153523"/>
                  <a:pt x="685800" y="342900"/>
                </a:cubicBezTo>
                <a:cubicBezTo>
                  <a:pt x="685800" y="532277"/>
                  <a:pt x="532277" y="685800"/>
                  <a:pt x="342900" y="685800"/>
                </a:cubicBezTo>
                <a:cubicBezTo>
                  <a:pt x="153523" y="685800"/>
                  <a:pt x="0" y="532277"/>
                  <a:pt x="0" y="342900"/>
                </a:cubicBez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3528" y="2339374"/>
            <a:ext cx="505800" cy="5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3528" y="3315301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cubicBezTo>
                  <a:pt x="0" y="153523"/>
                  <a:pt x="153523" y="0"/>
                  <a:pt x="342900" y="0"/>
                </a:cubicBezTo>
                <a:cubicBezTo>
                  <a:pt x="532277" y="0"/>
                  <a:pt x="685800" y="153523"/>
                  <a:pt x="685800" y="342900"/>
                </a:cubicBezTo>
                <a:cubicBezTo>
                  <a:pt x="685800" y="532277"/>
                  <a:pt x="532277" y="685800"/>
                  <a:pt x="342900" y="685800"/>
                </a:cubicBezTo>
                <a:cubicBezTo>
                  <a:pt x="153523" y="685800"/>
                  <a:pt x="0" y="532277"/>
                  <a:pt x="0" y="342900"/>
                </a:cubicBezTo>
              </a:path>
            </a:pathLst>
          </a:custGeom>
          <a:solidFill>
            <a:srgbClr val="08387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3528" y="3362101"/>
            <a:ext cx="505800" cy="5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3528" y="4358511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cubicBezTo>
                  <a:pt x="0" y="153523"/>
                  <a:pt x="153523" y="0"/>
                  <a:pt x="342900" y="0"/>
                </a:cubicBezTo>
                <a:cubicBezTo>
                  <a:pt x="532277" y="0"/>
                  <a:pt x="685800" y="153523"/>
                  <a:pt x="685800" y="342900"/>
                </a:cubicBezTo>
                <a:cubicBezTo>
                  <a:pt x="685800" y="532277"/>
                  <a:pt x="532277" y="685800"/>
                  <a:pt x="342900" y="685800"/>
                </a:cubicBezTo>
                <a:cubicBezTo>
                  <a:pt x="153523" y="685800"/>
                  <a:pt x="0" y="532277"/>
                  <a:pt x="0" y="342900"/>
                </a:cubicBezTo>
              </a:path>
            </a:pathLst>
          </a:custGeom>
          <a:solidFill>
            <a:srgbClr val="0F9ED5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3528" y="4405311"/>
            <a:ext cx="505800" cy="5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3528" y="540172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cubicBezTo>
                  <a:pt x="0" y="153523"/>
                  <a:pt x="153523" y="0"/>
                  <a:pt x="342900" y="0"/>
                </a:cubicBezTo>
                <a:cubicBezTo>
                  <a:pt x="532277" y="0"/>
                  <a:pt x="685800" y="153523"/>
                  <a:pt x="685800" y="342900"/>
                </a:cubicBezTo>
                <a:cubicBezTo>
                  <a:pt x="685800" y="532277"/>
                  <a:pt x="532277" y="685800"/>
                  <a:pt x="342900" y="685800"/>
                </a:cubicBezTo>
                <a:cubicBezTo>
                  <a:pt x="153523" y="685800"/>
                  <a:pt x="0" y="532277"/>
                  <a:pt x="0" y="342900"/>
                </a:cubicBezTo>
              </a:path>
            </a:pathLst>
          </a:custGeom>
          <a:solidFill>
            <a:srgbClr val="E97132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3528" y="5448522"/>
            <a:ext cx="505800" cy="5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转化率与流失分析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740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4707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452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0580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展示各类流失原因的占比分布，帮助定位招聘流程中的主要问题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580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流失原因占比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987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统计候选人在各阶段流失的具体原因（如薪资不匹配、能力不符、放弃入职等）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5987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计算每个流程节点的转化率，如简历筛选通过率、面试通过率、Offer接受率等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各阶段转化率统计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31680" y="1690255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11867" y="1690255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94560" y="1667532"/>
            <a:ext cx="365760" cy="365487"/>
          </a:xfrm>
          <a:custGeom>
            <a:avLst/>
            <a:gdLst/>
            <a:ahLst/>
            <a:cxnLst/>
            <a:rect l="l" t="t" r="r" b="b"/>
            <a:pathLst>
              <a:path w="365760" h="365487">
                <a:moveTo>
                  <a:pt x="358756" y="40653"/>
                </a:moveTo>
                <a:cubicBezTo>
                  <a:pt x="368097" y="31311"/>
                  <a:pt x="368097" y="16209"/>
                  <a:pt x="358756" y="6970"/>
                </a:cubicBezTo>
                <a:cubicBezTo>
                  <a:pt x="349414" y="-2270"/>
                  <a:pt x="334312" y="-2372"/>
                  <a:pt x="325073" y="6970"/>
                </a:cubicBezTo>
                <a:lnTo>
                  <a:pt x="7008" y="324837"/>
                </a:lnTo>
                <a:cubicBezTo>
                  <a:pt x="-2334" y="334179"/>
                  <a:pt x="-2334" y="349281"/>
                  <a:pt x="7008" y="358521"/>
                </a:cubicBezTo>
                <a:cubicBezTo>
                  <a:pt x="16349" y="367760"/>
                  <a:pt x="31452" y="367862"/>
                  <a:pt x="40691" y="358521"/>
                </a:cubicBezTo>
                <a:lnTo>
                  <a:pt x="358756" y="40653"/>
                </a:lnTo>
                <a:moveTo>
                  <a:pt x="103389" y="55558"/>
                </a:moveTo>
                <a:cubicBezTo>
                  <a:pt x="103389" y="29217"/>
                  <a:pt x="82036" y="7862"/>
                  <a:pt x="55694" y="7862"/>
                </a:cubicBezTo>
                <a:cubicBezTo>
                  <a:pt x="29352" y="7862"/>
                  <a:pt x="7999" y="29217"/>
                  <a:pt x="7999" y="55558"/>
                </a:cubicBezTo>
                <a:cubicBezTo>
                  <a:pt x="7999" y="81898"/>
                  <a:pt x="29352" y="103254"/>
                  <a:pt x="55694" y="103254"/>
                </a:cubicBezTo>
                <a:cubicBezTo>
                  <a:pt x="82036" y="103254"/>
                  <a:pt x="103389" y="81898"/>
                  <a:pt x="103389" y="55558"/>
                </a:cubicBezTo>
                <a:moveTo>
                  <a:pt x="357761" y="309929"/>
                </a:moveTo>
                <a:cubicBezTo>
                  <a:pt x="357761" y="283589"/>
                  <a:pt x="336408" y="262233"/>
                  <a:pt x="310066" y="262233"/>
                </a:cubicBezTo>
                <a:cubicBezTo>
                  <a:pt x="283724" y="262233"/>
                  <a:pt x="262371" y="283589"/>
                  <a:pt x="262371" y="309929"/>
                </a:cubicBezTo>
                <a:cubicBezTo>
                  <a:pt x="262371" y="336270"/>
                  <a:pt x="283724" y="357625"/>
                  <a:pt x="310066" y="357625"/>
                </a:cubicBezTo>
                <a:cubicBezTo>
                  <a:pt x="336408" y="357625"/>
                  <a:pt x="357761" y="336270"/>
                  <a:pt x="357761" y="30992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多维度数据统计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03243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各业务负责人对应岗位的招聘进展和协作效率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03243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按业务负责人统计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03243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P0/P1/P2 岗位的资源投入和完成情况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3243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按优先级统计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03243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不同岗位的招聘周期、通过率、入职率对比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03243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按岗位统计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03243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按月统计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3243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每月的招聘完成情况、目标达成率、候选人数量等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2034" y="5069022"/>
            <a:ext cx="271461" cy="457200"/>
          </a:xfrm>
          <a:custGeom>
            <a:avLst/>
            <a:gdLst/>
            <a:ahLst/>
            <a:cxnLst/>
            <a:rect l="l" t="t" r="r" b="b"/>
            <a:pathLst>
              <a:path w="271461" h="457200">
                <a:moveTo>
                  <a:pt x="92859" y="42863"/>
                </a:moveTo>
                <a:cubicBezTo>
                  <a:pt x="92859" y="19189"/>
                  <a:pt x="112048" y="0"/>
                  <a:pt x="135722" y="0"/>
                </a:cubicBezTo>
                <a:cubicBezTo>
                  <a:pt x="159394" y="0"/>
                  <a:pt x="178586" y="19189"/>
                  <a:pt x="178586" y="42863"/>
                </a:cubicBezTo>
                <a:cubicBezTo>
                  <a:pt x="178586" y="66536"/>
                  <a:pt x="159397" y="85725"/>
                  <a:pt x="135722" y="85725"/>
                </a:cubicBezTo>
                <a:cubicBezTo>
                  <a:pt x="112051" y="85725"/>
                  <a:pt x="92859" y="66536"/>
                  <a:pt x="92859" y="42863"/>
                </a:cubicBezTo>
                <a:moveTo>
                  <a:pt x="121433" y="157254"/>
                </a:moveTo>
                <a:lnTo>
                  <a:pt x="121433" y="271463"/>
                </a:lnTo>
                <a:lnTo>
                  <a:pt x="150007" y="271463"/>
                </a:lnTo>
                <a:lnTo>
                  <a:pt x="150007" y="157254"/>
                </a:lnTo>
                <a:cubicBezTo>
                  <a:pt x="149382" y="157254"/>
                  <a:pt x="148669" y="157163"/>
                  <a:pt x="147952" y="157163"/>
                </a:cubicBezTo>
                <a:lnTo>
                  <a:pt x="123396" y="157163"/>
                </a:lnTo>
                <a:cubicBezTo>
                  <a:pt x="122682" y="157163"/>
                  <a:pt x="122057" y="157163"/>
                  <a:pt x="121341" y="157254"/>
                </a:cubicBezTo>
                <a:lnTo>
                  <a:pt x="121433" y="157254"/>
                </a:lnTo>
                <a:moveTo>
                  <a:pt x="121433" y="314325"/>
                </a:moveTo>
                <a:lnTo>
                  <a:pt x="121433" y="435771"/>
                </a:lnTo>
                <a:cubicBezTo>
                  <a:pt x="121433" y="447649"/>
                  <a:pt x="111877" y="457205"/>
                  <a:pt x="100001" y="457205"/>
                </a:cubicBezTo>
                <a:cubicBezTo>
                  <a:pt x="88125" y="457205"/>
                  <a:pt x="78569" y="447649"/>
                  <a:pt x="78569" y="435776"/>
                </a:cubicBezTo>
                <a:lnTo>
                  <a:pt x="78569" y="199673"/>
                </a:lnTo>
                <a:lnTo>
                  <a:pt x="40081" y="267718"/>
                </a:lnTo>
                <a:cubicBezTo>
                  <a:pt x="34278" y="277987"/>
                  <a:pt x="21150" y="281649"/>
                  <a:pt x="10880" y="275842"/>
                </a:cubicBezTo>
                <a:cubicBezTo>
                  <a:pt x="611" y="270036"/>
                  <a:pt x="-3051" y="256910"/>
                  <a:pt x="2755" y="246641"/>
                </a:cubicBezTo>
                <a:lnTo>
                  <a:pt x="55082" y="154218"/>
                </a:lnTo>
                <a:cubicBezTo>
                  <a:pt x="69014" y="129570"/>
                  <a:pt x="95177" y="114305"/>
                  <a:pt x="123482" y="114305"/>
                </a:cubicBezTo>
                <a:lnTo>
                  <a:pt x="148039" y="114305"/>
                </a:lnTo>
                <a:cubicBezTo>
                  <a:pt x="176347" y="114305"/>
                  <a:pt x="202510" y="129575"/>
                  <a:pt x="216439" y="154218"/>
                </a:cubicBezTo>
                <a:lnTo>
                  <a:pt x="268679" y="246641"/>
                </a:lnTo>
                <a:cubicBezTo>
                  <a:pt x="274483" y="256910"/>
                  <a:pt x="270910" y="270036"/>
                  <a:pt x="260554" y="275842"/>
                </a:cubicBezTo>
                <a:cubicBezTo>
                  <a:pt x="250195" y="281649"/>
                  <a:pt x="237159" y="278074"/>
                  <a:pt x="231353" y="267718"/>
                </a:cubicBezTo>
                <a:lnTo>
                  <a:pt x="192865" y="199673"/>
                </a:lnTo>
                <a:lnTo>
                  <a:pt x="192865" y="435776"/>
                </a:lnTo>
                <a:cubicBezTo>
                  <a:pt x="192865" y="447654"/>
                  <a:pt x="183310" y="457209"/>
                  <a:pt x="171433" y="457209"/>
                </a:cubicBezTo>
                <a:cubicBezTo>
                  <a:pt x="159557" y="457209"/>
                  <a:pt x="150002" y="447654"/>
                  <a:pt x="150002" y="435780"/>
                </a:cubicBezTo>
                <a:lnTo>
                  <a:pt x="150002" y="314339"/>
                </a:lnTo>
                <a:lnTo>
                  <a:pt x="121433" y="31432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987247"/>
            <a:ext cx="457200" cy="375557"/>
          </a:xfrm>
          <a:custGeom>
            <a:avLst/>
            <a:gdLst/>
            <a:ahLst/>
            <a:cxnLst/>
            <a:rect l="l" t="t" r="r" b="b"/>
            <a:pathLst>
              <a:path w="457200" h="375557">
                <a:moveTo>
                  <a:pt x="0" y="24494"/>
                </a:moveTo>
                <a:cubicBezTo>
                  <a:pt x="0" y="10921"/>
                  <a:pt x="10918" y="0"/>
                  <a:pt x="24492" y="0"/>
                </a:cubicBezTo>
                <a:lnTo>
                  <a:pt x="432708" y="0"/>
                </a:lnTo>
                <a:cubicBezTo>
                  <a:pt x="446282" y="0"/>
                  <a:pt x="457200" y="10921"/>
                  <a:pt x="457200" y="24494"/>
                </a:cubicBezTo>
                <a:cubicBezTo>
                  <a:pt x="457200" y="38066"/>
                  <a:pt x="446282" y="48988"/>
                  <a:pt x="432708" y="48988"/>
                </a:cubicBezTo>
                <a:lnTo>
                  <a:pt x="24492" y="48988"/>
                </a:lnTo>
                <a:cubicBezTo>
                  <a:pt x="10918" y="48988"/>
                  <a:pt x="0" y="38066"/>
                  <a:pt x="0" y="24494"/>
                </a:cubicBezTo>
                <a:lnTo>
                  <a:pt x="0" y="24494"/>
                </a:lnTo>
              </a:path>
              <a:path w="457200" h="375557">
                <a:moveTo>
                  <a:pt x="0" y="187779"/>
                </a:moveTo>
                <a:cubicBezTo>
                  <a:pt x="0" y="174206"/>
                  <a:pt x="10918" y="163285"/>
                  <a:pt x="24492" y="163285"/>
                </a:cubicBezTo>
                <a:lnTo>
                  <a:pt x="432708" y="163285"/>
                </a:lnTo>
                <a:cubicBezTo>
                  <a:pt x="446282" y="163285"/>
                  <a:pt x="457200" y="174206"/>
                  <a:pt x="457200" y="187779"/>
                </a:cubicBezTo>
                <a:cubicBezTo>
                  <a:pt x="457200" y="201351"/>
                  <a:pt x="446282" y="212272"/>
                  <a:pt x="432708" y="212272"/>
                </a:cubicBezTo>
                <a:lnTo>
                  <a:pt x="24492" y="212272"/>
                </a:lnTo>
                <a:cubicBezTo>
                  <a:pt x="10918" y="212272"/>
                  <a:pt x="0" y="201351"/>
                  <a:pt x="0" y="187779"/>
                </a:cubicBezTo>
                <a:lnTo>
                  <a:pt x="0" y="187779"/>
                </a:lnTo>
              </a:path>
              <a:path w="457200" h="375557">
                <a:moveTo>
                  <a:pt x="457200" y="351063"/>
                </a:moveTo>
                <a:cubicBezTo>
                  <a:pt x="457200" y="364636"/>
                  <a:pt x="446282" y="375557"/>
                  <a:pt x="432708" y="375557"/>
                </a:cubicBezTo>
                <a:lnTo>
                  <a:pt x="24492" y="375557"/>
                </a:lnTo>
                <a:cubicBezTo>
                  <a:pt x="10918" y="375557"/>
                  <a:pt x="0" y="364636"/>
                  <a:pt x="0" y="351063"/>
                </a:cubicBezTo>
                <a:cubicBezTo>
                  <a:pt x="0" y="337491"/>
                  <a:pt x="10918" y="326569"/>
                  <a:pt x="24492" y="326569"/>
                </a:cubicBezTo>
                <a:lnTo>
                  <a:pt x="432708" y="326569"/>
                </a:lnTo>
                <a:cubicBezTo>
                  <a:pt x="446282" y="326569"/>
                  <a:pt x="457200" y="337491"/>
                  <a:pt x="457200" y="35106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2808078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8654" y="160419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7765" y="6309360"/>
            <a:ext cx="5238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79" y="1447800"/>
            <a:ext cx="10915441" cy="4490260"/>
          </a:xfrm>
          <a:prstGeom prst="rect">
            <a:avLst/>
          </a:prstGeom>
          <a:blipFill>
            <a:blip r:embed="rId1"/>
            <a:srcRect/>
            <a:stretch>
              <a:fillRect l="0" r="0" t="2" b="2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招聘各阶段通过率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86159" y="62856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9955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98329" y="6309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071456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2648" y="1164795"/>
            <a:ext cx="8092401" cy="45719"/>
          </a:xfrm>
          <a:custGeom>
            <a:avLst/>
            <a:gdLst/>
            <a:ahLst/>
            <a:cxnLst/>
            <a:rect l="l" t="t" r="r" b="b"/>
            <a:pathLst>
              <a:path w="8092401" h="45719">
                <a:moveTo>
                  <a:pt x="0" y="0"/>
                </a:moveTo>
                <a:lnTo>
                  <a:pt x="809240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2649" y="1"/>
            <a:ext cx="809507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系统技术架构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26726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实时计算招聘漏斗、转化率、流失统计等分析指标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26726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数据分析层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26726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存储候选人信息、招聘计划、面试记录、操作日志等关键数据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26726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数据存储层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26726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实现招聘流程状态机、数据统计计算、权限控制等核心业务逻辑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26726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业务逻辑层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26726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前端界面层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26726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基于现代化前端框架，实现流畅的用户交互体验，支持面试时间等字段的快速编辑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2648" y="5097597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371475" y="42861"/>
                </a:moveTo>
                <a:cubicBezTo>
                  <a:pt x="379334" y="42861"/>
                  <a:pt x="385763" y="49290"/>
                  <a:pt x="385763" y="57147"/>
                </a:cubicBezTo>
                <a:cubicBezTo>
                  <a:pt x="385763" y="65004"/>
                  <a:pt x="379334" y="71433"/>
                  <a:pt x="371475" y="71433"/>
                </a:cubicBezTo>
                <a:lnTo>
                  <a:pt x="85725" y="71433"/>
                </a:lnTo>
                <a:cubicBezTo>
                  <a:pt x="77866" y="71433"/>
                  <a:pt x="71438" y="65004"/>
                  <a:pt x="71438" y="57147"/>
                </a:cubicBezTo>
                <a:cubicBezTo>
                  <a:pt x="71438" y="49290"/>
                  <a:pt x="77866" y="42861"/>
                  <a:pt x="85725" y="42861"/>
                </a:cubicBezTo>
                <a:lnTo>
                  <a:pt x="371475" y="42861"/>
                </a:lnTo>
                <a:moveTo>
                  <a:pt x="85725" y="0"/>
                </a:moveTo>
                <a:cubicBezTo>
                  <a:pt x="54201" y="0"/>
                  <a:pt x="28575" y="25627"/>
                  <a:pt x="28575" y="57151"/>
                </a:cubicBezTo>
                <a:cubicBezTo>
                  <a:pt x="28575" y="88671"/>
                  <a:pt x="54201" y="114302"/>
                  <a:pt x="85725" y="114302"/>
                </a:cubicBezTo>
                <a:lnTo>
                  <a:pt x="207171" y="114302"/>
                </a:lnTo>
                <a:lnTo>
                  <a:pt x="207171" y="128588"/>
                </a:lnTo>
                <a:lnTo>
                  <a:pt x="198329" y="137429"/>
                </a:lnTo>
                <a:lnTo>
                  <a:pt x="173238" y="162520"/>
                </a:lnTo>
                <a:lnTo>
                  <a:pt x="164309" y="171449"/>
                </a:lnTo>
                <a:lnTo>
                  <a:pt x="114305" y="171449"/>
                </a:lnTo>
                <a:cubicBezTo>
                  <a:pt x="70907" y="171449"/>
                  <a:pt x="35726" y="206634"/>
                  <a:pt x="35726" y="250031"/>
                </a:cubicBezTo>
                <a:lnTo>
                  <a:pt x="35726" y="285752"/>
                </a:lnTo>
                <a:lnTo>
                  <a:pt x="28584" y="285752"/>
                </a:lnTo>
                <a:cubicBezTo>
                  <a:pt x="12779" y="285752"/>
                  <a:pt x="9" y="298521"/>
                  <a:pt x="9" y="314327"/>
                </a:cubicBezTo>
                <a:lnTo>
                  <a:pt x="9" y="371478"/>
                </a:lnTo>
                <a:cubicBezTo>
                  <a:pt x="9" y="387284"/>
                  <a:pt x="12779" y="400054"/>
                  <a:pt x="28584" y="400054"/>
                </a:cubicBezTo>
                <a:lnTo>
                  <a:pt x="85734" y="400054"/>
                </a:lnTo>
                <a:cubicBezTo>
                  <a:pt x="101540" y="400054"/>
                  <a:pt x="114309" y="387284"/>
                  <a:pt x="114309" y="371478"/>
                </a:cubicBezTo>
                <a:lnTo>
                  <a:pt x="114309" y="314327"/>
                </a:lnTo>
                <a:cubicBezTo>
                  <a:pt x="114309" y="298521"/>
                  <a:pt x="101540" y="285752"/>
                  <a:pt x="85734" y="285752"/>
                </a:cubicBezTo>
                <a:lnTo>
                  <a:pt x="78593" y="285752"/>
                </a:lnTo>
                <a:lnTo>
                  <a:pt x="78593" y="250031"/>
                </a:lnTo>
                <a:cubicBezTo>
                  <a:pt x="78593" y="230297"/>
                  <a:pt x="94576" y="214311"/>
                  <a:pt x="114314" y="214311"/>
                </a:cubicBezTo>
                <a:lnTo>
                  <a:pt x="164322" y="214311"/>
                </a:lnTo>
                <a:lnTo>
                  <a:pt x="173165" y="223152"/>
                </a:lnTo>
                <a:lnTo>
                  <a:pt x="198256" y="248243"/>
                </a:lnTo>
                <a:lnTo>
                  <a:pt x="207185" y="257172"/>
                </a:lnTo>
                <a:lnTo>
                  <a:pt x="207185" y="285748"/>
                </a:lnTo>
                <a:lnTo>
                  <a:pt x="200043" y="285748"/>
                </a:lnTo>
                <a:cubicBezTo>
                  <a:pt x="184238" y="285748"/>
                  <a:pt x="171468" y="298517"/>
                  <a:pt x="171468" y="314323"/>
                </a:cubicBezTo>
                <a:lnTo>
                  <a:pt x="171468" y="371474"/>
                </a:lnTo>
                <a:cubicBezTo>
                  <a:pt x="171468" y="387280"/>
                  <a:pt x="184238" y="400050"/>
                  <a:pt x="200043" y="400050"/>
                </a:cubicBezTo>
                <a:lnTo>
                  <a:pt x="257193" y="400050"/>
                </a:lnTo>
                <a:cubicBezTo>
                  <a:pt x="272999" y="400050"/>
                  <a:pt x="285768" y="387280"/>
                  <a:pt x="285768" y="371474"/>
                </a:cubicBezTo>
                <a:lnTo>
                  <a:pt x="285768" y="314323"/>
                </a:lnTo>
                <a:cubicBezTo>
                  <a:pt x="285768" y="298517"/>
                  <a:pt x="272999" y="285748"/>
                  <a:pt x="257193" y="285748"/>
                </a:cubicBezTo>
                <a:lnTo>
                  <a:pt x="250052" y="285748"/>
                </a:lnTo>
                <a:lnTo>
                  <a:pt x="250052" y="257172"/>
                </a:lnTo>
                <a:lnTo>
                  <a:pt x="258894" y="248331"/>
                </a:lnTo>
                <a:lnTo>
                  <a:pt x="283985" y="223240"/>
                </a:lnTo>
                <a:lnTo>
                  <a:pt x="292914" y="214311"/>
                </a:lnTo>
                <a:lnTo>
                  <a:pt x="342923" y="214311"/>
                </a:lnTo>
                <a:cubicBezTo>
                  <a:pt x="362656" y="214311"/>
                  <a:pt x="378644" y="230297"/>
                  <a:pt x="378644" y="250031"/>
                </a:cubicBezTo>
                <a:lnTo>
                  <a:pt x="378644" y="285752"/>
                </a:lnTo>
                <a:lnTo>
                  <a:pt x="371502" y="285752"/>
                </a:lnTo>
                <a:cubicBezTo>
                  <a:pt x="355697" y="285752"/>
                  <a:pt x="342927" y="298521"/>
                  <a:pt x="342927" y="314327"/>
                </a:cubicBezTo>
                <a:lnTo>
                  <a:pt x="342927" y="371478"/>
                </a:lnTo>
                <a:cubicBezTo>
                  <a:pt x="342927" y="387284"/>
                  <a:pt x="355697" y="400054"/>
                  <a:pt x="371502" y="400054"/>
                </a:cubicBezTo>
                <a:lnTo>
                  <a:pt x="428652" y="400054"/>
                </a:lnTo>
                <a:cubicBezTo>
                  <a:pt x="444458" y="400054"/>
                  <a:pt x="457227" y="387284"/>
                  <a:pt x="457227" y="371478"/>
                </a:cubicBezTo>
                <a:lnTo>
                  <a:pt x="457227" y="314327"/>
                </a:lnTo>
                <a:cubicBezTo>
                  <a:pt x="457227" y="298521"/>
                  <a:pt x="444458" y="285752"/>
                  <a:pt x="428652" y="285752"/>
                </a:cubicBezTo>
                <a:lnTo>
                  <a:pt x="421511" y="285752"/>
                </a:lnTo>
                <a:lnTo>
                  <a:pt x="421511" y="250031"/>
                </a:lnTo>
                <a:cubicBezTo>
                  <a:pt x="421511" y="206634"/>
                  <a:pt x="386329" y="171449"/>
                  <a:pt x="342932" y="171449"/>
                </a:cubicBezTo>
                <a:lnTo>
                  <a:pt x="292928" y="171449"/>
                </a:lnTo>
                <a:lnTo>
                  <a:pt x="284086" y="162608"/>
                </a:lnTo>
                <a:lnTo>
                  <a:pt x="258995" y="137517"/>
                </a:lnTo>
                <a:lnTo>
                  <a:pt x="250066" y="128588"/>
                </a:lnTo>
                <a:lnTo>
                  <a:pt x="250066" y="114302"/>
                </a:lnTo>
                <a:lnTo>
                  <a:pt x="371512" y="114302"/>
                </a:lnTo>
                <a:cubicBezTo>
                  <a:pt x="403036" y="114302"/>
                  <a:pt x="428662" y="88675"/>
                  <a:pt x="428662" y="57151"/>
                </a:cubicBezTo>
                <a:cubicBezTo>
                  <a:pt x="428662" y="25631"/>
                  <a:pt x="403036" y="0"/>
                  <a:pt x="371512" y="0"/>
                </a:cubicBezTo>
                <a:lnTo>
                  <a:pt x="85725" y="0"/>
                </a:lnTo>
                <a:moveTo>
                  <a:pt x="42863" y="357189"/>
                </a:moveTo>
                <a:lnTo>
                  <a:pt x="42863" y="328613"/>
                </a:lnTo>
                <a:lnTo>
                  <a:pt x="71438" y="328613"/>
                </a:lnTo>
                <a:lnTo>
                  <a:pt x="71438" y="357189"/>
                </a:lnTo>
                <a:lnTo>
                  <a:pt x="42863" y="357189"/>
                </a:lnTo>
                <a:moveTo>
                  <a:pt x="214313" y="357189"/>
                </a:moveTo>
                <a:lnTo>
                  <a:pt x="214313" y="328613"/>
                </a:lnTo>
                <a:lnTo>
                  <a:pt x="242888" y="328613"/>
                </a:lnTo>
                <a:lnTo>
                  <a:pt x="242888" y="357189"/>
                </a:lnTo>
                <a:lnTo>
                  <a:pt x="214313" y="357189"/>
                </a:lnTo>
                <a:moveTo>
                  <a:pt x="385763" y="357189"/>
                </a:moveTo>
                <a:lnTo>
                  <a:pt x="385763" y="328613"/>
                </a:lnTo>
                <a:lnTo>
                  <a:pt x="414338" y="328613"/>
                </a:lnTo>
                <a:lnTo>
                  <a:pt x="414338" y="357189"/>
                </a:lnTo>
                <a:lnTo>
                  <a:pt x="385763" y="357189"/>
                </a:lnTo>
                <a:moveTo>
                  <a:pt x="203509" y="192880"/>
                </a:moveTo>
                <a:lnTo>
                  <a:pt x="228600" y="167789"/>
                </a:lnTo>
                <a:lnTo>
                  <a:pt x="253691" y="192880"/>
                </a:lnTo>
                <a:lnTo>
                  <a:pt x="228600" y="217971"/>
                </a:lnTo>
                <a:lnTo>
                  <a:pt x="203509" y="19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2137" y="394642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57189" y="76796"/>
                </a:moveTo>
                <a:lnTo>
                  <a:pt x="357189" y="156001"/>
                </a:lnTo>
                <a:cubicBezTo>
                  <a:pt x="345311" y="162429"/>
                  <a:pt x="328969" y="168679"/>
                  <a:pt x="308255" y="173773"/>
                </a:cubicBezTo>
                <a:cubicBezTo>
                  <a:pt x="277983" y="181275"/>
                  <a:pt x="240658" y="185738"/>
                  <a:pt x="200025" y="185738"/>
                </a:cubicBezTo>
                <a:cubicBezTo>
                  <a:pt x="159396" y="185738"/>
                  <a:pt x="122067" y="181271"/>
                  <a:pt x="91795" y="173773"/>
                </a:cubicBezTo>
                <a:cubicBezTo>
                  <a:pt x="71077" y="168684"/>
                  <a:pt x="54739" y="162521"/>
                  <a:pt x="42861" y="156001"/>
                </a:cubicBezTo>
                <a:lnTo>
                  <a:pt x="42861" y="76796"/>
                </a:lnTo>
                <a:lnTo>
                  <a:pt x="43397" y="76348"/>
                </a:lnTo>
                <a:cubicBezTo>
                  <a:pt x="48130" y="72329"/>
                  <a:pt x="57595" y="66792"/>
                  <a:pt x="73045" y="61256"/>
                </a:cubicBezTo>
                <a:cubicBezTo>
                  <a:pt x="103497" y="50452"/>
                  <a:pt x="148411" y="42862"/>
                  <a:pt x="200025" y="42862"/>
                </a:cubicBezTo>
                <a:cubicBezTo>
                  <a:pt x="251639" y="42862"/>
                  <a:pt x="296553" y="50452"/>
                  <a:pt x="327005" y="61256"/>
                </a:cubicBezTo>
                <a:cubicBezTo>
                  <a:pt x="342455" y="66792"/>
                  <a:pt x="351828" y="72329"/>
                  <a:pt x="356653" y="76348"/>
                </a:cubicBezTo>
                <a:lnTo>
                  <a:pt x="357189" y="76796"/>
                </a:lnTo>
                <a:moveTo>
                  <a:pt x="357189" y="203152"/>
                </a:moveTo>
                <a:lnTo>
                  <a:pt x="357189" y="270301"/>
                </a:lnTo>
                <a:cubicBezTo>
                  <a:pt x="345311" y="276729"/>
                  <a:pt x="328969" y="282979"/>
                  <a:pt x="308255" y="288073"/>
                </a:cubicBezTo>
                <a:cubicBezTo>
                  <a:pt x="277983" y="295575"/>
                  <a:pt x="240658" y="300038"/>
                  <a:pt x="200025" y="300038"/>
                </a:cubicBezTo>
                <a:cubicBezTo>
                  <a:pt x="159396" y="300038"/>
                  <a:pt x="122067" y="295571"/>
                  <a:pt x="91795" y="288073"/>
                </a:cubicBezTo>
                <a:cubicBezTo>
                  <a:pt x="71077" y="282984"/>
                  <a:pt x="54739" y="276821"/>
                  <a:pt x="42861" y="270301"/>
                </a:cubicBezTo>
                <a:lnTo>
                  <a:pt x="42861" y="203152"/>
                </a:lnTo>
                <a:cubicBezTo>
                  <a:pt x="54739" y="207884"/>
                  <a:pt x="67776" y="211994"/>
                  <a:pt x="81526" y="215387"/>
                </a:cubicBezTo>
                <a:cubicBezTo>
                  <a:pt x="115638" y="223781"/>
                  <a:pt x="156448" y="228605"/>
                  <a:pt x="200025" y="228605"/>
                </a:cubicBezTo>
                <a:cubicBezTo>
                  <a:pt x="243602" y="228605"/>
                  <a:pt x="284412" y="223781"/>
                  <a:pt x="318524" y="215387"/>
                </a:cubicBezTo>
                <a:cubicBezTo>
                  <a:pt x="332274" y="211994"/>
                  <a:pt x="345311" y="207976"/>
                  <a:pt x="357189" y="203152"/>
                </a:cubicBezTo>
                <a:lnTo>
                  <a:pt x="357189" y="203152"/>
                </a:lnTo>
                <a:moveTo>
                  <a:pt x="42861" y="380404"/>
                </a:moveTo>
                <a:lnTo>
                  <a:pt x="42861" y="317539"/>
                </a:lnTo>
                <a:cubicBezTo>
                  <a:pt x="54739" y="322271"/>
                  <a:pt x="67776" y="326381"/>
                  <a:pt x="81526" y="329774"/>
                </a:cubicBezTo>
                <a:cubicBezTo>
                  <a:pt x="115638" y="338077"/>
                  <a:pt x="156448" y="342900"/>
                  <a:pt x="200025" y="342900"/>
                </a:cubicBezTo>
                <a:cubicBezTo>
                  <a:pt x="243602" y="342900"/>
                  <a:pt x="284412" y="338077"/>
                  <a:pt x="318524" y="329682"/>
                </a:cubicBezTo>
                <a:cubicBezTo>
                  <a:pt x="332274" y="326290"/>
                  <a:pt x="345311" y="322271"/>
                  <a:pt x="357189" y="317448"/>
                </a:cubicBezTo>
                <a:lnTo>
                  <a:pt x="357189" y="380313"/>
                </a:lnTo>
                <a:lnTo>
                  <a:pt x="356653" y="380761"/>
                </a:lnTo>
                <a:cubicBezTo>
                  <a:pt x="351920" y="384780"/>
                  <a:pt x="342455" y="390316"/>
                  <a:pt x="327005" y="395853"/>
                </a:cubicBezTo>
                <a:cubicBezTo>
                  <a:pt x="296553" y="406748"/>
                  <a:pt x="251639" y="414338"/>
                  <a:pt x="200025" y="414338"/>
                </a:cubicBezTo>
                <a:cubicBezTo>
                  <a:pt x="148411" y="414338"/>
                  <a:pt x="103497" y="406748"/>
                  <a:pt x="73045" y="395944"/>
                </a:cubicBezTo>
                <a:cubicBezTo>
                  <a:pt x="57595" y="390408"/>
                  <a:pt x="48222" y="384871"/>
                  <a:pt x="43397" y="380852"/>
                </a:cubicBezTo>
                <a:lnTo>
                  <a:pt x="42861" y="380404"/>
                </a:lnTo>
                <a:moveTo>
                  <a:pt x="359061" y="378530"/>
                </a:moveTo>
                <a:cubicBezTo>
                  <a:pt x="359061" y="378530"/>
                  <a:pt x="359061" y="378621"/>
                  <a:pt x="358881" y="378708"/>
                </a:cubicBezTo>
                <a:lnTo>
                  <a:pt x="358969" y="378530"/>
                </a:lnTo>
                <a:cubicBezTo>
                  <a:pt x="358969" y="378530"/>
                  <a:pt x="358969" y="378530"/>
                  <a:pt x="358969" y="378438"/>
                </a:cubicBezTo>
                <a:lnTo>
                  <a:pt x="359061" y="378530"/>
                </a:lnTo>
                <a:moveTo>
                  <a:pt x="41077" y="378530"/>
                </a:moveTo>
                <a:cubicBezTo>
                  <a:pt x="41077" y="378530"/>
                  <a:pt x="41077" y="378621"/>
                  <a:pt x="41257" y="378708"/>
                </a:cubicBezTo>
                <a:cubicBezTo>
                  <a:pt x="41169" y="378616"/>
                  <a:pt x="41169" y="378530"/>
                  <a:pt x="41077" y="378530"/>
                </a:cubicBezTo>
                <a:moveTo>
                  <a:pt x="41077" y="78670"/>
                </a:moveTo>
                <a:cubicBezTo>
                  <a:pt x="41077" y="78670"/>
                  <a:pt x="41165" y="78579"/>
                  <a:pt x="41257" y="78492"/>
                </a:cubicBezTo>
                <a:cubicBezTo>
                  <a:pt x="41169" y="78584"/>
                  <a:pt x="41077" y="78670"/>
                  <a:pt x="41077" y="78670"/>
                </a:cubicBezTo>
                <a:moveTo>
                  <a:pt x="358973" y="78492"/>
                </a:moveTo>
                <a:cubicBezTo>
                  <a:pt x="359061" y="78584"/>
                  <a:pt x="359153" y="78670"/>
                  <a:pt x="359153" y="78670"/>
                </a:cubicBezTo>
                <a:cubicBezTo>
                  <a:pt x="359153" y="78670"/>
                  <a:pt x="359153" y="78579"/>
                  <a:pt x="358973" y="78492"/>
                </a:cubicBezTo>
                <a:moveTo>
                  <a:pt x="400050" y="385763"/>
                </a:moveTo>
                <a:lnTo>
                  <a:pt x="400050" y="71438"/>
                </a:lnTo>
                <a:cubicBezTo>
                  <a:pt x="400050" y="31967"/>
                  <a:pt x="310487" y="0"/>
                  <a:pt x="200025" y="0"/>
                </a:cubicBezTo>
                <a:cubicBezTo>
                  <a:pt x="89563" y="0"/>
                  <a:pt x="0" y="31967"/>
                  <a:pt x="0" y="71438"/>
                </a:cubicBezTo>
                <a:lnTo>
                  <a:pt x="0" y="385763"/>
                </a:lnTo>
                <a:cubicBezTo>
                  <a:pt x="0" y="425233"/>
                  <a:pt x="89563" y="457200"/>
                  <a:pt x="200025" y="457200"/>
                </a:cubicBezTo>
                <a:cubicBezTo>
                  <a:pt x="310487" y="457200"/>
                  <a:pt x="400050" y="425233"/>
                  <a:pt x="400050" y="38576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3255" y="2779503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63562" y="1632771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70" y="51346"/>
                </a:moveTo>
                <a:cubicBezTo>
                  <a:pt x="91" y="53223"/>
                  <a:pt x="0" y="55187"/>
                  <a:pt x="0" y="57151"/>
                </a:cubicBezTo>
                <a:lnTo>
                  <a:pt x="0" y="114302"/>
                </a:lnTo>
                <a:lnTo>
                  <a:pt x="0" y="342903"/>
                </a:lnTo>
                <a:cubicBezTo>
                  <a:pt x="0" y="374423"/>
                  <a:pt x="25626" y="400054"/>
                  <a:pt x="57150" y="400054"/>
                </a:cubicBezTo>
                <a:lnTo>
                  <a:pt x="400050" y="400054"/>
                </a:lnTo>
                <a:cubicBezTo>
                  <a:pt x="431574" y="400054"/>
                  <a:pt x="457200" y="374427"/>
                  <a:pt x="457200" y="342903"/>
                </a:cubicBezTo>
                <a:lnTo>
                  <a:pt x="457200" y="114302"/>
                </a:lnTo>
                <a:lnTo>
                  <a:pt x="457200" y="57151"/>
                </a:lnTo>
                <a:cubicBezTo>
                  <a:pt x="457200" y="25631"/>
                  <a:pt x="431574" y="0"/>
                  <a:pt x="400050" y="0"/>
                </a:cubicBezTo>
                <a:lnTo>
                  <a:pt x="57150" y="0"/>
                </a:lnTo>
                <a:cubicBezTo>
                  <a:pt x="55184" y="0"/>
                  <a:pt x="53223" y="88"/>
                  <a:pt x="51344" y="268"/>
                </a:cubicBezTo>
                <a:cubicBezTo>
                  <a:pt x="43128" y="1072"/>
                  <a:pt x="35447" y="3660"/>
                  <a:pt x="28575" y="7589"/>
                </a:cubicBezTo>
                <a:cubicBezTo>
                  <a:pt x="19468" y="12946"/>
                  <a:pt x="11965" y="20627"/>
                  <a:pt x="6876" y="29912"/>
                </a:cubicBezTo>
                <a:cubicBezTo>
                  <a:pt x="3392" y="36429"/>
                  <a:pt x="1070" y="43665"/>
                  <a:pt x="270" y="51342"/>
                </a:cubicBezTo>
                <a:lnTo>
                  <a:pt x="270" y="51346"/>
                </a:lnTo>
                <a:moveTo>
                  <a:pt x="42863" y="114298"/>
                </a:moveTo>
                <a:lnTo>
                  <a:pt x="414338" y="114298"/>
                </a:lnTo>
                <a:lnTo>
                  <a:pt x="414338" y="342899"/>
                </a:lnTo>
                <a:cubicBezTo>
                  <a:pt x="414338" y="350756"/>
                  <a:pt x="407909" y="357185"/>
                  <a:pt x="400050" y="357185"/>
                </a:cubicBezTo>
                <a:lnTo>
                  <a:pt x="57150" y="357185"/>
                </a:lnTo>
                <a:cubicBezTo>
                  <a:pt x="49291" y="357185"/>
                  <a:pt x="42863" y="350756"/>
                  <a:pt x="42863" y="342899"/>
                </a:cubicBezTo>
                <a:lnTo>
                  <a:pt x="42863" y="1142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核心数据模型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95615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流失节点、流失原因、流失时间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5615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流失记录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5616" y="2120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面试轮次、面试时间、面试官、面试评价、面试结果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5616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面试记录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342" y="510340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候选人流转记录、每个节点的时间、操作人、操作结果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3343" y="4664803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流程记录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2597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基本信息、简历、联系方式、来源渠道、当前状态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2597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候选人信息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73343" y="21147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月份、岗位、优先级、目标人数、业务负责人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3343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招聘计划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79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4657245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30866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0866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65169" y="327562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5166" y="174990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60020" y="30004"/>
                </a:moveTo>
                <a:cubicBezTo>
                  <a:pt x="144956" y="30004"/>
                  <a:pt x="131828" y="38443"/>
                  <a:pt x="125203" y="50944"/>
                </a:cubicBezTo>
                <a:cubicBezTo>
                  <a:pt x="121826" y="57319"/>
                  <a:pt x="114389" y="60382"/>
                  <a:pt x="107514" y="58257"/>
                </a:cubicBezTo>
                <a:cubicBezTo>
                  <a:pt x="94012" y="54132"/>
                  <a:pt x="78698" y="57383"/>
                  <a:pt x="68073" y="68069"/>
                </a:cubicBezTo>
                <a:cubicBezTo>
                  <a:pt x="57447" y="78759"/>
                  <a:pt x="54135" y="94009"/>
                  <a:pt x="58260" y="107511"/>
                </a:cubicBezTo>
                <a:cubicBezTo>
                  <a:pt x="60385" y="114386"/>
                  <a:pt x="57322" y="121826"/>
                  <a:pt x="50947" y="125139"/>
                </a:cubicBezTo>
                <a:cubicBezTo>
                  <a:pt x="38446" y="131828"/>
                  <a:pt x="30007" y="144953"/>
                  <a:pt x="30007" y="160017"/>
                </a:cubicBezTo>
                <a:cubicBezTo>
                  <a:pt x="30007" y="175081"/>
                  <a:pt x="38446" y="188209"/>
                  <a:pt x="50947" y="194834"/>
                </a:cubicBezTo>
                <a:cubicBezTo>
                  <a:pt x="57322" y="198210"/>
                  <a:pt x="60385" y="205648"/>
                  <a:pt x="58260" y="212523"/>
                </a:cubicBezTo>
                <a:cubicBezTo>
                  <a:pt x="54135" y="226025"/>
                  <a:pt x="57386" y="241339"/>
                  <a:pt x="68073" y="251964"/>
                </a:cubicBezTo>
                <a:cubicBezTo>
                  <a:pt x="78762" y="262590"/>
                  <a:pt x="94012" y="265902"/>
                  <a:pt x="107514" y="261777"/>
                </a:cubicBezTo>
                <a:cubicBezTo>
                  <a:pt x="114389" y="259652"/>
                  <a:pt x="121830" y="262714"/>
                  <a:pt x="125142" y="269090"/>
                </a:cubicBezTo>
                <a:cubicBezTo>
                  <a:pt x="131767" y="281590"/>
                  <a:pt x="144895" y="290030"/>
                  <a:pt x="159959" y="290030"/>
                </a:cubicBezTo>
                <a:cubicBezTo>
                  <a:pt x="175023" y="290030"/>
                  <a:pt x="188152" y="281590"/>
                  <a:pt x="194776" y="269090"/>
                </a:cubicBezTo>
                <a:cubicBezTo>
                  <a:pt x="198153" y="262714"/>
                  <a:pt x="205526" y="259652"/>
                  <a:pt x="212404" y="261777"/>
                </a:cubicBezTo>
                <a:cubicBezTo>
                  <a:pt x="225907" y="265902"/>
                  <a:pt x="241221" y="262650"/>
                  <a:pt x="251846" y="251964"/>
                </a:cubicBezTo>
                <a:cubicBezTo>
                  <a:pt x="262471" y="241275"/>
                  <a:pt x="265784" y="226025"/>
                  <a:pt x="261658" y="212523"/>
                </a:cubicBezTo>
                <a:cubicBezTo>
                  <a:pt x="259533" y="205648"/>
                  <a:pt x="262596" y="198207"/>
                  <a:pt x="268971" y="194895"/>
                </a:cubicBezTo>
                <a:cubicBezTo>
                  <a:pt x="281472" y="188270"/>
                  <a:pt x="289911" y="175142"/>
                  <a:pt x="289911" y="160078"/>
                </a:cubicBezTo>
                <a:cubicBezTo>
                  <a:pt x="289911" y="145013"/>
                  <a:pt x="281472" y="131885"/>
                  <a:pt x="268971" y="125261"/>
                </a:cubicBezTo>
                <a:cubicBezTo>
                  <a:pt x="262596" y="121884"/>
                  <a:pt x="259533" y="114510"/>
                  <a:pt x="261658" y="107633"/>
                </a:cubicBezTo>
                <a:cubicBezTo>
                  <a:pt x="265784" y="94130"/>
                  <a:pt x="262532" y="78816"/>
                  <a:pt x="251846" y="68191"/>
                </a:cubicBezTo>
                <a:cubicBezTo>
                  <a:pt x="241157" y="57566"/>
                  <a:pt x="226031" y="54125"/>
                  <a:pt x="212529" y="58254"/>
                </a:cubicBezTo>
                <a:cubicBezTo>
                  <a:pt x="205654" y="60379"/>
                  <a:pt x="198214" y="57316"/>
                  <a:pt x="194840" y="50941"/>
                </a:cubicBezTo>
                <a:cubicBezTo>
                  <a:pt x="188216" y="38440"/>
                  <a:pt x="175088" y="30001"/>
                  <a:pt x="160023" y="30001"/>
                </a:cubicBezTo>
                <a:lnTo>
                  <a:pt x="160020" y="30004"/>
                </a:lnTo>
                <a:moveTo>
                  <a:pt x="104951" y="27130"/>
                </a:moveTo>
                <a:cubicBezTo>
                  <a:pt x="117640" y="10628"/>
                  <a:pt x="137579" y="0"/>
                  <a:pt x="160020" y="0"/>
                </a:cubicBezTo>
                <a:cubicBezTo>
                  <a:pt x="182461" y="0"/>
                  <a:pt x="202400" y="10625"/>
                  <a:pt x="215089" y="27130"/>
                </a:cubicBezTo>
                <a:cubicBezTo>
                  <a:pt x="235716" y="24441"/>
                  <a:pt x="257344" y="31005"/>
                  <a:pt x="273221" y="46883"/>
                </a:cubicBezTo>
                <a:cubicBezTo>
                  <a:pt x="289099" y="62760"/>
                  <a:pt x="295662" y="84388"/>
                  <a:pt x="292974" y="105015"/>
                </a:cubicBezTo>
                <a:cubicBezTo>
                  <a:pt x="309415" y="117640"/>
                  <a:pt x="320040" y="137582"/>
                  <a:pt x="320040" y="160023"/>
                </a:cubicBezTo>
                <a:cubicBezTo>
                  <a:pt x="320040" y="182464"/>
                  <a:pt x="309415" y="202403"/>
                  <a:pt x="292910" y="215092"/>
                </a:cubicBezTo>
                <a:cubicBezTo>
                  <a:pt x="295598" y="235719"/>
                  <a:pt x="289034" y="257347"/>
                  <a:pt x="273157" y="273224"/>
                </a:cubicBezTo>
                <a:cubicBezTo>
                  <a:pt x="257280" y="289102"/>
                  <a:pt x="235652" y="295666"/>
                  <a:pt x="215025" y="292977"/>
                </a:cubicBezTo>
                <a:cubicBezTo>
                  <a:pt x="202400" y="309418"/>
                  <a:pt x="182458" y="320043"/>
                  <a:pt x="160020" y="320043"/>
                </a:cubicBezTo>
                <a:cubicBezTo>
                  <a:pt x="137579" y="320043"/>
                  <a:pt x="117640" y="309418"/>
                  <a:pt x="104951" y="292913"/>
                </a:cubicBezTo>
                <a:cubicBezTo>
                  <a:pt x="84324" y="295602"/>
                  <a:pt x="62696" y="289038"/>
                  <a:pt x="46819" y="273160"/>
                </a:cubicBezTo>
                <a:cubicBezTo>
                  <a:pt x="30941" y="257283"/>
                  <a:pt x="24378" y="235655"/>
                  <a:pt x="27066" y="215028"/>
                </a:cubicBezTo>
                <a:cubicBezTo>
                  <a:pt x="10625" y="202403"/>
                  <a:pt x="0" y="182461"/>
                  <a:pt x="0" y="160023"/>
                </a:cubicBezTo>
                <a:cubicBezTo>
                  <a:pt x="0" y="137582"/>
                  <a:pt x="10625" y="117643"/>
                  <a:pt x="27130" y="104954"/>
                </a:cubicBezTo>
                <a:cubicBezTo>
                  <a:pt x="24442" y="84327"/>
                  <a:pt x="31006" y="62699"/>
                  <a:pt x="46883" y="46822"/>
                </a:cubicBezTo>
                <a:cubicBezTo>
                  <a:pt x="62760" y="30945"/>
                  <a:pt x="84388" y="24381"/>
                  <a:pt x="105015" y="27069"/>
                </a:cubicBezTo>
                <a:lnTo>
                  <a:pt x="104951" y="2713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4384" y="4771545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4379" y="3293400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42239" y="0"/>
                </a:moveTo>
                <a:cubicBezTo>
                  <a:pt x="132404" y="0"/>
                  <a:pt x="124457" y="7946"/>
                  <a:pt x="124457" y="17780"/>
                </a:cubicBezTo>
                <a:lnTo>
                  <a:pt x="124457" y="53340"/>
                </a:lnTo>
                <a:cubicBezTo>
                  <a:pt x="124457" y="63174"/>
                  <a:pt x="132404" y="71120"/>
                  <a:pt x="142239" y="71120"/>
                </a:cubicBezTo>
                <a:lnTo>
                  <a:pt x="177798" y="71120"/>
                </a:lnTo>
                <a:cubicBezTo>
                  <a:pt x="187633" y="71120"/>
                  <a:pt x="195580" y="63174"/>
                  <a:pt x="195580" y="53340"/>
                </a:cubicBezTo>
                <a:lnTo>
                  <a:pt x="195580" y="17780"/>
                </a:lnTo>
                <a:cubicBezTo>
                  <a:pt x="195580" y="7946"/>
                  <a:pt x="187633" y="0"/>
                  <a:pt x="177798" y="0"/>
                </a:cubicBezTo>
                <a:lnTo>
                  <a:pt x="142239" y="0"/>
                </a:lnTo>
                <a:moveTo>
                  <a:pt x="106679" y="35560"/>
                </a:moveTo>
                <a:lnTo>
                  <a:pt x="35560" y="35560"/>
                </a:lnTo>
                <a:cubicBezTo>
                  <a:pt x="15948" y="35560"/>
                  <a:pt x="0" y="51505"/>
                  <a:pt x="0" y="71120"/>
                </a:cubicBezTo>
                <a:lnTo>
                  <a:pt x="0" y="248920"/>
                </a:lnTo>
                <a:cubicBezTo>
                  <a:pt x="0" y="268535"/>
                  <a:pt x="15948" y="284480"/>
                  <a:pt x="35560" y="284480"/>
                </a:cubicBezTo>
                <a:lnTo>
                  <a:pt x="284480" y="284480"/>
                </a:lnTo>
                <a:cubicBezTo>
                  <a:pt x="304092" y="284480"/>
                  <a:pt x="320040" y="268535"/>
                  <a:pt x="320040" y="248920"/>
                </a:cubicBezTo>
                <a:lnTo>
                  <a:pt x="320040" y="71120"/>
                </a:lnTo>
                <a:cubicBezTo>
                  <a:pt x="320040" y="51505"/>
                  <a:pt x="304092" y="35560"/>
                  <a:pt x="284480" y="35560"/>
                </a:cubicBezTo>
                <a:lnTo>
                  <a:pt x="213361" y="35560"/>
                </a:lnTo>
                <a:lnTo>
                  <a:pt x="213361" y="62230"/>
                </a:lnTo>
                <a:lnTo>
                  <a:pt x="284480" y="62230"/>
                </a:lnTo>
                <a:cubicBezTo>
                  <a:pt x="289371" y="62230"/>
                  <a:pt x="293371" y="66230"/>
                  <a:pt x="293371" y="71120"/>
                </a:cubicBezTo>
                <a:lnTo>
                  <a:pt x="293371" y="248920"/>
                </a:lnTo>
                <a:cubicBezTo>
                  <a:pt x="293371" y="253810"/>
                  <a:pt x="289371" y="257810"/>
                  <a:pt x="284480" y="257810"/>
                </a:cubicBezTo>
                <a:lnTo>
                  <a:pt x="35560" y="257810"/>
                </a:lnTo>
                <a:cubicBezTo>
                  <a:pt x="30669" y="257810"/>
                  <a:pt x="26669" y="253810"/>
                  <a:pt x="26669" y="248920"/>
                </a:cubicBezTo>
                <a:lnTo>
                  <a:pt x="26669" y="71120"/>
                </a:lnTo>
                <a:cubicBezTo>
                  <a:pt x="26669" y="66230"/>
                  <a:pt x="30669" y="62230"/>
                  <a:pt x="35560" y="62230"/>
                </a:cubicBezTo>
                <a:lnTo>
                  <a:pt x="106679" y="62230"/>
                </a:lnTo>
                <a:lnTo>
                  <a:pt x="106679" y="35560"/>
                </a:lnTo>
                <a:moveTo>
                  <a:pt x="160020" y="168910"/>
                </a:moveTo>
                <a:cubicBezTo>
                  <a:pt x="179658" y="168910"/>
                  <a:pt x="195580" y="152990"/>
                  <a:pt x="195580" y="133350"/>
                </a:cubicBezTo>
                <a:cubicBezTo>
                  <a:pt x="195580" y="113710"/>
                  <a:pt x="179658" y="97790"/>
                  <a:pt x="160020" y="97790"/>
                </a:cubicBezTo>
                <a:cubicBezTo>
                  <a:pt x="140382" y="97790"/>
                  <a:pt x="124460" y="113710"/>
                  <a:pt x="124460" y="133350"/>
                </a:cubicBezTo>
                <a:cubicBezTo>
                  <a:pt x="124460" y="152990"/>
                  <a:pt x="140382" y="168910"/>
                  <a:pt x="160020" y="168910"/>
                </a:cubicBezTo>
                <a:moveTo>
                  <a:pt x="142239" y="186690"/>
                </a:moveTo>
                <a:cubicBezTo>
                  <a:pt x="117679" y="186690"/>
                  <a:pt x="97788" y="206581"/>
                  <a:pt x="97788" y="231140"/>
                </a:cubicBezTo>
                <a:cubicBezTo>
                  <a:pt x="97788" y="236030"/>
                  <a:pt x="101789" y="240030"/>
                  <a:pt x="106679" y="240030"/>
                </a:cubicBezTo>
                <a:lnTo>
                  <a:pt x="213358" y="240030"/>
                </a:lnTo>
                <a:cubicBezTo>
                  <a:pt x="218248" y="240030"/>
                  <a:pt x="222249" y="236030"/>
                  <a:pt x="222249" y="231140"/>
                </a:cubicBezTo>
                <a:cubicBezTo>
                  <a:pt x="222249" y="206581"/>
                  <a:pt x="202358" y="186690"/>
                  <a:pt x="177798" y="186690"/>
                </a:cubicBezTo>
                <a:lnTo>
                  <a:pt x="142239" y="1866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4381" y="1749900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关键交互设计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313" y="17117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8" y="31800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9313" y="46484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14641" y="5158185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主页仪表盘和数据分析页面采用图表化展示，信息一目了然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14641" y="46484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数据可视化大屏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4641" y="3672457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候选人卡片支持拖拽或点击按钮快速流转到下一状态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14641" y="31800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状态流转操作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14641" y="220036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点击面试时间字段，弹出日期时间选择器，支持快速修改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14641" y="1711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面试时间快速编辑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473" y="4802804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222885" y="25717"/>
                </a:moveTo>
                <a:cubicBezTo>
                  <a:pt x="227601" y="25717"/>
                  <a:pt x="231458" y="29574"/>
                  <a:pt x="231458" y="34288"/>
                </a:cubicBezTo>
                <a:cubicBezTo>
                  <a:pt x="231458" y="39002"/>
                  <a:pt x="227601" y="42860"/>
                  <a:pt x="222885" y="42860"/>
                </a:cubicBezTo>
                <a:lnTo>
                  <a:pt x="51435" y="42860"/>
                </a:lnTo>
                <a:cubicBezTo>
                  <a:pt x="46719" y="42860"/>
                  <a:pt x="42862" y="39002"/>
                  <a:pt x="42862" y="34288"/>
                </a:cubicBezTo>
                <a:cubicBezTo>
                  <a:pt x="42862" y="29574"/>
                  <a:pt x="46719" y="25717"/>
                  <a:pt x="51435" y="25717"/>
                </a:cubicBezTo>
                <a:lnTo>
                  <a:pt x="222885" y="25717"/>
                </a:lnTo>
                <a:moveTo>
                  <a:pt x="51435" y="0"/>
                </a:moveTo>
                <a:cubicBezTo>
                  <a:pt x="32521" y="0"/>
                  <a:pt x="17145" y="15376"/>
                  <a:pt x="17145" y="34291"/>
                </a:cubicBezTo>
                <a:cubicBezTo>
                  <a:pt x="17145" y="53203"/>
                  <a:pt x="32521" y="68581"/>
                  <a:pt x="51435" y="68581"/>
                </a:cubicBezTo>
                <a:lnTo>
                  <a:pt x="124303" y="68581"/>
                </a:lnTo>
                <a:lnTo>
                  <a:pt x="124303" y="77153"/>
                </a:lnTo>
                <a:lnTo>
                  <a:pt x="118997" y="82457"/>
                </a:lnTo>
                <a:lnTo>
                  <a:pt x="103943" y="97512"/>
                </a:lnTo>
                <a:lnTo>
                  <a:pt x="98585" y="102870"/>
                </a:lnTo>
                <a:lnTo>
                  <a:pt x="68583" y="102870"/>
                </a:lnTo>
                <a:cubicBezTo>
                  <a:pt x="42544" y="102870"/>
                  <a:pt x="21435" y="123980"/>
                  <a:pt x="21435" y="150019"/>
                </a:cubicBezTo>
                <a:lnTo>
                  <a:pt x="21435" y="171451"/>
                </a:lnTo>
                <a:lnTo>
                  <a:pt x="17150" y="171451"/>
                </a:lnTo>
                <a:cubicBezTo>
                  <a:pt x="7667" y="171451"/>
                  <a:pt x="5" y="179113"/>
                  <a:pt x="5" y="188596"/>
                </a:cubicBezTo>
                <a:lnTo>
                  <a:pt x="5" y="222887"/>
                </a:lnTo>
                <a:cubicBezTo>
                  <a:pt x="5" y="232371"/>
                  <a:pt x="7667" y="240032"/>
                  <a:pt x="17150" y="240032"/>
                </a:cubicBezTo>
                <a:lnTo>
                  <a:pt x="51440" y="240032"/>
                </a:lnTo>
                <a:cubicBezTo>
                  <a:pt x="60924" y="240032"/>
                  <a:pt x="68585" y="232371"/>
                  <a:pt x="68585" y="222887"/>
                </a:cubicBezTo>
                <a:lnTo>
                  <a:pt x="68585" y="188596"/>
                </a:lnTo>
                <a:cubicBezTo>
                  <a:pt x="68585" y="179113"/>
                  <a:pt x="60924" y="171451"/>
                  <a:pt x="51440" y="171451"/>
                </a:cubicBezTo>
                <a:lnTo>
                  <a:pt x="47156" y="171451"/>
                </a:lnTo>
                <a:lnTo>
                  <a:pt x="47156" y="150019"/>
                </a:lnTo>
                <a:cubicBezTo>
                  <a:pt x="47156" y="138178"/>
                  <a:pt x="56746" y="128586"/>
                  <a:pt x="68588" y="128586"/>
                </a:cubicBezTo>
                <a:lnTo>
                  <a:pt x="98593" y="128586"/>
                </a:lnTo>
                <a:lnTo>
                  <a:pt x="103899" y="133891"/>
                </a:lnTo>
                <a:lnTo>
                  <a:pt x="118953" y="148946"/>
                </a:lnTo>
                <a:lnTo>
                  <a:pt x="124311" y="154303"/>
                </a:lnTo>
                <a:lnTo>
                  <a:pt x="124311" y="171448"/>
                </a:lnTo>
                <a:lnTo>
                  <a:pt x="120026" y="171448"/>
                </a:lnTo>
                <a:cubicBezTo>
                  <a:pt x="110542" y="171448"/>
                  <a:pt x="102881" y="179110"/>
                  <a:pt x="102881" y="188594"/>
                </a:cubicBezTo>
                <a:lnTo>
                  <a:pt x="102881" y="222885"/>
                </a:lnTo>
                <a:cubicBezTo>
                  <a:pt x="102881" y="232368"/>
                  <a:pt x="110542" y="240030"/>
                  <a:pt x="120026" y="240030"/>
                </a:cubicBezTo>
                <a:lnTo>
                  <a:pt x="154316" y="240030"/>
                </a:lnTo>
                <a:cubicBezTo>
                  <a:pt x="163799" y="240030"/>
                  <a:pt x="171461" y="232368"/>
                  <a:pt x="171461" y="222885"/>
                </a:cubicBezTo>
                <a:lnTo>
                  <a:pt x="171461" y="188594"/>
                </a:lnTo>
                <a:cubicBezTo>
                  <a:pt x="171461" y="179110"/>
                  <a:pt x="163799" y="171448"/>
                  <a:pt x="154316" y="171448"/>
                </a:cubicBezTo>
                <a:lnTo>
                  <a:pt x="150031" y="171448"/>
                </a:lnTo>
                <a:lnTo>
                  <a:pt x="150031" y="154303"/>
                </a:lnTo>
                <a:lnTo>
                  <a:pt x="155336" y="148998"/>
                </a:lnTo>
                <a:lnTo>
                  <a:pt x="170391" y="133944"/>
                </a:lnTo>
                <a:lnTo>
                  <a:pt x="175748" y="128586"/>
                </a:lnTo>
                <a:lnTo>
                  <a:pt x="205753" y="128586"/>
                </a:lnTo>
                <a:cubicBezTo>
                  <a:pt x="217593" y="128586"/>
                  <a:pt x="227186" y="138178"/>
                  <a:pt x="227186" y="150019"/>
                </a:cubicBezTo>
                <a:lnTo>
                  <a:pt x="227186" y="171451"/>
                </a:lnTo>
                <a:lnTo>
                  <a:pt x="222901" y="171451"/>
                </a:lnTo>
                <a:cubicBezTo>
                  <a:pt x="213418" y="171451"/>
                  <a:pt x="205756" y="179113"/>
                  <a:pt x="205756" y="188596"/>
                </a:cubicBezTo>
                <a:lnTo>
                  <a:pt x="205756" y="222887"/>
                </a:lnTo>
                <a:cubicBezTo>
                  <a:pt x="205756" y="232371"/>
                  <a:pt x="213418" y="240032"/>
                  <a:pt x="222901" y="240032"/>
                </a:cubicBezTo>
                <a:lnTo>
                  <a:pt x="257191" y="240032"/>
                </a:lnTo>
                <a:cubicBezTo>
                  <a:pt x="266674" y="240032"/>
                  <a:pt x="274336" y="232371"/>
                  <a:pt x="274336" y="222887"/>
                </a:cubicBezTo>
                <a:lnTo>
                  <a:pt x="274336" y="188596"/>
                </a:lnTo>
                <a:cubicBezTo>
                  <a:pt x="274336" y="179113"/>
                  <a:pt x="266674" y="171451"/>
                  <a:pt x="257191" y="171451"/>
                </a:cubicBezTo>
                <a:lnTo>
                  <a:pt x="252906" y="171451"/>
                </a:lnTo>
                <a:lnTo>
                  <a:pt x="252906" y="150019"/>
                </a:lnTo>
                <a:cubicBezTo>
                  <a:pt x="252906" y="123980"/>
                  <a:pt x="231797" y="102870"/>
                  <a:pt x="205759" y="102870"/>
                </a:cubicBezTo>
                <a:lnTo>
                  <a:pt x="175756" y="102870"/>
                </a:lnTo>
                <a:lnTo>
                  <a:pt x="170451" y="97565"/>
                </a:lnTo>
                <a:lnTo>
                  <a:pt x="155396" y="82510"/>
                </a:lnTo>
                <a:lnTo>
                  <a:pt x="150039" y="77153"/>
                </a:lnTo>
                <a:lnTo>
                  <a:pt x="150039" y="68581"/>
                </a:lnTo>
                <a:lnTo>
                  <a:pt x="222906" y="68581"/>
                </a:lnTo>
                <a:cubicBezTo>
                  <a:pt x="241821" y="68581"/>
                  <a:pt x="257196" y="53205"/>
                  <a:pt x="257196" y="34291"/>
                </a:cubicBezTo>
                <a:cubicBezTo>
                  <a:pt x="257196" y="15379"/>
                  <a:pt x="241821" y="0"/>
                  <a:pt x="222906" y="0"/>
                </a:cubicBezTo>
                <a:lnTo>
                  <a:pt x="51435" y="0"/>
                </a:lnTo>
                <a:moveTo>
                  <a:pt x="25718" y="214313"/>
                </a:moveTo>
                <a:lnTo>
                  <a:pt x="25718" y="197168"/>
                </a:lnTo>
                <a:lnTo>
                  <a:pt x="42863" y="197168"/>
                </a:lnTo>
                <a:lnTo>
                  <a:pt x="42863" y="214313"/>
                </a:lnTo>
                <a:lnTo>
                  <a:pt x="25718" y="214313"/>
                </a:lnTo>
                <a:moveTo>
                  <a:pt x="128588" y="214313"/>
                </a:moveTo>
                <a:lnTo>
                  <a:pt x="128588" y="197168"/>
                </a:lnTo>
                <a:lnTo>
                  <a:pt x="145733" y="197168"/>
                </a:lnTo>
                <a:lnTo>
                  <a:pt x="145733" y="214313"/>
                </a:lnTo>
                <a:lnTo>
                  <a:pt x="128588" y="214313"/>
                </a:lnTo>
                <a:moveTo>
                  <a:pt x="231458" y="214313"/>
                </a:moveTo>
                <a:lnTo>
                  <a:pt x="231458" y="197168"/>
                </a:lnTo>
                <a:lnTo>
                  <a:pt x="248603" y="197168"/>
                </a:lnTo>
                <a:lnTo>
                  <a:pt x="248603" y="214313"/>
                </a:lnTo>
                <a:lnTo>
                  <a:pt x="231458" y="214313"/>
                </a:lnTo>
                <a:moveTo>
                  <a:pt x="122105" y="115728"/>
                </a:moveTo>
                <a:lnTo>
                  <a:pt x="137160" y="100673"/>
                </a:lnTo>
                <a:lnTo>
                  <a:pt x="152215" y="115728"/>
                </a:lnTo>
                <a:lnTo>
                  <a:pt x="137160" y="130783"/>
                </a:lnTo>
                <a:lnTo>
                  <a:pt x="122105" y="11572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7238" y="3336861"/>
            <a:ext cx="274320" cy="235117"/>
          </a:xfrm>
          <a:custGeom>
            <a:avLst/>
            <a:gdLst/>
            <a:ahLst/>
            <a:cxnLst/>
            <a:rect l="l" t="t" r="r" b="b"/>
            <a:pathLst>
              <a:path w="274320" h="235117">
                <a:moveTo>
                  <a:pt x="269788" y="128256"/>
                </a:moveTo>
                <a:cubicBezTo>
                  <a:pt x="272666" y="125501"/>
                  <a:pt x="274320" y="121642"/>
                  <a:pt x="274320" y="117601"/>
                </a:cubicBezTo>
                <a:cubicBezTo>
                  <a:pt x="274320" y="113559"/>
                  <a:pt x="272666" y="109762"/>
                  <a:pt x="269788" y="106945"/>
                </a:cubicBezTo>
                <a:lnTo>
                  <a:pt x="162019" y="4075"/>
                </a:lnTo>
                <a:cubicBezTo>
                  <a:pt x="156140" y="-1559"/>
                  <a:pt x="146832" y="-1314"/>
                  <a:pt x="141261" y="4564"/>
                </a:cubicBezTo>
                <a:cubicBezTo>
                  <a:pt x="135690" y="10441"/>
                  <a:pt x="135873" y="19750"/>
                  <a:pt x="141752" y="25322"/>
                </a:cubicBezTo>
                <a:lnTo>
                  <a:pt x="222945" y="102903"/>
                </a:lnTo>
                <a:lnTo>
                  <a:pt x="14695" y="102903"/>
                </a:lnTo>
                <a:cubicBezTo>
                  <a:pt x="6551" y="102903"/>
                  <a:pt x="0" y="109456"/>
                  <a:pt x="0" y="117598"/>
                </a:cubicBezTo>
                <a:cubicBezTo>
                  <a:pt x="0" y="125743"/>
                  <a:pt x="6551" y="132293"/>
                  <a:pt x="14695" y="132293"/>
                </a:cubicBezTo>
                <a:lnTo>
                  <a:pt x="222945" y="132293"/>
                </a:lnTo>
                <a:lnTo>
                  <a:pt x="141689" y="209813"/>
                </a:lnTo>
                <a:cubicBezTo>
                  <a:pt x="135810" y="215447"/>
                  <a:pt x="135626" y="224694"/>
                  <a:pt x="141198" y="230572"/>
                </a:cubicBezTo>
                <a:cubicBezTo>
                  <a:pt x="146769" y="236449"/>
                  <a:pt x="156077" y="236633"/>
                  <a:pt x="161956" y="231061"/>
                </a:cubicBezTo>
                <a:lnTo>
                  <a:pt x="269725" y="128190"/>
                </a:lnTo>
                <a:lnTo>
                  <a:pt x="269788" y="12825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3618" y="1848860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81440" y="12860"/>
                </a:moveTo>
                <a:cubicBezTo>
                  <a:pt x="81440" y="5733"/>
                  <a:pt x="75708" y="3"/>
                  <a:pt x="68581" y="3"/>
                </a:cubicBezTo>
                <a:cubicBezTo>
                  <a:pt x="61455" y="3"/>
                  <a:pt x="55723" y="5736"/>
                  <a:pt x="55723" y="12863"/>
                </a:cubicBezTo>
                <a:lnTo>
                  <a:pt x="55723" y="34295"/>
                </a:lnTo>
                <a:lnTo>
                  <a:pt x="34291" y="34295"/>
                </a:lnTo>
                <a:cubicBezTo>
                  <a:pt x="15379" y="34295"/>
                  <a:pt x="0" y="49671"/>
                  <a:pt x="0" y="68585"/>
                </a:cubicBezTo>
                <a:lnTo>
                  <a:pt x="0" y="77158"/>
                </a:lnTo>
                <a:lnTo>
                  <a:pt x="0" y="102875"/>
                </a:lnTo>
                <a:lnTo>
                  <a:pt x="0" y="240035"/>
                </a:lnTo>
                <a:cubicBezTo>
                  <a:pt x="0" y="258950"/>
                  <a:pt x="15376" y="274325"/>
                  <a:pt x="34291" y="274325"/>
                </a:cubicBezTo>
                <a:lnTo>
                  <a:pt x="205742" y="274325"/>
                </a:lnTo>
                <a:cubicBezTo>
                  <a:pt x="224654" y="274325"/>
                  <a:pt x="240032" y="258950"/>
                  <a:pt x="240032" y="240035"/>
                </a:cubicBezTo>
                <a:lnTo>
                  <a:pt x="240032" y="102875"/>
                </a:lnTo>
                <a:lnTo>
                  <a:pt x="240032" y="77158"/>
                </a:lnTo>
                <a:lnTo>
                  <a:pt x="240032" y="68585"/>
                </a:lnTo>
                <a:cubicBezTo>
                  <a:pt x="240032" y="49671"/>
                  <a:pt x="224656" y="34295"/>
                  <a:pt x="205742" y="34295"/>
                </a:cubicBezTo>
                <a:lnTo>
                  <a:pt x="184310" y="34295"/>
                </a:lnTo>
                <a:lnTo>
                  <a:pt x="184310" y="12865"/>
                </a:lnTo>
                <a:cubicBezTo>
                  <a:pt x="184310" y="5739"/>
                  <a:pt x="178578" y="8"/>
                  <a:pt x="171451" y="8"/>
                </a:cubicBezTo>
                <a:cubicBezTo>
                  <a:pt x="164325" y="8"/>
                  <a:pt x="158593" y="5741"/>
                  <a:pt x="158593" y="12868"/>
                </a:cubicBezTo>
                <a:lnTo>
                  <a:pt x="158593" y="34301"/>
                </a:lnTo>
                <a:lnTo>
                  <a:pt x="81440" y="34301"/>
                </a:lnTo>
                <a:lnTo>
                  <a:pt x="81440" y="12860"/>
                </a:lnTo>
                <a:moveTo>
                  <a:pt x="25717" y="102870"/>
                </a:moveTo>
                <a:lnTo>
                  <a:pt x="214311" y="102870"/>
                </a:lnTo>
                <a:lnTo>
                  <a:pt x="214311" y="240030"/>
                </a:lnTo>
                <a:cubicBezTo>
                  <a:pt x="214311" y="244746"/>
                  <a:pt x="210454" y="248603"/>
                  <a:pt x="205739" y="248603"/>
                </a:cubicBezTo>
                <a:lnTo>
                  <a:pt x="34288" y="248603"/>
                </a:lnTo>
                <a:cubicBezTo>
                  <a:pt x="29574" y="248603"/>
                  <a:pt x="25717" y="244746"/>
                  <a:pt x="25717" y="240030"/>
                </a:cubicBezTo>
                <a:lnTo>
                  <a:pt x="25717" y="10287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164617"/>
            <a:ext cx="10972800" cy="10672"/>
          </a:xfrm>
          <a:custGeom>
            <a:avLst/>
            <a:gdLst/>
            <a:ahLst/>
            <a:cxnLst/>
            <a:rect l="l" t="t" r="r" b="b"/>
            <a:pathLst>
              <a:path w="10972800" h="10672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798320" y="1858755"/>
            <a:ext cx="1097280" cy="548640"/>
          </a:xfrm>
          <a:custGeom>
            <a:avLst/>
            <a:gdLst/>
            <a:ahLst/>
            <a:cxnLst/>
            <a:rect l="l" t="t" r="r" b="b"/>
            <a:pathLst>
              <a:path w="1097280" h="548640">
                <a:moveTo>
                  <a:pt x="0" y="0"/>
                </a:moveTo>
                <a:lnTo>
                  <a:pt x="1097280" y="0"/>
                </a:lnTo>
                <a:lnTo>
                  <a:pt x="989856" y="270024"/>
                </a:lnTo>
                <a:lnTo>
                  <a:pt x="1082631" y="548640"/>
                </a:lnTo>
                <a:lnTo>
                  <a:pt x="3237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98320" y="1721833"/>
            <a:ext cx="9525" cy="1554480"/>
          </a:xfrm>
          <a:custGeom>
            <a:avLst/>
            <a:gdLst/>
            <a:ahLst/>
            <a:cxnLst/>
            <a:rect l="l" t="t" r="r" b="b"/>
            <a:pathLst>
              <a:path w="9525" h="1554480">
                <a:moveTo>
                  <a:pt x="0" y="0"/>
                </a:moveTo>
                <a:lnTo>
                  <a:pt x="9525" y="1554480"/>
                </a:lnTo>
              </a:path>
            </a:pathLst>
          </a:custGeom>
          <a:noFill/>
          <a:ln w="38100">
            <a:solidFill>
              <a:srgbClr val="C5DBF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59397" y="1861825"/>
            <a:ext cx="1097280" cy="548640"/>
          </a:xfrm>
          <a:custGeom>
            <a:avLst/>
            <a:gdLst/>
            <a:ahLst/>
            <a:cxnLst/>
            <a:rect l="l" t="t" r="r" b="b"/>
            <a:pathLst>
              <a:path w="1097280" h="548640">
                <a:moveTo>
                  <a:pt x="0" y="0"/>
                </a:moveTo>
                <a:lnTo>
                  <a:pt x="1097280" y="0"/>
                </a:lnTo>
                <a:lnTo>
                  <a:pt x="989856" y="270024"/>
                </a:lnTo>
                <a:lnTo>
                  <a:pt x="1082631" y="548640"/>
                </a:lnTo>
                <a:lnTo>
                  <a:pt x="3237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59397" y="1724903"/>
            <a:ext cx="9525" cy="1554480"/>
          </a:xfrm>
          <a:custGeom>
            <a:avLst/>
            <a:gdLst/>
            <a:ahLst/>
            <a:cxnLst/>
            <a:rect l="l" t="t" r="r" b="b"/>
            <a:pathLst>
              <a:path w="9525" h="1554480">
                <a:moveTo>
                  <a:pt x="0" y="0"/>
                </a:moveTo>
                <a:lnTo>
                  <a:pt x="9525" y="1554480"/>
                </a:lnTo>
              </a:path>
            </a:pathLst>
          </a:custGeom>
          <a:noFill/>
          <a:ln w="38100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20474" y="1861825"/>
            <a:ext cx="1097280" cy="548640"/>
          </a:xfrm>
          <a:custGeom>
            <a:avLst/>
            <a:gdLst/>
            <a:ahLst/>
            <a:cxnLst/>
            <a:rect l="l" t="t" r="r" b="b"/>
            <a:pathLst>
              <a:path w="1097280" h="548640">
                <a:moveTo>
                  <a:pt x="0" y="0"/>
                </a:moveTo>
                <a:lnTo>
                  <a:pt x="1097280" y="0"/>
                </a:lnTo>
                <a:lnTo>
                  <a:pt x="989856" y="270024"/>
                </a:lnTo>
                <a:lnTo>
                  <a:pt x="1082631" y="548640"/>
                </a:lnTo>
                <a:lnTo>
                  <a:pt x="3237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20474" y="1724903"/>
            <a:ext cx="9525" cy="1554480"/>
          </a:xfrm>
          <a:custGeom>
            <a:avLst/>
            <a:gdLst/>
            <a:ahLst/>
            <a:cxnLst/>
            <a:rect l="l" t="t" r="r" b="b"/>
            <a:pathLst>
              <a:path w="9525" h="1554480">
                <a:moveTo>
                  <a:pt x="0" y="0"/>
                </a:moveTo>
                <a:lnTo>
                  <a:pt x="9525" y="1554480"/>
                </a:lnTo>
              </a:path>
            </a:pathLst>
          </a:custGeom>
          <a:noFill/>
          <a:ln w="38100">
            <a:solidFill>
              <a:srgbClr val="C5DBFB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88244" y="1861825"/>
            <a:ext cx="1097280" cy="548640"/>
          </a:xfrm>
          <a:custGeom>
            <a:avLst/>
            <a:gdLst/>
            <a:ahLst/>
            <a:cxnLst/>
            <a:rect l="l" t="t" r="r" b="b"/>
            <a:pathLst>
              <a:path w="1097280" h="548640">
                <a:moveTo>
                  <a:pt x="0" y="0"/>
                </a:moveTo>
                <a:lnTo>
                  <a:pt x="1097280" y="0"/>
                </a:lnTo>
                <a:lnTo>
                  <a:pt x="989856" y="270024"/>
                </a:lnTo>
                <a:lnTo>
                  <a:pt x="1082631" y="548640"/>
                </a:lnTo>
                <a:lnTo>
                  <a:pt x="3237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88244" y="1724903"/>
            <a:ext cx="9525" cy="1554480"/>
          </a:xfrm>
          <a:custGeom>
            <a:avLst/>
            <a:gdLst/>
            <a:ahLst/>
            <a:cxnLst/>
            <a:rect l="l" t="t" r="r" b="b"/>
            <a:pathLst>
              <a:path w="9525" h="1554480">
                <a:moveTo>
                  <a:pt x="0" y="0"/>
                </a:moveTo>
                <a:lnTo>
                  <a:pt x="9525" y="1554480"/>
                </a:lnTo>
              </a:path>
            </a:pathLst>
          </a:custGeom>
          <a:noFill/>
          <a:ln w="38100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3276313"/>
            <a:ext cx="10972800" cy="91440"/>
          </a:xfrm>
          <a:prstGeom prst="rect">
            <a:avLst/>
          </a:prstGeom>
          <a:solidFill>
            <a:srgbClr val="DCEAF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1"/>
            <a:ext cx="109728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系统实施计划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99524" y="4508419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根据实际使用反馈，持续优化交互体验和分析能力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92830" y="378727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第四阶段：优化迭代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216" y="4508419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构建招聘漏斗、转化率分析、流失原因统计等数据能力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1754" y="378727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第三阶段：数据分析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2908" y="45405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完善面试记录、面试官管理、面试评价等功能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0677" y="378727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第二阶段：面试管理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508419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实现登录、主页、招聘计划、候选人流程管理等核心功能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378727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第一阶段：核心功能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系统价值与收益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22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招聘管理系统综合解决方案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标准化的流程管理和及时的沟通反馈，提升候选人的整体体验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提升候选人体验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24606" y="3930634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5552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基于数据分析结果，持续优化招聘策略和流程设计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数据驱动优化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55526" y="3953494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通过招聘漏斗和流失分析，快速发现流程中的瓶颈和问题点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精准定位问题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78886" y="1449558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0" y="29789"/>
                </a:moveTo>
                <a:cubicBezTo>
                  <a:pt x="0" y="13359"/>
                  <a:pt x="13358" y="0"/>
                  <a:pt x="29791" y="0"/>
                </a:cubicBezTo>
                <a:lnTo>
                  <a:pt x="335972" y="0"/>
                </a:lnTo>
                <a:cubicBezTo>
                  <a:pt x="352402" y="0"/>
                  <a:pt x="365764" y="13358"/>
                  <a:pt x="365764" y="29789"/>
                </a:cubicBezTo>
                <a:cubicBezTo>
                  <a:pt x="365764" y="36648"/>
                  <a:pt x="363404" y="43292"/>
                  <a:pt x="359048" y="48579"/>
                </a:cubicBezTo>
                <a:lnTo>
                  <a:pt x="240034" y="194668"/>
                </a:lnTo>
                <a:lnTo>
                  <a:pt x="240034" y="296965"/>
                </a:lnTo>
                <a:cubicBezTo>
                  <a:pt x="240034" y="309680"/>
                  <a:pt x="229675" y="320040"/>
                  <a:pt x="216958" y="320040"/>
                </a:cubicBezTo>
                <a:cubicBezTo>
                  <a:pt x="211742" y="320040"/>
                  <a:pt x="206673" y="318254"/>
                  <a:pt x="202598" y="315041"/>
                </a:cubicBezTo>
                <a:lnTo>
                  <a:pt x="136520" y="262606"/>
                </a:lnTo>
                <a:cubicBezTo>
                  <a:pt x="129662" y="257178"/>
                  <a:pt x="125734" y="248962"/>
                  <a:pt x="125734" y="240245"/>
                </a:cubicBezTo>
                <a:lnTo>
                  <a:pt x="125734" y="194738"/>
                </a:lnTo>
                <a:lnTo>
                  <a:pt x="6719" y="48576"/>
                </a:lnTo>
                <a:cubicBezTo>
                  <a:pt x="2363" y="43289"/>
                  <a:pt x="4" y="36645"/>
                  <a:pt x="4" y="29786"/>
                </a:cubicBezTo>
                <a:lnTo>
                  <a:pt x="0" y="29789"/>
                </a:lnTo>
                <a:moveTo>
                  <a:pt x="39290" y="34289"/>
                </a:moveTo>
                <a:lnTo>
                  <a:pt x="156161" y="177734"/>
                </a:lnTo>
                <a:cubicBezTo>
                  <a:pt x="158663" y="180807"/>
                  <a:pt x="160020" y="184593"/>
                  <a:pt x="160020" y="188593"/>
                </a:cubicBezTo>
                <a:lnTo>
                  <a:pt x="160020" y="237457"/>
                </a:lnTo>
                <a:lnTo>
                  <a:pt x="205740" y="273746"/>
                </a:lnTo>
                <a:lnTo>
                  <a:pt x="205740" y="188593"/>
                </a:lnTo>
                <a:cubicBezTo>
                  <a:pt x="205740" y="184663"/>
                  <a:pt x="207097" y="180807"/>
                  <a:pt x="209599" y="177734"/>
                </a:cubicBezTo>
                <a:lnTo>
                  <a:pt x="326470" y="34289"/>
                </a:lnTo>
                <a:lnTo>
                  <a:pt x="39290" y="3428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通过系统化管理，减少人工重复操作，提升招聘流程的整体效率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提升招聘效率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63281" y="1426698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387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1"/>
            <a:srcRect/>
            <a:stretch>
              <a:fillRect l="0" r="0" t="-9236" b="-9236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17487" y="2238703"/>
            <a:ext cx="8157028" cy="238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364480" y="856343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2025-12-25T04:25:22Z</dcterms:created>
  <dcterms:modified xsi:type="dcterms:W3CDTF">2025-12-25T04:25:22Z</dcterms:modified>
</cp:coreProperties>
</file>