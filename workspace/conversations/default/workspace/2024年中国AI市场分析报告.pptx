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2024年中国AI市场分析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0"/>
                </a:solidFill>
              </a:defRPr>
            </a:pPr>
            <a:r>
              <a:t>市场规模 · 竞争格局 · 技术趋势 · 投资机会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4C81"/>
                </a:solidFill>
              </a:defRPr>
            </a:pPr>
            <a:r>
              <a:t>目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01  市场规模与增长趋势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02  主要玩家与竞争格局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03  关键技术趋势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04  投资机会分析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4C81"/>
                </a:solidFill>
              </a:defRPr>
            </a:pPr>
            <a:r>
              <a:t>01 市场规模与增长趋势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整体市场规模：2024年中国AI产业规模突破7000亿元，达到7470亿元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数据来源：艾媒咨询《2024-2025年中国人工智能行业发展趋势研究报告》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增长态势：同比增长41%，连续多年保持20%以上高速增长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数据来源：中国互联网络信息中心《中国互联网络发展状况统计报告》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市场预测：2025-2029年将保持32.1%的年均复合增长率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预计2029年突破1万亿规模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数据来源：艾瑞咨询《2024年中国人工智能产业研究报告》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4C81"/>
                </a:solidFill>
              </a:defRPr>
            </a:pPr>
            <a:r>
              <a:t>市场细分领域规模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细分领域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2024年市场规模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增长率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数据来源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AI大模型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294.16亿元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预计2026年破700亿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艾媒咨询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AI芯片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1447亿元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79.9%(五年复合)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前瞻产业研究院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AI公有云服务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195.9亿元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55.3%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IDC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计算机视觉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81.0亿元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IDC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自然语言处理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22.2亿元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51.1%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IDC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AIGC市场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436亿元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预计2030年破1.14万亿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Statista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4C81"/>
                </a:solidFill>
              </a:defRPr>
            </a:pPr>
            <a:r>
              <a:t>02 主要玩家与竞争格局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互联网科技巨头（BAT+）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百度：文心一言大模型，百度智能云市场第二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阿里：通义千问，云计算基础设施领先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腾讯：混元大模型，腾讯云计算机视觉市场第一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华为：盘古大模型，全栈技术布局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AI原生企业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商汤科技：AI大装置SenseCore，传统计算机视觉领先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月之暗面(Moonshot)：Kimi大模型，2024年获超10亿美元融资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DeepSeek：开源低成本大模型，2025年初引发行业震动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4C81"/>
                </a:solidFill>
              </a:defRPr>
            </a:pPr>
            <a:r>
              <a:t>区域竞争格局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三大核心极点：北京、广东(深圳)、上海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北京：企业扶持、技术探索、产业落地综合排名第一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广东：AI创新能力80.5分位居榜首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浙江：2024年首次跻身引领者梯队，区域潜力第一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数据来源：中国电子信息产业发展研究院《中国人工智能区域竞争力研究报告》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产业集群特征：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以华为、腾讯、京东、阿里及三大运营商为核心节点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形成复杂的技术合作生态网络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呈现'极化'与'扩散'并存的发展态势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4C81"/>
                </a:solidFill>
              </a:defRPr>
            </a:pPr>
            <a:r>
              <a:t>03 关键技术趋势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大模型技术持续演进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Transformer架构主导，Scaling Law仍有提升空间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多模态融合：文本+图像+视频+音频全模态理解与生成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推理优化：后训练思维链(CoT)，从预训练转向强化学习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生成式AI(AIGC)应用爆发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营销场景应用占比57.3%，办公49%，教育40.8%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- 346款生成式AI服务完成备案(截至2024年3月)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- 80.9%用户使用AI产品回答问题，满意度高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数据来源：创业邦《2024年AIGC创新应用洞察报告》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4C81"/>
                </a:solidFill>
              </a:defRPr>
            </a:pPr>
            <a:r>
              <a:t>技术趋势：AI Agent与端侧AI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AI Agent（智能体）成为新方向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具备自主感知、决策和执行能力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代表产品：智谱AutoGLM、蝴蝶效应Manus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应用场景：企业研究、旅行规划、课程设计等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端侧AI寻求突破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端侧大模型部署在手机、PC等终端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优势：本地化运行、隐私保护强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应用：手机AI助手、智能汽车等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工具生态完善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分布式AI框架：DeepSpeed、Megatron、Colossal-AI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LLMOps平台、AI一体机加速大模型部署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4C81"/>
                </a:solidFill>
              </a:defRPr>
            </a:pPr>
            <a:r>
              <a:t>04 投资机会分析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投资规模持续增长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- 2024年人工智能行业融资超1000亿元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- 2024年上半年AIGC领域142次融资事件，披露金额142.8亿元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- 50%的AI公司在成立三年内获得投资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数据来源：IT桔子、睿兽分析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国家级基金支持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国家人工智能产业投资基金成立，出资额600.6亿元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国务院：加大AI领域金融和财政支持，发展长期资本、耐心资本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数据来源：天眼查、国务院政策文件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4C81"/>
                </a:solidFill>
              </a:defRPr>
            </a:pPr>
            <a:r>
              <a:t>投资热点赛道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投资方向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热度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代表企业/案例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通用大模型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月之暗面(10亿美元)、DeepSeek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AI芯片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11起融资事件(2024上半年)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算力基础设施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智算中心、AI服务器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AIGC应用层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最热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营销、办公、教育场景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AI基础数据服务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中高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6起融资事件(2024上半年)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垂直行业应用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中高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金融、医疗、工业制造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4C81"/>
                </a:solidFill>
              </a:defRPr>
            </a:pPr>
            <a:r>
              <a:t>投资机会与建议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应用层投资机会最大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应用层客户留存率表现更突出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知识管理场景最受企业青睐(52%)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营销、办公、教育为热门应用方向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区域布局建议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超一线城市(北京、深圳、上海、杭州)产业生态最完善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- 76.4%企业认为产业生态是区域拓展首要考量因素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长三角、大湾区、珠三角、京津冀为关键区域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出海机会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近六成AIGC企业已有海外布局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  - 中国AI专利占全球60%，专利申请量全球第一(38.58%)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4C81"/>
                </a:solidFill>
              </a:defRPr>
            </a:pPr>
            <a:r>
              <a:t>核心观点总结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✓ 市场规模：2024年破7000亿，高速增长态势持续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✓ 竞争格局：BAT+华为领跑，AI原生企业快速崛起，区域集中于京粤沪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✓ 技术趋势：大模型多模态演进，AIGC应用爆发，AI Agent成为新方向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✓ 投资机会：应用层最热，通用大模型、AI芯片、垂直场景为重点赛道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✓ 未来展望：2029年市场规模将突破1万亿，AI+产业融合深化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DCF0"/>
                </a:solidFill>
              </a:defRPr>
            </a:pPr>
            <a:r>
              <a:t>数据来源：艾瑞咨询、艾媒咨询、IDC、中国信通院等权威机构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