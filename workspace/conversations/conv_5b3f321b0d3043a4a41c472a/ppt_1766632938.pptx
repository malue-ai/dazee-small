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fntdata" ContentType="application/x-fontdata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embeddedFontLst>
    <p:embeddedFont>
      <p:font typeface="Figtree Regular" pitchFamily="2" charset="0"/>
      <p:regular r:id="rId100"/>
    </p:embeddedFont>
    <p:embeddedFont>
      <p:font typeface="Figtree SemiBold" pitchFamily="2" charset="0"/>
      <p:regular r:id="rId101"/>
    </p:embeddedFont>
    <p:embeddedFont>
      <p:font typeface="Figtree Bold" pitchFamily="2" charset="0"/>
      <p:regular r:id="rId10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
    <Relationship Id="rId100" Type="http://schemas.openxmlformats.org/officeDocument/2006/relationships/font" Target="fonts/font1.fntdata"/>
    <Relationship Id="rId101" Type="http://schemas.openxmlformats.org/officeDocument/2006/relationships/font" Target="fonts/font2.fntdata"/>
    <Relationship Id="rId102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bda0efbfd1bf59ad284dcd691e4cdebd207a1c0a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85515a10b9bd4fed4839485c52379718e6502907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2fc92c9065b43a422df1d778be0ba7c5d9981e0d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image" Target="../media/0121a7b4d2acd13155dfee37169be30f355f03ec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228621eb9e3d0ef9964dd42f4875761b5480e91b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eac571db966ab637c976e9ad7ec853ed8a6b348e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blipFill>
            <a:blip r:embed="rId1"/>
            <a:srcRect/>
            <a:stretch>
              <a:fillRect l="0" r="0" t="-83333" b="-83333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3108960"/>
            <a:ext cx="12192000" cy="3749040"/>
          </a:xfrm>
          <a:prstGeom prst="rect">
            <a:avLst/>
          </a:prstGeom>
          <a:gradFill>
            <a:gsLst>
              <a:gs pos="15000">
                <a:srgbClr val="000000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19" y="5473446"/>
            <a:ext cx="10728960" cy="9525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1723241"/>
            <a:ext cx="10728960" cy="35292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4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ZenFlux AI智能Agent框架全面解析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395836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520" y="5712716"/>
            <a:ext cx="10728960" cy="823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1600" dirty="0">
                <a:solidFill>
                  <a:srgbClr val="FFFFFF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能力路由与多层级记忆管理的创新技术与应用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00400" y="1157457"/>
            <a:ext cx="8321040" cy="9525"/>
          </a:xfrm>
          <a:custGeom>
            <a:avLst/>
            <a:gdLst/>
            <a:ahLst/>
            <a:cxnLst/>
            <a:rect l="l" t="t" r="r" b="b"/>
            <a:pathLst>
              <a:path w="8321040" h="9525">
                <a:moveTo>
                  <a:pt x="0" y="0"/>
                </a:moveTo>
                <a:lnTo>
                  <a:pt x="83210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-7641" y="0"/>
            <a:ext cx="2750841" cy="6858000"/>
          </a:xfrm>
          <a:prstGeom prst="rect">
            <a:avLst/>
          </a:prstGeom>
          <a:blipFill>
            <a:blip r:embed="rId1"/>
            <a:srcRect l="0" t="0" r="0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911840" y="1365505"/>
            <a:ext cx="640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03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04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05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06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07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08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09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10</a:t>
            </a:r>
            <a:endParaRPr lang="en-US" sz="1600" dirty="0"/>
          </a:p>
          <a:p>
            <a:pPr algn="r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1365505"/>
            <a:ext cx="7498080" cy="458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ZenFlux AI - 智能Agent框架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核心特性：能力路由系统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能力路由的四大优势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核心特性：多层级记忆系统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记忆管理的四大价值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技术架构设计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应用场景对比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为什么选择ZenFlux AI？</a:t>
            </a:r>
            <a:endParaRPr lang="en-US" sz="1600" dirty="0"/>
          </a:p>
          <a:p>
            <a:pPr algn="l"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感谢观看！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503683"/>
            <a:ext cx="8261520" cy="53867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Table of Contents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44879" y="1164617"/>
            <a:ext cx="10607040" cy="10672"/>
          </a:xfrm>
          <a:custGeom>
            <a:avLst/>
            <a:gdLst/>
            <a:ahLst/>
            <a:cxnLst/>
            <a:rect l="l" t="t" r="r" b="b"/>
            <a:pathLst>
              <a:path w="10607040" h="10672">
                <a:moveTo>
                  <a:pt x="0" y="0"/>
                </a:moveTo>
                <a:lnTo>
                  <a:pt x="106070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63378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-76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-7640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44879" y="2652566"/>
            <a:ext cx="201168" cy="246937"/>
          </a:xfrm>
          <a:custGeom>
            <a:avLst/>
            <a:gdLst/>
            <a:ahLst/>
            <a:cxnLst/>
            <a:rect l="l" t="t" r="r" b="b"/>
            <a:pathLst>
              <a:path w="201168" h="246937">
                <a:moveTo>
                  <a:pt x="201168" y="0"/>
                </a:moveTo>
                <a:lnTo>
                  <a:pt x="0" y="0"/>
                </a:lnTo>
                <a:lnTo>
                  <a:pt x="201168" y="246937"/>
                </a:lnTo>
                <a:lnTo>
                  <a:pt x="201168" y="0"/>
                </a:lnTo>
              </a:path>
            </a:pathLst>
          </a:custGeom>
          <a:solidFill>
            <a:srgbClr val="0C53B7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93644" y="2652566"/>
            <a:ext cx="201168" cy="246937"/>
          </a:xfrm>
          <a:custGeom>
            <a:avLst/>
            <a:gdLst/>
            <a:ahLst/>
            <a:cxnLst/>
            <a:rect l="l" t="t" r="r" b="b"/>
            <a:pathLst>
              <a:path w="201168" h="246937">
                <a:moveTo>
                  <a:pt x="201168" y="0"/>
                </a:moveTo>
                <a:lnTo>
                  <a:pt x="0" y="0"/>
                </a:lnTo>
                <a:lnTo>
                  <a:pt x="201168" y="246937"/>
                </a:lnTo>
                <a:lnTo>
                  <a:pt x="201168" y="0"/>
                </a:lnTo>
              </a:path>
            </a:pathLst>
          </a:custGeom>
          <a:solidFill>
            <a:srgbClr val="0C53B7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241791" y="2652566"/>
            <a:ext cx="201168" cy="246937"/>
          </a:xfrm>
          <a:custGeom>
            <a:avLst/>
            <a:gdLst/>
            <a:ahLst/>
            <a:cxnLst/>
            <a:rect l="l" t="t" r="r" b="b"/>
            <a:pathLst>
              <a:path w="201168" h="246937">
                <a:moveTo>
                  <a:pt x="201168" y="0"/>
                </a:moveTo>
                <a:lnTo>
                  <a:pt x="0" y="0"/>
                </a:lnTo>
                <a:lnTo>
                  <a:pt x="201168" y="246937"/>
                </a:lnTo>
                <a:lnTo>
                  <a:pt x="201168" y="0"/>
                </a:lnTo>
              </a:path>
            </a:pathLst>
          </a:custGeom>
          <a:solidFill>
            <a:srgbClr val="0C53B7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44879" y="1"/>
            <a:ext cx="106070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ZenFlux AI - 智能Agent框架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753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ZenFlux AI智能Agent框架全面解析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44879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3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42959" y="2201966"/>
            <a:ext cx="31089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C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625839" y="2750606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帮助开发者快速构建智能、高效、可扩展的AI应用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41173" y="1922950"/>
            <a:ext cx="3108960" cy="731520"/>
          </a:xfrm>
          <a:custGeom>
            <a:avLst/>
            <a:gdLst/>
            <a:ahLst/>
            <a:cxnLst/>
            <a:rect l="l" t="t" r="r" b="b"/>
            <a:pathLst>
              <a:path w="3108960" h="731520">
                <a:moveTo>
                  <a:pt x="0" y="0"/>
                </a:moveTo>
                <a:lnTo>
                  <a:pt x="2743191" y="0"/>
                </a:lnTo>
                <a:lnTo>
                  <a:pt x="3108960" y="365760"/>
                </a:lnTo>
                <a:lnTo>
                  <a:pt x="2743191" y="731520"/>
                </a:lnTo>
                <a:lnTo>
                  <a:pt x="0" y="73152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424053" y="201439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开发者优势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94812" y="2201966"/>
            <a:ext cx="31089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C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77692" y="2750606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能力路由（Capability Routing）</a:t>
            </a:r>
            <a:endParaRPr lang="en-US" sz="1200" dirty="0"/>
          </a:p>
          <a:p>
            <a:pPr algn="l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记忆管理（Memory Management）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93026" y="1922950"/>
            <a:ext cx="3108960" cy="731520"/>
          </a:xfrm>
          <a:custGeom>
            <a:avLst/>
            <a:gdLst/>
            <a:ahLst/>
            <a:cxnLst/>
            <a:rect l="l" t="t" r="r" b="b"/>
            <a:pathLst>
              <a:path w="3108960" h="731520">
                <a:moveTo>
                  <a:pt x="0" y="0"/>
                </a:moveTo>
                <a:lnTo>
                  <a:pt x="2743191" y="0"/>
                </a:lnTo>
                <a:lnTo>
                  <a:pt x="3108960" y="365760"/>
                </a:lnTo>
                <a:lnTo>
                  <a:pt x="2743191" y="731520"/>
                </a:lnTo>
                <a:lnTo>
                  <a:pt x="0" y="73152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75906" y="201439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核心创新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6665" y="2201966"/>
            <a:ext cx="310896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0E2FC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29545" y="2750606"/>
            <a:ext cx="2743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ZenFlux AI是新一代智能Agent开发框架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4879" y="1922950"/>
            <a:ext cx="3108960" cy="731520"/>
          </a:xfrm>
          <a:custGeom>
            <a:avLst/>
            <a:gdLst/>
            <a:ahLst/>
            <a:cxnLst/>
            <a:rect l="l" t="t" r="r" b="b"/>
            <a:pathLst>
              <a:path w="3108960" h="731520">
                <a:moveTo>
                  <a:pt x="0" y="0"/>
                </a:moveTo>
                <a:lnTo>
                  <a:pt x="2743191" y="0"/>
                </a:lnTo>
                <a:lnTo>
                  <a:pt x="3108960" y="365760"/>
                </a:lnTo>
                <a:lnTo>
                  <a:pt x="2743191" y="731520"/>
                </a:lnTo>
                <a:lnTo>
                  <a:pt x="0" y="731520"/>
                </a:lnTo>
                <a:lnTo>
                  <a:pt x="0" y="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27759" y="201439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ZenFlux AI简介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77394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02116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26838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51560" y="1558799"/>
            <a:ext cx="1463040" cy="1463040"/>
          </a:xfrm>
          <a:custGeom>
            <a:avLst/>
            <a:gdLst/>
            <a:ahLst/>
            <a:cxnLst/>
            <a:rect l="l" t="t" r="r" b="b"/>
            <a:pathLst>
              <a:path w="1463040" h="1463040">
                <a:moveTo>
                  <a:pt x="0" y="731520"/>
                </a:moveTo>
                <a:cubicBezTo>
                  <a:pt x="0" y="327516"/>
                  <a:pt x="327516" y="0"/>
                  <a:pt x="731520" y="0"/>
                </a:cubicBezTo>
                <a:cubicBezTo>
                  <a:pt x="1135524" y="0"/>
                  <a:pt x="1463040" y="327516"/>
                  <a:pt x="1463040" y="731520"/>
                </a:cubicBezTo>
                <a:cubicBezTo>
                  <a:pt x="1463040" y="1135524"/>
                  <a:pt x="1135524" y="1463040"/>
                  <a:pt x="731520" y="1463040"/>
                </a:cubicBezTo>
                <a:cubicBezTo>
                  <a:pt x="327516" y="1463040"/>
                  <a:pt x="0" y="1135524"/>
                  <a:pt x="0" y="731520"/>
                </a:cubicBezTo>
              </a:path>
            </a:pathLst>
          </a:custGeom>
          <a:solidFill>
            <a:srgbClr val="1570EF">
              <a:alpha val="10196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ZenFlux AI智能Agent框架全面解析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核心特性：能力路由系统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51714" y="1833242"/>
            <a:ext cx="914400" cy="914155"/>
          </a:xfrm>
          <a:custGeom>
            <a:avLst/>
            <a:gdLst/>
            <a:ahLst/>
            <a:cxnLst/>
            <a:rect l="l" t="t" r="r" b="b"/>
            <a:pathLst>
              <a:path w="914400" h="914155">
                <a:moveTo>
                  <a:pt x="657161" y="371439"/>
                </a:moveTo>
                <a:cubicBezTo>
                  <a:pt x="657161" y="213638"/>
                  <a:pt x="529236" y="85720"/>
                  <a:pt x="371438" y="85720"/>
                </a:cubicBezTo>
                <a:cubicBezTo>
                  <a:pt x="213640" y="85720"/>
                  <a:pt x="85716" y="213638"/>
                  <a:pt x="85716" y="371439"/>
                </a:cubicBezTo>
                <a:cubicBezTo>
                  <a:pt x="85716" y="529241"/>
                  <a:pt x="213640" y="657158"/>
                  <a:pt x="371438" y="657158"/>
                </a:cubicBezTo>
                <a:cubicBezTo>
                  <a:pt x="529236" y="657158"/>
                  <a:pt x="657161" y="529241"/>
                  <a:pt x="657161" y="371439"/>
                </a:cubicBezTo>
                <a:lnTo>
                  <a:pt x="657161" y="371439"/>
                </a:lnTo>
                <a:moveTo>
                  <a:pt x="601977" y="662698"/>
                </a:moveTo>
                <a:cubicBezTo>
                  <a:pt x="538764" y="712876"/>
                  <a:pt x="458581" y="742879"/>
                  <a:pt x="371438" y="742879"/>
                </a:cubicBezTo>
                <a:cubicBezTo>
                  <a:pt x="166256" y="742879"/>
                  <a:pt x="0" y="576621"/>
                  <a:pt x="0" y="371439"/>
                </a:cubicBezTo>
                <a:cubicBezTo>
                  <a:pt x="0" y="166257"/>
                  <a:pt x="166256" y="0"/>
                  <a:pt x="371438" y="0"/>
                </a:cubicBezTo>
                <a:cubicBezTo>
                  <a:pt x="576621" y="0"/>
                  <a:pt x="742877" y="166257"/>
                  <a:pt x="742877" y="371439"/>
                </a:cubicBezTo>
                <a:cubicBezTo>
                  <a:pt x="742877" y="458586"/>
                  <a:pt x="712875" y="538766"/>
                  <a:pt x="662693" y="601980"/>
                </a:cubicBezTo>
                <a:lnTo>
                  <a:pt x="901809" y="841095"/>
                </a:lnTo>
                <a:cubicBezTo>
                  <a:pt x="918597" y="857879"/>
                  <a:pt x="918597" y="885030"/>
                  <a:pt x="901809" y="901631"/>
                </a:cubicBezTo>
                <a:cubicBezTo>
                  <a:pt x="885020" y="918241"/>
                  <a:pt x="857881" y="918415"/>
                  <a:pt x="841275" y="901631"/>
                </a:cubicBezTo>
                <a:lnTo>
                  <a:pt x="601977" y="66269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265914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多功能支持与效率提升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265914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支持Web搜索、代码执行、文档生成等，提升任务执行效率30%+。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76436" y="1890269"/>
            <a:ext cx="914400" cy="800100"/>
          </a:xfrm>
          <a:custGeom>
            <a:avLst/>
            <a:gdLst/>
            <a:ahLst/>
            <a:cxnLst/>
            <a:rect l="l" t="t" r="r" b="b"/>
            <a:pathLst>
              <a:path w="914400" h="800100">
                <a:moveTo>
                  <a:pt x="328617" y="85723"/>
                </a:moveTo>
                <a:lnTo>
                  <a:pt x="585792" y="85723"/>
                </a:lnTo>
                <a:cubicBezTo>
                  <a:pt x="593647" y="85723"/>
                  <a:pt x="600084" y="92156"/>
                  <a:pt x="600084" y="100013"/>
                </a:cubicBezTo>
                <a:lnTo>
                  <a:pt x="600084" y="171453"/>
                </a:lnTo>
                <a:lnTo>
                  <a:pt x="314334" y="171453"/>
                </a:lnTo>
                <a:lnTo>
                  <a:pt x="314334" y="100013"/>
                </a:lnTo>
                <a:cubicBezTo>
                  <a:pt x="314334" y="92156"/>
                  <a:pt x="320762" y="85723"/>
                  <a:pt x="328626" y="85723"/>
                </a:cubicBezTo>
                <a:lnTo>
                  <a:pt x="328617" y="85723"/>
                </a:lnTo>
                <a:moveTo>
                  <a:pt x="228600" y="100013"/>
                </a:moveTo>
                <a:lnTo>
                  <a:pt x="228600" y="171453"/>
                </a:lnTo>
                <a:lnTo>
                  <a:pt x="178418" y="171453"/>
                </a:lnTo>
                <a:cubicBezTo>
                  <a:pt x="155741" y="171453"/>
                  <a:pt x="133950" y="180559"/>
                  <a:pt x="117875" y="196633"/>
                </a:cubicBezTo>
                <a:lnTo>
                  <a:pt x="25183" y="289140"/>
                </a:lnTo>
                <a:cubicBezTo>
                  <a:pt x="9107" y="305214"/>
                  <a:pt x="0" y="327001"/>
                  <a:pt x="0" y="349684"/>
                </a:cubicBezTo>
                <a:lnTo>
                  <a:pt x="0" y="528634"/>
                </a:lnTo>
                <a:lnTo>
                  <a:pt x="0" y="685798"/>
                </a:lnTo>
                <a:cubicBezTo>
                  <a:pt x="0" y="748838"/>
                  <a:pt x="51252" y="800100"/>
                  <a:pt x="114300" y="800100"/>
                </a:cubicBezTo>
                <a:lnTo>
                  <a:pt x="800100" y="800100"/>
                </a:lnTo>
                <a:cubicBezTo>
                  <a:pt x="863148" y="800100"/>
                  <a:pt x="914400" y="748846"/>
                  <a:pt x="914400" y="685798"/>
                </a:cubicBezTo>
                <a:lnTo>
                  <a:pt x="914400" y="528634"/>
                </a:lnTo>
                <a:lnTo>
                  <a:pt x="914400" y="349860"/>
                </a:lnTo>
                <a:cubicBezTo>
                  <a:pt x="914400" y="327177"/>
                  <a:pt x="905293" y="305390"/>
                  <a:pt x="889217" y="289316"/>
                </a:cubicBezTo>
                <a:lnTo>
                  <a:pt x="796525" y="196625"/>
                </a:lnTo>
                <a:cubicBezTo>
                  <a:pt x="780450" y="180551"/>
                  <a:pt x="758659" y="171445"/>
                  <a:pt x="735982" y="171445"/>
                </a:cubicBezTo>
                <a:lnTo>
                  <a:pt x="685800" y="171445"/>
                </a:lnTo>
                <a:lnTo>
                  <a:pt x="685800" y="100004"/>
                </a:lnTo>
                <a:cubicBezTo>
                  <a:pt x="685800" y="44822"/>
                  <a:pt x="640976" y="-8"/>
                  <a:pt x="585792" y="-8"/>
                </a:cubicBezTo>
                <a:lnTo>
                  <a:pt x="328617" y="-8"/>
                </a:lnTo>
                <a:cubicBezTo>
                  <a:pt x="273433" y="-8"/>
                  <a:pt x="228609" y="44822"/>
                  <a:pt x="228609" y="100004"/>
                </a:cubicBezTo>
                <a:lnTo>
                  <a:pt x="228600" y="100013"/>
                </a:lnTo>
                <a:moveTo>
                  <a:pt x="828675" y="485773"/>
                </a:moveTo>
                <a:lnTo>
                  <a:pt x="657225" y="485773"/>
                </a:lnTo>
                <a:lnTo>
                  <a:pt x="657225" y="457201"/>
                </a:lnTo>
                <a:cubicBezTo>
                  <a:pt x="657225" y="433446"/>
                  <a:pt x="638114" y="414340"/>
                  <a:pt x="614367" y="414340"/>
                </a:cubicBezTo>
                <a:cubicBezTo>
                  <a:pt x="590611" y="414340"/>
                  <a:pt x="571509" y="433446"/>
                  <a:pt x="571509" y="457201"/>
                </a:cubicBezTo>
                <a:lnTo>
                  <a:pt x="571509" y="485773"/>
                </a:lnTo>
                <a:lnTo>
                  <a:pt x="342909" y="485773"/>
                </a:lnTo>
                <a:lnTo>
                  <a:pt x="342909" y="457201"/>
                </a:lnTo>
                <a:cubicBezTo>
                  <a:pt x="342909" y="433446"/>
                  <a:pt x="323798" y="414340"/>
                  <a:pt x="300051" y="414340"/>
                </a:cubicBezTo>
                <a:cubicBezTo>
                  <a:pt x="276295" y="414340"/>
                  <a:pt x="257193" y="433446"/>
                  <a:pt x="257193" y="457201"/>
                </a:cubicBezTo>
                <a:lnTo>
                  <a:pt x="257193" y="485773"/>
                </a:lnTo>
                <a:lnTo>
                  <a:pt x="85743" y="485773"/>
                </a:lnTo>
                <a:lnTo>
                  <a:pt x="85743" y="349860"/>
                </a:lnTo>
                <a:lnTo>
                  <a:pt x="178436" y="257168"/>
                </a:lnTo>
                <a:lnTo>
                  <a:pt x="736010" y="257168"/>
                </a:lnTo>
                <a:lnTo>
                  <a:pt x="828702" y="349860"/>
                </a:lnTo>
                <a:lnTo>
                  <a:pt x="828675" y="485773"/>
                </a:lnTo>
                <a:moveTo>
                  <a:pt x="85725" y="571503"/>
                </a:moveTo>
                <a:lnTo>
                  <a:pt x="257175" y="571503"/>
                </a:lnTo>
                <a:lnTo>
                  <a:pt x="257175" y="600075"/>
                </a:lnTo>
                <a:cubicBezTo>
                  <a:pt x="257175" y="623830"/>
                  <a:pt x="276286" y="642936"/>
                  <a:pt x="300042" y="642936"/>
                </a:cubicBezTo>
                <a:cubicBezTo>
                  <a:pt x="323798" y="642936"/>
                  <a:pt x="342909" y="623830"/>
                  <a:pt x="342909" y="600075"/>
                </a:cubicBezTo>
                <a:lnTo>
                  <a:pt x="342909" y="571503"/>
                </a:lnTo>
                <a:lnTo>
                  <a:pt x="571509" y="571503"/>
                </a:lnTo>
                <a:lnTo>
                  <a:pt x="571509" y="600075"/>
                </a:lnTo>
                <a:cubicBezTo>
                  <a:pt x="571509" y="623830"/>
                  <a:pt x="590620" y="642936"/>
                  <a:pt x="614376" y="642936"/>
                </a:cubicBezTo>
                <a:cubicBezTo>
                  <a:pt x="638132" y="642936"/>
                  <a:pt x="657243" y="623830"/>
                  <a:pt x="657243" y="600075"/>
                </a:cubicBezTo>
                <a:lnTo>
                  <a:pt x="657243" y="571503"/>
                </a:lnTo>
                <a:lnTo>
                  <a:pt x="828693" y="571503"/>
                </a:lnTo>
                <a:lnTo>
                  <a:pt x="828693" y="685806"/>
                </a:lnTo>
                <a:cubicBezTo>
                  <a:pt x="828693" y="701520"/>
                  <a:pt x="815837" y="714377"/>
                  <a:pt x="800118" y="714377"/>
                </a:cubicBezTo>
                <a:lnTo>
                  <a:pt x="114318" y="714377"/>
                </a:lnTo>
                <a:cubicBezTo>
                  <a:pt x="98600" y="714377"/>
                  <a:pt x="85743" y="701520"/>
                  <a:pt x="85743" y="685806"/>
                </a:cubicBezTo>
                <a:lnTo>
                  <a:pt x="85725" y="57150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90636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自动识别与工具组合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90636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根据任务需求自动识别所需能力，从技能库中选择最优工具组合。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20545" y="1833119"/>
            <a:ext cx="875627" cy="914400"/>
          </a:xfrm>
          <a:custGeom>
            <a:avLst/>
            <a:gdLst/>
            <a:ahLst/>
            <a:cxnLst/>
            <a:rect l="l" t="t" r="r" b="b"/>
            <a:pathLst>
              <a:path w="875627" h="914400">
                <a:moveTo>
                  <a:pt x="437822" y="0"/>
                </a:moveTo>
                <a:cubicBezTo>
                  <a:pt x="468180" y="0"/>
                  <a:pt x="497829" y="3036"/>
                  <a:pt x="526759" y="8577"/>
                </a:cubicBezTo>
                <a:cubicBezTo>
                  <a:pt x="540866" y="11256"/>
                  <a:pt x="565690" y="19468"/>
                  <a:pt x="579262" y="44476"/>
                </a:cubicBezTo>
                <a:cubicBezTo>
                  <a:pt x="582835" y="51088"/>
                  <a:pt x="585689" y="58046"/>
                  <a:pt x="587475" y="65553"/>
                </a:cubicBezTo>
                <a:lnTo>
                  <a:pt x="604086" y="134316"/>
                </a:lnTo>
                <a:cubicBezTo>
                  <a:pt x="606590" y="144676"/>
                  <a:pt x="624085" y="154854"/>
                  <a:pt x="634269" y="151818"/>
                </a:cubicBezTo>
                <a:lnTo>
                  <a:pt x="702139" y="131811"/>
                </a:lnTo>
                <a:cubicBezTo>
                  <a:pt x="709284" y="129671"/>
                  <a:pt x="716604" y="128592"/>
                  <a:pt x="723924" y="128418"/>
                </a:cubicBezTo>
                <a:cubicBezTo>
                  <a:pt x="752680" y="127522"/>
                  <a:pt x="772145" y="145207"/>
                  <a:pt x="781611" y="155923"/>
                </a:cubicBezTo>
                <a:cubicBezTo>
                  <a:pt x="821084" y="200747"/>
                  <a:pt x="851442" y="253435"/>
                  <a:pt x="870732" y="310046"/>
                </a:cubicBezTo>
                <a:cubicBezTo>
                  <a:pt x="875373" y="323615"/>
                  <a:pt x="880732" y="348981"/>
                  <a:pt x="865907" y="373267"/>
                </a:cubicBezTo>
                <a:cubicBezTo>
                  <a:pt x="861976" y="379695"/>
                  <a:pt x="857160" y="385767"/>
                  <a:pt x="851617" y="391125"/>
                </a:cubicBezTo>
                <a:lnTo>
                  <a:pt x="800358" y="439881"/>
                </a:lnTo>
                <a:cubicBezTo>
                  <a:pt x="792854" y="447023"/>
                  <a:pt x="792854" y="467560"/>
                  <a:pt x="800358" y="474711"/>
                </a:cubicBezTo>
                <a:lnTo>
                  <a:pt x="851617" y="523467"/>
                </a:lnTo>
                <a:cubicBezTo>
                  <a:pt x="857151" y="528825"/>
                  <a:pt x="861976" y="534897"/>
                  <a:pt x="865907" y="541325"/>
                </a:cubicBezTo>
                <a:cubicBezTo>
                  <a:pt x="880548" y="565611"/>
                  <a:pt x="875198" y="590977"/>
                  <a:pt x="870732" y="604546"/>
                </a:cubicBezTo>
                <a:cubicBezTo>
                  <a:pt x="851442" y="661157"/>
                  <a:pt x="821084" y="713671"/>
                  <a:pt x="781611" y="758669"/>
                </a:cubicBezTo>
                <a:cubicBezTo>
                  <a:pt x="772145" y="769385"/>
                  <a:pt x="752496" y="787061"/>
                  <a:pt x="723924" y="786174"/>
                </a:cubicBezTo>
                <a:cubicBezTo>
                  <a:pt x="716604" y="785991"/>
                  <a:pt x="709284" y="784747"/>
                  <a:pt x="702139" y="782781"/>
                </a:cubicBezTo>
                <a:lnTo>
                  <a:pt x="634269" y="762600"/>
                </a:lnTo>
                <a:cubicBezTo>
                  <a:pt x="624085" y="759565"/>
                  <a:pt x="606590" y="769742"/>
                  <a:pt x="604086" y="780102"/>
                </a:cubicBezTo>
                <a:lnTo>
                  <a:pt x="587475" y="848865"/>
                </a:lnTo>
                <a:cubicBezTo>
                  <a:pt x="585689" y="856363"/>
                  <a:pt x="582835" y="863514"/>
                  <a:pt x="579262" y="869942"/>
                </a:cubicBezTo>
                <a:cubicBezTo>
                  <a:pt x="565506" y="894942"/>
                  <a:pt x="540682" y="902979"/>
                  <a:pt x="526759" y="905841"/>
                </a:cubicBezTo>
                <a:cubicBezTo>
                  <a:pt x="497829" y="911373"/>
                  <a:pt x="468180" y="914409"/>
                  <a:pt x="437822" y="914409"/>
                </a:cubicBezTo>
                <a:cubicBezTo>
                  <a:pt x="407464" y="914409"/>
                  <a:pt x="377815" y="911373"/>
                  <a:pt x="348885" y="905832"/>
                </a:cubicBezTo>
                <a:cubicBezTo>
                  <a:pt x="334778" y="903153"/>
                  <a:pt x="309954" y="894942"/>
                  <a:pt x="296382" y="869933"/>
                </a:cubicBezTo>
                <a:cubicBezTo>
                  <a:pt x="292810" y="863322"/>
                  <a:pt x="289955" y="856363"/>
                  <a:pt x="288169" y="848856"/>
                </a:cubicBezTo>
                <a:lnTo>
                  <a:pt x="271558" y="780093"/>
                </a:lnTo>
                <a:cubicBezTo>
                  <a:pt x="269054" y="769733"/>
                  <a:pt x="251559" y="759556"/>
                  <a:pt x="241375" y="762591"/>
                </a:cubicBezTo>
                <a:lnTo>
                  <a:pt x="173505" y="782589"/>
                </a:lnTo>
                <a:cubicBezTo>
                  <a:pt x="166360" y="784729"/>
                  <a:pt x="159040" y="785808"/>
                  <a:pt x="151720" y="785982"/>
                </a:cubicBezTo>
                <a:cubicBezTo>
                  <a:pt x="122964" y="786878"/>
                  <a:pt x="103499" y="769193"/>
                  <a:pt x="94034" y="758477"/>
                </a:cubicBezTo>
                <a:cubicBezTo>
                  <a:pt x="54744" y="713653"/>
                  <a:pt x="24202" y="660965"/>
                  <a:pt x="4912" y="604354"/>
                </a:cubicBezTo>
                <a:cubicBezTo>
                  <a:pt x="271" y="590785"/>
                  <a:pt x="-5087" y="565419"/>
                  <a:pt x="9737" y="541133"/>
                </a:cubicBezTo>
                <a:cubicBezTo>
                  <a:pt x="13668" y="534705"/>
                  <a:pt x="18484" y="528633"/>
                  <a:pt x="24027" y="523275"/>
                </a:cubicBezTo>
                <a:lnTo>
                  <a:pt x="75286" y="474519"/>
                </a:lnTo>
                <a:cubicBezTo>
                  <a:pt x="82790" y="467377"/>
                  <a:pt x="82790" y="446840"/>
                  <a:pt x="75286" y="439689"/>
                </a:cubicBezTo>
                <a:lnTo>
                  <a:pt x="23852" y="390933"/>
                </a:lnTo>
                <a:cubicBezTo>
                  <a:pt x="18318" y="385575"/>
                  <a:pt x="13493" y="379503"/>
                  <a:pt x="9562" y="373075"/>
                </a:cubicBezTo>
                <a:cubicBezTo>
                  <a:pt x="-5079" y="348789"/>
                  <a:pt x="271" y="323423"/>
                  <a:pt x="4921" y="310027"/>
                </a:cubicBezTo>
                <a:cubicBezTo>
                  <a:pt x="24211" y="253417"/>
                  <a:pt x="54569" y="200903"/>
                  <a:pt x="94042" y="155905"/>
                </a:cubicBezTo>
                <a:cubicBezTo>
                  <a:pt x="103508" y="145188"/>
                  <a:pt x="123157" y="127513"/>
                  <a:pt x="151728" y="128400"/>
                </a:cubicBezTo>
                <a:cubicBezTo>
                  <a:pt x="159049" y="128583"/>
                  <a:pt x="166369" y="129827"/>
                  <a:pt x="173514" y="131792"/>
                </a:cubicBezTo>
                <a:lnTo>
                  <a:pt x="241384" y="151800"/>
                </a:lnTo>
                <a:cubicBezTo>
                  <a:pt x="251567" y="154835"/>
                  <a:pt x="269062" y="144658"/>
                  <a:pt x="271567" y="134298"/>
                </a:cubicBezTo>
                <a:lnTo>
                  <a:pt x="288177" y="65535"/>
                </a:lnTo>
                <a:cubicBezTo>
                  <a:pt x="289964" y="58037"/>
                  <a:pt x="292818" y="50886"/>
                  <a:pt x="296391" y="44458"/>
                </a:cubicBezTo>
                <a:cubicBezTo>
                  <a:pt x="310147" y="19458"/>
                  <a:pt x="334971" y="11421"/>
                  <a:pt x="348893" y="8559"/>
                </a:cubicBezTo>
                <a:cubicBezTo>
                  <a:pt x="377824" y="3027"/>
                  <a:pt x="407473" y="-18"/>
                  <a:pt x="437831" y="-18"/>
                </a:cubicBezTo>
                <a:lnTo>
                  <a:pt x="437822" y="0"/>
                </a:lnTo>
                <a:moveTo>
                  <a:pt x="370136" y="91797"/>
                </a:moveTo>
                <a:lnTo>
                  <a:pt x="354953" y="154479"/>
                </a:lnTo>
                <a:cubicBezTo>
                  <a:pt x="341022" y="212168"/>
                  <a:pt x="274054" y="250738"/>
                  <a:pt x="217077" y="234132"/>
                </a:cubicBezTo>
                <a:lnTo>
                  <a:pt x="155459" y="215917"/>
                </a:lnTo>
                <a:cubicBezTo>
                  <a:pt x="125994" y="250390"/>
                  <a:pt x="102772" y="290395"/>
                  <a:pt x="87589" y="333253"/>
                </a:cubicBezTo>
                <a:lnTo>
                  <a:pt x="134382" y="377720"/>
                </a:lnTo>
                <a:cubicBezTo>
                  <a:pt x="177244" y="418439"/>
                  <a:pt x="177244" y="495952"/>
                  <a:pt x="134382" y="536671"/>
                </a:cubicBezTo>
                <a:lnTo>
                  <a:pt x="87589" y="581138"/>
                </a:lnTo>
                <a:cubicBezTo>
                  <a:pt x="102772" y="624005"/>
                  <a:pt x="125985" y="664001"/>
                  <a:pt x="155459" y="698474"/>
                </a:cubicBezTo>
                <a:lnTo>
                  <a:pt x="217252" y="680259"/>
                </a:lnTo>
                <a:cubicBezTo>
                  <a:pt x="274045" y="663470"/>
                  <a:pt x="341197" y="702223"/>
                  <a:pt x="355128" y="759912"/>
                </a:cubicBezTo>
                <a:lnTo>
                  <a:pt x="370311" y="822594"/>
                </a:lnTo>
                <a:cubicBezTo>
                  <a:pt x="414241" y="830632"/>
                  <a:pt x="461928" y="830632"/>
                  <a:pt x="505867" y="822594"/>
                </a:cubicBezTo>
                <a:lnTo>
                  <a:pt x="521050" y="759912"/>
                </a:lnTo>
                <a:cubicBezTo>
                  <a:pt x="534982" y="702223"/>
                  <a:pt x="601950" y="663653"/>
                  <a:pt x="658927" y="680259"/>
                </a:cubicBezTo>
                <a:lnTo>
                  <a:pt x="720720" y="698474"/>
                </a:lnTo>
                <a:cubicBezTo>
                  <a:pt x="750184" y="664001"/>
                  <a:pt x="773406" y="623996"/>
                  <a:pt x="788589" y="581138"/>
                </a:cubicBezTo>
                <a:lnTo>
                  <a:pt x="741796" y="536671"/>
                </a:lnTo>
                <a:cubicBezTo>
                  <a:pt x="698934" y="495952"/>
                  <a:pt x="698934" y="418439"/>
                  <a:pt x="741796" y="377720"/>
                </a:cubicBezTo>
                <a:lnTo>
                  <a:pt x="788589" y="333253"/>
                </a:lnTo>
                <a:cubicBezTo>
                  <a:pt x="773406" y="290395"/>
                  <a:pt x="750193" y="250381"/>
                  <a:pt x="720720" y="215917"/>
                </a:cubicBezTo>
                <a:lnTo>
                  <a:pt x="658927" y="234132"/>
                </a:lnTo>
                <a:cubicBezTo>
                  <a:pt x="602133" y="250921"/>
                  <a:pt x="534982" y="212168"/>
                  <a:pt x="521050" y="154479"/>
                </a:cubicBezTo>
                <a:lnTo>
                  <a:pt x="505867" y="91797"/>
                </a:lnTo>
                <a:cubicBezTo>
                  <a:pt x="461937" y="83759"/>
                  <a:pt x="414250" y="83759"/>
                  <a:pt x="370311" y="91797"/>
                </a:cubicBezTo>
                <a:lnTo>
                  <a:pt x="370136" y="91797"/>
                </a:lnTo>
                <a:moveTo>
                  <a:pt x="352098" y="457200"/>
                </a:moveTo>
                <a:cubicBezTo>
                  <a:pt x="352098" y="504548"/>
                  <a:pt x="390477" y="542925"/>
                  <a:pt x="437822" y="542925"/>
                </a:cubicBezTo>
                <a:cubicBezTo>
                  <a:pt x="485167" y="542925"/>
                  <a:pt x="523546" y="504548"/>
                  <a:pt x="523546" y="457200"/>
                </a:cubicBezTo>
                <a:cubicBezTo>
                  <a:pt x="523546" y="409852"/>
                  <a:pt x="485167" y="371475"/>
                  <a:pt x="437822" y="371475"/>
                </a:cubicBezTo>
                <a:cubicBezTo>
                  <a:pt x="390477" y="371475"/>
                  <a:pt x="352098" y="409852"/>
                  <a:pt x="352098" y="457200"/>
                </a:cubicBezTo>
                <a:moveTo>
                  <a:pt x="437822" y="628650"/>
                </a:moveTo>
                <a:cubicBezTo>
                  <a:pt x="343132" y="628650"/>
                  <a:pt x="266374" y="551886"/>
                  <a:pt x="266374" y="457200"/>
                </a:cubicBezTo>
                <a:cubicBezTo>
                  <a:pt x="266374" y="362514"/>
                  <a:pt x="343132" y="285750"/>
                  <a:pt x="437822" y="285750"/>
                </a:cubicBezTo>
                <a:cubicBezTo>
                  <a:pt x="532512" y="285750"/>
                  <a:pt x="609270" y="362514"/>
                  <a:pt x="609270" y="457200"/>
                </a:cubicBezTo>
                <a:cubicBezTo>
                  <a:pt x="609270" y="551886"/>
                  <a:pt x="532512" y="628650"/>
                  <a:pt x="437822" y="62865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515358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系统智能分析与匹配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15358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智能任务分析、自动能力匹配、动态工具选择、多工具协同调用。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25880" y="1883919"/>
            <a:ext cx="914400" cy="812800"/>
          </a:xfrm>
          <a:custGeom>
            <a:avLst/>
            <a:gdLst/>
            <a:ahLst/>
            <a:cxnLst/>
            <a:rect l="l" t="t" r="r" b="b"/>
            <a:pathLst>
              <a:path w="914400" h="812800">
                <a:moveTo>
                  <a:pt x="315276" y="168120"/>
                </a:moveTo>
                <a:cubicBezTo>
                  <a:pt x="299557" y="182092"/>
                  <a:pt x="275426" y="180499"/>
                  <a:pt x="261464" y="164787"/>
                </a:cubicBezTo>
                <a:cubicBezTo>
                  <a:pt x="247492" y="149067"/>
                  <a:pt x="249083" y="124944"/>
                  <a:pt x="264801" y="110972"/>
                </a:cubicBezTo>
                <a:cubicBezTo>
                  <a:pt x="343220" y="41916"/>
                  <a:pt x="446255" y="8"/>
                  <a:pt x="558808" y="8"/>
                </a:cubicBezTo>
                <a:cubicBezTo>
                  <a:pt x="671362" y="8"/>
                  <a:pt x="774387" y="41916"/>
                  <a:pt x="852651" y="110972"/>
                </a:cubicBezTo>
                <a:cubicBezTo>
                  <a:pt x="868369" y="124944"/>
                  <a:pt x="869951" y="148913"/>
                  <a:pt x="855988" y="164787"/>
                </a:cubicBezTo>
                <a:cubicBezTo>
                  <a:pt x="842016" y="180661"/>
                  <a:pt x="818050" y="182092"/>
                  <a:pt x="802176" y="168120"/>
                </a:cubicBezTo>
                <a:cubicBezTo>
                  <a:pt x="737409" y="110809"/>
                  <a:pt x="652159" y="76200"/>
                  <a:pt x="558808" y="76200"/>
                </a:cubicBezTo>
                <a:cubicBezTo>
                  <a:pt x="465466" y="76200"/>
                  <a:pt x="380217" y="110809"/>
                  <a:pt x="315285" y="168120"/>
                </a:cubicBezTo>
                <a:lnTo>
                  <a:pt x="315276" y="168120"/>
                </a:lnTo>
                <a:moveTo>
                  <a:pt x="101599" y="558800"/>
                </a:moveTo>
                <a:cubicBezTo>
                  <a:pt x="87627" y="558800"/>
                  <a:pt x="76197" y="570228"/>
                  <a:pt x="76197" y="584200"/>
                </a:cubicBezTo>
                <a:lnTo>
                  <a:pt x="76197" y="711200"/>
                </a:lnTo>
                <a:cubicBezTo>
                  <a:pt x="76197" y="725172"/>
                  <a:pt x="87627" y="736600"/>
                  <a:pt x="101599" y="736600"/>
                </a:cubicBezTo>
                <a:lnTo>
                  <a:pt x="812801" y="736600"/>
                </a:lnTo>
                <a:cubicBezTo>
                  <a:pt x="826773" y="736600"/>
                  <a:pt x="838203" y="725172"/>
                  <a:pt x="838203" y="711200"/>
                </a:cubicBezTo>
                <a:lnTo>
                  <a:pt x="838203" y="584200"/>
                </a:lnTo>
                <a:cubicBezTo>
                  <a:pt x="838203" y="570228"/>
                  <a:pt x="826773" y="558800"/>
                  <a:pt x="812801" y="558800"/>
                </a:cubicBezTo>
                <a:lnTo>
                  <a:pt x="101599" y="558800"/>
                </a:lnTo>
                <a:moveTo>
                  <a:pt x="0" y="584200"/>
                </a:moveTo>
                <a:cubicBezTo>
                  <a:pt x="0" y="528157"/>
                  <a:pt x="45565" y="482600"/>
                  <a:pt x="101599" y="482600"/>
                </a:cubicBezTo>
                <a:lnTo>
                  <a:pt x="520696" y="482600"/>
                </a:lnTo>
                <a:lnTo>
                  <a:pt x="520696" y="393704"/>
                </a:lnTo>
                <a:cubicBezTo>
                  <a:pt x="520696" y="372587"/>
                  <a:pt x="537685" y="355608"/>
                  <a:pt x="558799" y="355608"/>
                </a:cubicBezTo>
                <a:cubicBezTo>
                  <a:pt x="579912" y="355608"/>
                  <a:pt x="596902" y="372596"/>
                  <a:pt x="596902" y="393712"/>
                </a:cubicBezTo>
                <a:lnTo>
                  <a:pt x="596902" y="482616"/>
                </a:lnTo>
                <a:lnTo>
                  <a:pt x="812801" y="482616"/>
                </a:lnTo>
                <a:cubicBezTo>
                  <a:pt x="868835" y="482616"/>
                  <a:pt x="914400" y="528174"/>
                  <a:pt x="914400" y="584216"/>
                </a:cubicBezTo>
                <a:lnTo>
                  <a:pt x="914400" y="711216"/>
                </a:lnTo>
                <a:cubicBezTo>
                  <a:pt x="914400" y="767259"/>
                  <a:pt x="868835" y="812816"/>
                  <a:pt x="812801" y="812816"/>
                </a:cubicBezTo>
                <a:lnTo>
                  <a:pt x="101599" y="812816"/>
                </a:lnTo>
                <a:cubicBezTo>
                  <a:pt x="45565" y="812816"/>
                  <a:pt x="0" y="767259"/>
                  <a:pt x="0" y="711216"/>
                </a:cubicBezTo>
                <a:lnTo>
                  <a:pt x="0" y="584200"/>
                </a:lnTo>
                <a:moveTo>
                  <a:pt x="165104" y="609600"/>
                </a:moveTo>
                <a:cubicBezTo>
                  <a:pt x="186144" y="609600"/>
                  <a:pt x="203207" y="626661"/>
                  <a:pt x="203207" y="647704"/>
                </a:cubicBezTo>
                <a:cubicBezTo>
                  <a:pt x="203207" y="668747"/>
                  <a:pt x="186154" y="685808"/>
                  <a:pt x="165104" y="685808"/>
                </a:cubicBezTo>
                <a:cubicBezTo>
                  <a:pt x="144064" y="685808"/>
                  <a:pt x="127001" y="668747"/>
                  <a:pt x="127001" y="647712"/>
                </a:cubicBezTo>
                <a:cubicBezTo>
                  <a:pt x="127001" y="626669"/>
                  <a:pt x="144055" y="609616"/>
                  <a:pt x="165104" y="609616"/>
                </a:cubicBezTo>
                <a:lnTo>
                  <a:pt x="165104" y="609600"/>
                </a:lnTo>
                <a:moveTo>
                  <a:pt x="254002" y="647704"/>
                </a:moveTo>
                <a:cubicBezTo>
                  <a:pt x="254002" y="626661"/>
                  <a:pt x="271056" y="609608"/>
                  <a:pt x="292105" y="609608"/>
                </a:cubicBezTo>
                <a:cubicBezTo>
                  <a:pt x="313145" y="609608"/>
                  <a:pt x="330208" y="626669"/>
                  <a:pt x="330208" y="647712"/>
                </a:cubicBezTo>
                <a:cubicBezTo>
                  <a:pt x="330208" y="668756"/>
                  <a:pt x="313155" y="685816"/>
                  <a:pt x="292105" y="685816"/>
                </a:cubicBezTo>
                <a:cubicBezTo>
                  <a:pt x="271065" y="685816"/>
                  <a:pt x="254002" y="668756"/>
                  <a:pt x="254002" y="647720"/>
                </a:cubicBezTo>
                <a:lnTo>
                  <a:pt x="254002" y="647704"/>
                </a:lnTo>
                <a:moveTo>
                  <a:pt x="558799" y="254000"/>
                </a:moveTo>
                <a:cubicBezTo>
                  <a:pt x="513399" y="254000"/>
                  <a:pt x="471648" y="269874"/>
                  <a:pt x="438939" y="296388"/>
                </a:cubicBezTo>
                <a:cubicBezTo>
                  <a:pt x="422590" y="309563"/>
                  <a:pt x="398614" y="307182"/>
                  <a:pt x="385282" y="290828"/>
                </a:cubicBezTo>
                <a:cubicBezTo>
                  <a:pt x="371950" y="274474"/>
                  <a:pt x="374483" y="250505"/>
                  <a:pt x="390842" y="237167"/>
                </a:cubicBezTo>
                <a:cubicBezTo>
                  <a:pt x="436882" y="200022"/>
                  <a:pt x="495303" y="177792"/>
                  <a:pt x="558799" y="177792"/>
                </a:cubicBezTo>
                <a:cubicBezTo>
                  <a:pt x="622295" y="177792"/>
                  <a:pt x="680716" y="200014"/>
                  <a:pt x="726601" y="237167"/>
                </a:cubicBezTo>
                <a:cubicBezTo>
                  <a:pt x="742950" y="250342"/>
                  <a:pt x="745492" y="274474"/>
                  <a:pt x="732160" y="290828"/>
                </a:cubicBezTo>
                <a:cubicBezTo>
                  <a:pt x="718828" y="307182"/>
                  <a:pt x="694853" y="309717"/>
                  <a:pt x="678503" y="296388"/>
                </a:cubicBezTo>
                <a:cubicBezTo>
                  <a:pt x="645960" y="269874"/>
                  <a:pt x="604208" y="254000"/>
                  <a:pt x="558808" y="254000"/>
                </a:cubicBezTo>
                <a:lnTo>
                  <a:pt x="558799" y="25400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0080" y="329463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能力路由的核心创新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3813052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能力路由是ZenFlux AI的核心创新之一。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9" y="1311410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3439" y="1311410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79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79" y="3821072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663439" y="3821072"/>
            <a:ext cx="3840480" cy="237744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900160" y="0"/>
            <a:ext cx="3291840" cy="6858000"/>
          </a:xfrm>
          <a:prstGeom prst="rect">
            <a:avLst/>
          </a:prstGeom>
          <a:blipFill>
            <a:blip r:embed="rId2"/>
            <a:srcRect/>
            <a:stretch>
              <a:fillRect l="-135570" r="-135570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0079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能力路由的四大优势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5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57765" y="6309360"/>
            <a:ext cx="76461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ZenFlux AI智能Agent框架全面解析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59" y="5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根据任务复杂度动态调整执行策略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59" y="45719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适应性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14399" y="504495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轻松接入新技能和工具，即插即用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399" y="45719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可扩展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59" y="253529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自动选择最优工具组合，减少无效调用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59" y="20622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高效性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399" y="253529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AI自主判断任务需求，无需人工配置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399" y="206228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智能化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14399" y="150232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37160" y="34290"/>
                </a:moveTo>
                <a:cubicBezTo>
                  <a:pt x="152946" y="34290"/>
                  <a:pt x="165737" y="47077"/>
                  <a:pt x="165737" y="62867"/>
                </a:cubicBezTo>
                <a:lnTo>
                  <a:pt x="165737" y="91444"/>
                </a:lnTo>
                <a:lnTo>
                  <a:pt x="151948" y="91444"/>
                </a:lnTo>
                <a:cubicBezTo>
                  <a:pt x="147518" y="81371"/>
                  <a:pt x="137445" y="74300"/>
                  <a:pt x="125730" y="74300"/>
                </a:cubicBezTo>
                <a:cubicBezTo>
                  <a:pt x="109944" y="74300"/>
                  <a:pt x="97157" y="87087"/>
                  <a:pt x="97157" y="102877"/>
                </a:cubicBezTo>
                <a:cubicBezTo>
                  <a:pt x="97157" y="118663"/>
                  <a:pt x="109944" y="131454"/>
                  <a:pt x="125734" y="131454"/>
                </a:cubicBezTo>
                <a:cubicBezTo>
                  <a:pt x="137449" y="131454"/>
                  <a:pt x="147522" y="124380"/>
                  <a:pt x="151951" y="114311"/>
                </a:cubicBezTo>
                <a:lnTo>
                  <a:pt x="165740" y="114311"/>
                </a:lnTo>
                <a:lnTo>
                  <a:pt x="165740" y="182891"/>
                </a:lnTo>
                <a:lnTo>
                  <a:pt x="137167" y="182891"/>
                </a:lnTo>
                <a:cubicBezTo>
                  <a:pt x="118236" y="182891"/>
                  <a:pt x="102877" y="198249"/>
                  <a:pt x="102877" y="217181"/>
                </a:cubicBezTo>
                <a:lnTo>
                  <a:pt x="102877" y="225253"/>
                </a:lnTo>
                <a:cubicBezTo>
                  <a:pt x="92804" y="229683"/>
                  <a:pt x="85734" y="239756"/>
                  <a:pt x="85734" y="251471"/>
                </a:cubicBezTo>
                <a:cubicBezTo>
                  <a:pt x="85734" y="267257"/>
                  <a:pt x="98521" y="280048"/>
                  <a:pt x="114311" y="280048"/>
                </a:cubicBezTo>
                <a:cubicBezTo>
                  <a:pt x="130097" y="280048"/>
                  <a:pt x="142888" y="267261"/>
                  <a:pt x="142888" y="251474"/>
                </a:cubicBezTo>
                <a:cubicBezTo>
                  <a:pt x="142888" y="239759"/>
                  <a:pt x="135814" y="229686"/>
                  <a:pt x="125744" y="225257"/>
                </a:cubicBezTo>
                <a:lnTo>
                  <a:pt x="125744" y="217184"/>
                </a:lnTo>
                <a:cubicBezTo>
                  <a:pt x="125744" y="210897"/>
                  <a:pt x="130887" y="205754"/>
                  <a:pt x="137174" y="205754"/>
                </a:cubicBezTo>
                <a:lnTo>
                  <a:pt x="165751" y="205754"/>
                </a:lnTo>
                <a:lnTo>
                  <a:pt x="165751" y="300051"/>
                </a:lnTo>
                <a:cubicBezTo>
                  <a:pt x="165751" y="317410"/>
                  <a:pt x="151677" y="331484"/>
                  <a:pt x="134318" y="331484"/>
                </a:cubicBezTo>
                <a:cubicBezTo>
                  <a:pt x="121600" y="331484"/>
                  <a:pt x="110602" y="323913"/>
                  <a:pt x="105671" y="312981"/>
                </a:cubicBezTo>
                <a:cubicBezTo>
                  <a:pt x="102958" y="306979"/>
                  <a:pt x="97098" y="303050"/>
                  <a:pt x="90525" y="302908"/>
                </a:cubicBezTo>
                <a:cubicBezTo>
                  <a:pt x="72022" y="302406"/>
                  <a:pt x="57164" y="287264"/>
                  <a:pt x="57164" y="268618"/>
                </a:cubicBezTo>
                <a:cubicBezTo>
                  <a:pt x="57164" y="266760"/>
                  <a:pt x="57307" y="264901"/>
                  <a:pt x="57592" y="263190"/>
                </a:cubicBezTo>
                <a:cubicBezTo>
                  <a:pt x="58591" y="257118"/>
                  <a:pt x="56162" y="250973"/>
                  <a:pt x="51378" y="247115"/>
                </a:cubicBezTo>
                <a:cubicBezTo>
                  <a:pt x="40947" y="238684"/>
                  <a:pt x="34304" y="225897"/>
                  <a:pt x="34304" y="211468"/>
                </a:cubicBezTo>
                <a:cubicBezTo>
                  <a:pt x="34304" y="197678"/>
                  <a:pt x="40376" y="185323"/>
                  <a:pt x="50091" y="176962"/>
                </a:cubicBezTo>
                <a:cubicBezTo>
                  <a:pt x="55807" y="172031"/>
                  <a:pt x="57592" y="163889"/>
                  <a:pt x="54447" y="156958"/>
                </a:cubicBezTo>
                <a:cubicBezTo>
                  <a:pt x="52519" y="152672"/>
                  <a:pt x="51448" y="147957"/>
                  <a:pt x="51448" y="142884"/>
                </a:cubicBezTo>
                <a:cubicBezTo>
                  <a:pt x="51448" y="129453"/>
                  <a:pt x="59161" y="117811"/>
                  <a:pt x="70522" y="112167"/>
                </a:cubicBezTo>
                <a:cubicBezTo>
                  <a:pt x="76308" y="109311"/>
                  <a:pt x="80024" y="103382"/>
                  <a:pt x="80024" y="96952"/>
                </a:cubicBezTo>
                <a:cubicBezTo>
                  <a:pt x="80098" y="83163"/>
                  <a:pt x="88382" y="71235"/>
                  <a:pt x="100240" y="65877"/>
                </a:cubicBezTo>
                <a:cubicBezTo>
                  <a:pt x="104812" y="63807"/>
                  <a:pt x="108312" y="59805"/>
                  <a:pt x="109669" y="54948"/>
                </a:cubicBezTo>
                <a:cubicBezTo>
                  <a:pt x="113100" y="43017"/>
                  <a:pt x="124172" y="34301"/>
                  <a:pt x="137174" y="34301"/>
                </a:cubicBezTo>
                <a:lnTo>
                  <a:pt x="137160" y="34290"/>
                </a:lnTo>
                <a:moveTo>
                  <a:pt x="134303" y="365760"/>
                </a:moveTo>
                <a:cubicBezTo>
                  <a:pt x="153521" y="365760"/>
                  <a:pt x="170879" y="357472"/>
                  <a:pt x="182880" y="344330"/>
                </a:cubicBezTo>
                <a:cubicBezTo>
                  <a:pt x="194881" y="357545"/>
                  <a:pt x="212240" y="365760"/>
                  <a:pt x="231457" y="365760"/>
                </a:cubicBezTo>
                <a:cubicBezTo>
                  <a:pt x="254459" y="365760"/>
                  <a:pt x="274675" y="353972"/>
                  <a:pt x="286394" y="336115"/>
                </a:cubicBezTo>
                <a:cubicBezTo>
                  <a:pt x="318540" y="330402"/>
                  <a:pt x="342900" y="302326"/>
                  <a:pt x="342900" y="268607"/>
                </a:cubicBezTo>
                <a:cubicBezTo>
                  <a:pt x="342900" y="268248"/>
                  <a:pt x="342900" y="267820"/>
                  <a:pt x="342900" y="267462"/>
                </a:cubicBezTo>
                <a:cubicBezTo>
                  <a:pt x="357044" y="253033"/>
                  <a:pt x="365760" y="233245"/>
                  <a:pt x="365760" y="211457"/>
                </a:cubicBezTo>
                <a:cubicBezTo>
                  <a:pt x="365760" y="191596"/>
                  <a:pt x="358544" y="173451"/>
                  <a:pt x="346616" y="159523"/>
                </a:cubicBezTo>
                <a:cubicBezTo>
                  <a:pt x="347904" y="154164"/>
                  <a:pt x="348617" y="148594"/>
                  <a:pt x="348617" y="142877"/>
                </a:cubicBezTo>
                <a:cubicBezTo>
                  <a:pt x="348617" y="119589"/>
                  <a:pt x="336971" y="98942"/>
                  <a:pt x="319257" y="86583"/>
                </a:cubicBezTo>
                <a:cubicBezTo>
                  <a:pt x="316042" y="65936"/>
                  <a:pt x="303683" y="48364"/>
                  <a:pt x="286467" y="38149"/>
                </a:cubicBezTo>
                <a:cubicBezTo>
                  <a:pt x="276822" y="15717"/>
                  <a:pt x="254536" y="0"/>
                  <a:pt x="228604" y="0"/>
                </a:cubicBezTo>
                <a:cubicBezTo>
                  <a:pt x="210601" y="0"/>
                  <a:pt x="194314" y="7571"/>
                  <a:pt x="182884" y="19718"/>
                </a:cubicBezTo>
                <a:cubicBezTo>
                  <a:pt x="171454" y="7575"/>
                  <a:pt x="155166" y="0"/>
                  <a:pt x="137164" y="0"/>
                </a:cubicBezTo>
                <a:cubicBezTo>
                  <a:pt x="111231" y="0"/>
                  <a:pt x="88942" y="15717"/>
                  <a:pt x="79370" y="38149"/>
                </a:cubicBezTo>
                <a:cubicBezTo>
                  <a:pt x="62080" y="48364"/>
                  <a:pt x="49725" y="65939"/>
                  <a:pt x="46510" y="86583"/>
                </a:cubicBezTo>
                <a:cubicBezTo>
                  <a:pt x="28793" y="98942"/>
                  <a:pt x="17150" y="119585"/>
                  <a:pt x="17150" y="142877"/>
                </a:cubicBezTo>
                <a:cubicBezTo>
                  <a:pt x="17150" y="148594"/>
                  <a:pt x="17864" y="154164"/>
                  <a:pt x="19151" y="159523"/>
                </a:cubicBezTo>
                <a:cubicBezTo>
                  <a:pt x="7220" y="173454"/>
                  <a:pt x="7" y="191600"/>
                  <a:pt x="7" y="211457"/>
                </a:cubicBezTo>
                <a:cubicBezTo>
                  <a:pt x="7" y="233245"/>
                  <a:pt x="8723" y="253033"/>
                  <a:pt x="22867" y="267462"/>
                </a:cubicBezTo>
                <a:cubicBezTo>
                  <a:pt x="22867" y="267820"/>
                  <a:pt x="22867" y="268248"/>
                  <a:pt x="22867" y="268607"/>
                </a:cubicBezTo>
                <a:cubicBezTo>
                  <a:pt x="22867" y="302396"/>
                  <a:pt x="47227" y="330402"/>
                  <a:pt x="79374" y="336115"/>
                </a:cubicBezTo>
                <a:cubicBezTo>
                  <a:pt x="91089" y="353975"/>
                  <a:pt x="111304" y="365760"/>
                  <a:pt x="134311" y="365760"/>
                </a:cubicBezTo>
                <a:lnTo>
                  <a:pt x="134303" y="365760"/>
                </a:lnTo>
                <a:moveTo>
                  <a:pt x="231457" y="331470"/>
                </a:moveTo>
                <a:cubicBezTo>
                  <a:pt x="214098" y="331470"/>
                  <a:pt x="200023" y="317396"/>
                  <a:pt x="200023" y="300037"/>
                </a:cubicBezTo>
                <a:lnTo>
                  <a:pt x="200023" y="251460"/>
                </a:lnTo>
                <a:lnTo>
                  <a:pt x="236672" y="251460"/>
                </a:lnTo>
                <a:cubicBezTo>
                  <a:pt x="241102" y="261533"/>
                  <a:pt x="251175" y="268607"/>
                  <a:pt x="262890" y="268607"/>
                </a:cubicBezTo>
                <a:cubicBezTo>
                  <a:pt x="278676" y="268607"/>
                  <a:pt x="291467" y="255820"/>
                  <a:pt x="291467" y="240034"/>
                </a:cubicBezTo>
                <a:cubicBezTo>
                  <a:pt x="291467" y="224247"/>
                  <a:pt x="278680" y="211460"/>
                  <a:pt x="262894" y="211460"/>
                </a:cubicBezTo>
                <a:cubicBezTo>
                  <a:pt x="251178" y="211460"/>
                  <a:pt x="241105" y="218534"/>
                  <a:pt x="236676" y="228607"/>
                </a:cubicBezTo>
                <a:lnTo>
                  <a:pt x="200027" y="228607"/>
                </a:lnTo>
                <a:lnTo>
                  <a:pt x="200027" y="114307"/>
                </a:lnTo>
                <a:lnTo>
                  <a:pt x="228604" y="114307"/>
                </a:lnTo>
                <a:cubicBezTo>
                  <a:pt x="234891" y="114307"/>
                  <a:pt x="240034" y="119450"/>
                  <a:pt x="240034" y="125737"/>
                </a:cubicBezTo>
                <a:lnTo>
                  <a:pt x="240034" y="133810"/>
                </a:lnTo>
                <a:cubicBezTo>
                  <a:pt x="229960" y="138239"/>
                  <a:pt x="222890" y="148312"/>
                  <a:pt x="222890" y="160027"/>
                </a:cubicBezTo>
                <a:cubicBezTo>
                  <a:pt x="222890" y="175813"/>
                  <a:pt x="235677" y="188604"/>
                  <a:pt x="251467" y="188604"/>
                </a:cubicBezTo>
                <a:cubicBezTo>
                  <a:pt x="267253" y="188604"/>
                  <a:pt x="280044" y="175817"/>
                  <a:pt x="280044" y="160031"/>
                </a:cubicBezTo>
                <a:cubicBezTo>
                  <a:pt x="280044" y="148316"/>
                  <a:pt x="272970" y="138243"/>
                  <a:pt x="262901" y="133813"/>
                </a:cubicBezTo>
                <a:lnTo>
                  <a:pt x="262901" y="125741"/>
                </a:lnTo>
                <a:cubicBezTo>
                  <a:pt x="262901" y="106809"/>
                  <a:pt x="247542" y="91451"/>
                  <a:pt x="228611" y="91451"/>
                </a:cubicBezTo>
                <a:lnTo>
                  <a:pt x="200038" y="91451"/>
                </a:lnTo>
                <a:lnTo>
                  <a:pt x="200038" y="62878"/>
                </a:lnTo>
                <a:cubicBezTo>
                  <a:pt x="200038" y="47092"/>
                  <a:pt x="212825" y="34304"/>
                  <a:pt x="228614" y="34304"/>
                </a:cubicBezTo>
                <a:cubicBezTo>
                  <a:pt x="241617" y="34304"/>
                  <a:pt x="252689" y="43021"/>
                  <a:pt x="256120" y="54952"/>
                </a:cubicBezTo>
                <a:cubicBezTo>
                  <a:pt x="257476" y="59809"/>
                  <a:pt x="260977" y="63810"/>
                  <a:pt x="265549" y="65881"/>
                </a:cubicBezTo>
                <a:cubicBezTo>
                  <a:pt x="277407" y="71239"/>
                  <a:pt x="285695" y="83097"/>
                  <a:pt x="285764" y="96955"/>
                </a:cubicBezTo>
                <a:cubicBezTo>
                  <a:pt x="285838" y="103455"/>
                  <a:pt x="289480" y="109315"/>
                  <a:pt x="295267" y="112171"/>
                </a:cubicBezTo>
                <a:cubicBezTo>
                  <a:pt x="306624" y="117815"/>
                  <a:pt x="314341" y="129461"/>
                  <a:pt x="314341" y="142888"/>
                </a:cubicBezTo>
                <a:cubicBezTo>
                  <a:pt x="314341" y="147961"/>
                  <a:pt x="313270" y="152675"/>
                  <a:pt x="311342" y="156962"/>
                </a:cubicBezTo>
                <a:cubicBezTo>
                  <a:pt x="308200" y="163893"/>
                  <a:pt x="309985" y="171965"/>
                  <a:pt x="315698" y="176965"/>
                </a:cubicBezTo>
                <a:cubicBezTo>
                  <a:pt x="325343" y="185396"/>
                  <a:pt x="331484" y="197682"/>
                  <a:pt x="331484" y="211471"/>
                </a:cubicBezTo>
                <a:cubicBezTo>
                  <a:pt x="331484" y="225901"/>
                  <a:pt x="324842" y="238687"/>
                  <a:pt x="314411" y="247118"/>
                </a:cubicBezTo>
                <a:cubicBezTo>
                  <a:pt x="309623" y="250977"/>
                  <a:pt x="307267" y="257118"/>
                  <a:pt x="308196" y="263193"/>
                </a:cubicBezTo>
                <a:cubicBezTo>
                  <a:pt x="308482" y="264978"/>
                  <a:pt x="308624" y="266767"/>
                  <a:pt x="308624" y="268621"/>
                </a:cubicBezTo>
                <a:cubicBezTo>
                  <a:pt x="308624" y="287268"/>
                  <a:pt x="293763" y="302410"/>
                  <a:pt x="275263" y="302911"/>
                </a:cubicBezTo>
                <a:cubicBezTo>
                  <a:pt x="268691" y="303127"/>
                  <a:pt x="262835" y="306982"/>
                  <a:pt x="260117" y="312984"/>
                </a:cubicBezTo>
                <a:cubicBezTo>
                  <a:pt x="255187" y="323913"/>
                  <a:pt x="244188" y="331488"/>
                  <a:pt x="231471" y="331488"/>
                </a:cubicBezTo>
                <a:lnTo>
                  <a:pt x="231457" y="331470"/>
                </a:lnTo>
                <a:moveTo>
                  <a:pt x="125730" y="91440"/>
                </a:moveTo>
                <a:cubicBezTo>
                  <a:pt x="132043" y="91440"/>
                  <a:pt x="137160" y="96557"/>
                  <a:pt x="137160" y="102870"/>
                </a:cubicBezTo>
                <a:cubicBezTo>
                  <a:pt x="137160" y="109183"/>
                  <a:pt x="132043" y="114300"/>
                  <a:pt x="125730" y="114300"/>
                </a:cubicBezTo>
                <a:cubicBezTo>
                  <a:pt x="119417" y="114300"/>
                  <a:pt x="114300" y="109183"/>
                  <a:pt x="114300" y="102870"/>
                </a:cubicBezTo>
                <a:cubicBezTo>
                  <a:pt x="114300" y="96557"/>
                  <a:pt x="119417" y="91440"/>
                  <a:pt x="125730" y="91440"/>
                </a:cubicBezTo>
                <a:moveTo>
                  <a:pt x="114300" y="240030"/>
                </a:moveTo>
                <a:cubicBezTo>
                  <a:pt x="120613" y="240030"/>
                  <a:pt x="125730" y="245147"/>
                  <a:pt x="125730" y="251460"/>
                </a:cubicBezTo>
                <a:cubicBezTo>
                  <a:pt x="125730" y="257773"/>
                  <a:pt x="120613" y="262890"/>
                  <a:pt x="114300" y="262890"/>
                </a:cubicBezTo>
                <a:cubicBezTo>
                  <a:pt x="107987" y="262890"/>
                  <a:pt x="102870" y="257773"/>
                  <a:pt x="102870" y="251460"/>
                </a:cubicBezTo>
                <a:cubicBezTo>
                  <a:pt x="102870" y="245147"/>
                  <a:pt x="107987" y="240030"/>
                  <a:pt x="114300" y="240030"/>
                </a:cubicBezTo>
                <a:moveTo>
                  <a:pt x="240030" y="160020"/>
                </a:moveTo>
                <a:cubicBezTo>
                  <a:pt x="240030" y="153707"/>
                  <a:pt x="245147" y="148590"/>
                  <a:pt x="251460" y="148590"/>
                </a:cubicBezTo>
                <a:cubicBezTo>
                  <a:pt x="257773" y="148590"/>
                  <a:pt x="262890" y="153707"/>
                  <a:pt x="262890" y="160020"/>
                </a:cubicBezTo>
                <a:cubicBezTo>
                  <a:pt x="262890" y="166333"/>
                  <a:pt x="257773" y="171450"/>
                  <a:pt x="251460" y="171450"/>
                </a:cubicBezTo>
                <a:cubicBezTo>
                  <a:pt x="245147" y="171450"/>
                  <a:pt x="240030" y="166333"/>
                  <a:pt x="240030" y="160020"/>
                </a:cubicBezTo>
                <a:moveTo>
                  <a:pt x="262890" y="228600"/>
                </a:moveTo>
                <a:cubicBezTo>
                  <a:pt x="269203" y="228600"/>
                  <a:pt x="274320" y="233717"/>
                  <a:pt x="274320" y="240030"/>
                </a:cubicBezTo>
                <a:cubicBezTo>
                  <a:pt x="274320" y="246343"/>
                  <a:pt x="269203" y="251460"/>
                  <a:pt x="262890" y="251460"/>
                </a:cubicBezTo>
                <a:cubicBezTo>
                  <a:pt x="256577" y="251460"/>
                  <a:pt x="251460" y="246343"/>
                  <a:pt x="251460" y="240030"/>
                </a:cubicBezTo>
                <a:cubicBezTo>
                  <a:pt x="251460" y="233717"/>
                  <a:pt x="256577" y="228600"/>
                  <a:pt x="262890" y="22860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45514" y="1502320"/>
            <a:ext cx="350251" cy="365760"/>
          </a:xfrm>
          <a:custGeom>
            <a:avLst/>
            <a:gdLst/>
            <a:ahLst/>
            <a:cxnLst/>
            <a:rect l="l" t="t" r="r" b="b"/>
            <a:pathLst>
              <a:path w="350251" h="365760">
                <a:moveTo>
                  <a:pt x="175129" y="0"/>
                </a:moveTo>
                <a:cubicBezTo>
                  <a:pt x="187272" y="0"/>
                  <a:pt x="199132" y="1214"/>
                  <a:pt x="210704" y="3431"/>
                </a:cubicBezTo>
                <a:cubicBezTo>
                  <a:pt x="216346" y="4502"/>
                  <a:pt x="226276" y="7787"/>
                  <a:pt x="231705" y="17791"/>
                </a:cubicBezTo>
                <a:cubicBezTo>
                  <a:pt x="233134" y="20435"/>
                  <a:pt x="234276" y="23218"/>
                  <a:pt x="234990" y="26221"/>
                </a:cubicBezTo>
                <a:lnTo>
                  <a:pt x="241634" y="53726"/>
                </a:lnTo>
                <a:cubicBezTo>
                  <a:pt x="242636" y="57870"/>
                  <a:pt x="249634" y="61941"/>
                  <a:pt x="253708" y="60727"/>
                </a:cubicBezTo>
                <a:lnTo>
                  <a:pt x="280855" y="52724"/>
                </a:lnTo>
                <a:cubicBezTo>
                  <a:pt x="283714" y="51868"/>
                  <a:pt x="286642" y="51437"/>
                  <a:pt x="289570" y="51367"/>
                </a:cubicBezTo>
                <a:cubicBezTo>
                  <a:pt x="301072" y="51009"/>
                  <a:pt x="308858" y="58083"/>
                  <a:pt x="312644" y="62369"/>
                </a:cubicBezTo>
                <a:cubicBezTo>
                  <a:pt x="328434" y="80299"/>
                  <a:pt x="340577" y="101374"/>
                  <a:pt x="348293" y="124018"/>
                </a:cubicBezTo>
                <a:cubicBezTo>
                  <a:pt x="350149" y="129446"/>
                  <a:pt x="352293" y="139592"/>
                  <a:pt x="346363" y="149307"/>
                </a:cubicBezTo>
                <a:cubicBezTo>
                  <a:pt x="344790" y="151878"/>
                  <a:pt x="342864" y="154307"/>
                  <a:pt x="340647" y="156450"/>
                </a:cubicBezTo>
                <a:lnTo>
                  <a:pt x="320143" y="175953"/>
                </a:lnTo>
                <a:cubicBezTo>
                  <a:pt x="317142" y="178809"/>
                  <a:pt x="317142" y="187024"/>
                  <a:pt x="320143" y="189884"/>
                </a:cubicBezTo>
                <a:lnTo>
                  <a:pt x="340647" y="209387"/>
                </a:lnTo>
                <a:cubicBezTo>
                  <a:pt x="342860" y="211530"/>
                  <a:pt x="344790" y="213959"/>
                  <a:pt x="346363" y="216530"/>
                </a:cubicBezTo>
                <a:cubicBezTo>
                  <a:pt x="352219" y="226245"/>
                  <a:pt x="350079" y="236391"/>
                  <a:pt x="348293" y="241819"/>
                </a:cubicBezTo>
                <a:cubicBezTo>
                  <a:pt x="340577" y="264463"/>
                  <a:pt x="328434" y="285469"/>
                  <a:pt x="312644" y="303468"/>
                </a:cubicBezTo>
                <a:cubicBezTo>
                  <a:pt x="308858" y="307754"/>
                  <a:pt x="300998" y="314824"/>
                  <a:pt x="289570" y="314470"/>
                </a:cubicBezTo>
                <a:cubicBezTo>
                  <a:pt x="286642" y="314396"/>
                  <a:pt x="283714" y="313899"/>
                  <a:pt x="280855" y="313113"/>
                </a:cubicBezTo>
                <a:lnTo>
                  <a:pt x="253708" y="305040"/>
                </a:lnTo>
                <a:cubicBezTo>
                  <a:pt x="249634" y="303826"/>
                  <a:pt x="242636" y="307897"/>
                  <a:pt x="241634" y="312041"/>
                </a:cubicBezTo>
                <a:lnTo>
                  <a:pt x="234990" y="339546"/>
                </a:lnTo>
                <a:cubicBezTo>
                  <a:pt x="234276" y="342545"/>
                  <a:pt x="233134" y="345406"/>
                  <a:pt x="231705" y="347977"/>
                </a:cubicBezTo>
                <a:cubicBezTo>
                  <a:pt x="226202" y="357977"/>
                  <a:pt x="216273" y="361192"/>
                  <a:pt x="210704" y="362337"/>
                </a:cubicBezTo>
                <a:cubicBezTo>
                  <a:pt x="199131" y="364549"/>
                  <a:pt x="187272" y="365764"/>
                  <a:pt x="175129" y="365764"/>
                </a:cubicBezTo>
                <a:cubicBezTo>
                  <a:pt x="162986" y="365764"/>
                  <a:pt x="151126" y="364549"/>
                  <a:pt x="139554" y="362333"/>
                </a:cubicBezTo>
                <a:cubicBezTo>
                  <a:pt x="133911" y="361261"/>
                  <a:pt x="123982" y="357977"/>
                  <a:pt x="118553" y="347973"/>
                </a:cubicBezTo>
                <a:cubicBezTo>
                  <a:pt x="117124" y="345329"/>
                  <a:pt x="115982" y="342545"/>
                  <a:pt x="115268" y="339543"/>
                </a:cubicBezTo>
                <a:lnTo>
                  <a:pt x="108623" y="312037"/>
                </a:lnTo>
                <a:cubicBezTo>
                  <a:pt x="107622" y="307893"/>
                  <a:pt x="100624" y="303822"/>
                  <a:pt x="96550" y="305037"/>
                </a:cubicBezTo>
                <a:lnTo>
                  <a:pt x="69402" y="313036"/>
                </a:lnTo>
                <a:cubicBezTo>
                  <a:pt x="66544" y="313892"/>
                  <a:pt x="63616" y="314323"/>
                  <a:pt x="60688" y="314393"/>
                </a:cubicBezTo>
                <a:cubicBezTo>
                  <a:pt x="49186" y="314751"/>
                  <a:pt x="41400" y="307678"/>
                  <a:pt x="37613" y="303391"/>
                </a:cubicBezTo>
                <a:cubicBezTo>
                  <a:pt x="21898" y="285461"/>
                  <a:pt x="9681" y="264386"/>
                  <a:pt x="1965" y="241742"/>
                </a:cubicBezTo>
                <a:cubicBezTo>
                  <a:pt x="109" y="236314"/>
                  <a:pt x="-2035" y="226168"/>
                  <a:pt x="3895" y="216453"/>
                </a:cubicBezTo>
                <a:cubicBezTo>
                  <a:pt x="5467" y="213882"/>
                  <a:pt x="7394" y="211453"/>
                  <a:pt x="9611" y="209310"/>
                </a:cubicBezTo>
                <a:lnTo>
                  <a:pt x="30115" y="189808"/>
                </a:lnTo>
                <a:cubicBezTo>
                  <a:pt x="33116" y="186951"/>
                  <a:pt x="33116" y="178736"/>
                  <a:pt x="30115" y="175876"/>
                </a:cubicBezTo>
                <a:lnTo>
                  <a:pt x="9541" y="156373"/>
                </a:lnTo>
                <a:cubicBezTo>
                  <a:pt x="7327" y="154230"/>
                  <a:pt x="5397" y="151801"/>
                  <a:pt x="3825" y="149230"/>
                </a:cubicBezTo>
                <a:cubicBezTo>
                  <a:pt x="-2031" y="139516"/>
                  <a:pt x="109" y="129369"/>
                  <a:pt x="1968" y="124011"/>
                </a:cubicBezTo>
                <a:cubicBezTo>
                  <a:pt x="9684" y="101367"/>
                  <a:pt x="21828" y="80361"/>
                  <a:pt x="37617" y="62362"/>
                </a:cubicBezTo>
                <a:cubicBezTo>
                  <a:pt x="41403" y="58075"/>
                  <a:pt x="49263" y="51005"/>
                  <a:pt x="60691" y="51360"/>
                </a:cubicBezTo>
                <a:cubicBezTo>
                  <a:pt x="63620" y="51433"/>
                  <a:pt x="66548" y="51931"/>
                  <a:pt x="69406" y="52717"/>
                </a:cubicBezTo>
                <a:lnTo>
                  <a:pt x="96554" y="60720"/>
                </a:lnTo>
                <a:cubicBezTo>
                  <a:pt x="100627" y="61934"/>
                  <a:pt x="107625" y="57863"/>
                  <a:pt x="108627" y="53719"/>
                </a:cubicBezTo>
                <a:lnTo>
                  <a:pt x="115271" y="26214"/>
                </a:lnTo>
                <a:cubicBezTo>
                  <a:pt x="115986" y="23215"/>
                  <a:pt x="117127" y="20355"/>
                  <a:pt x="118556" y="17783"/>
                </a:cubicBezTo>
                <a:cubicBezTo>
                  <a:pt x="124059" y="7783"/>
                  <a:pt x="133988" y="4568"/>
                  <a:pt x="139557" y="3424"/>
                </a:cubicBezTo>
                <a:cubicBezTo>
                  <a:pt x="151130" y="1211"/>
                  <a:pt x="162989" y="-7"/>
                  <a:pt x="175132" y="-7"/>
                </a:cubicBezTo>
                <a:lnTo>
                  <a:pt x="175129" y="0"/>
                </a:lnTo>
                <a:moveTo>
                  <a:pt x="148055" y="36719"/>
                </a:moveTo>
                <a:lnTo>
                  <a:pt x="141981" y="61792"/>
                </a:lnTo>
                <a:cubicBezTo>
                  <a:pt x="136409" y="84867"/>
                  <a:pt x="109622" y="100295"/>
                  <a:pt x="86831" y="93653"/>
                </a:cubicBezTo>
                <a:lnTo>
                  <a:pt x="62183" y="86367"/>
                </a:lnTo>
                <a:cubicBezTo>
                  <a:pt x="50398" y="100156"/>
                  <a:pt x="41109" y="116158"/>
                  <a:pt x="35036" y="133301"/>
                </a:cubicBezTo>
                <a:lnTo>
                  <a:pt x="53753" y="151088"/>
                </a:lnTo>
                <a:cubicBezTo>
                  <a:pt x="70898" y="167375"/>
                  <a:pt x="70898" y="198381"/>
                  <a:pt x="53753" y="214668"/>
                </a:cubicBezTo>
                <a:lnTo>
                  <a:pt x="35036" y="232455"/>
                </a:lnTo>
                <a:cubicBezTo>
                  <a:pt x="41109" y="249602"/>
                  <a:pt x="50394" y="265600"/>
                  <a:pt x="62183" y="279389"/>
                </a:cubicBezTo>
                <a:lnTo>
                  <a:pt x="86901" y="272103"/>
                </a:lnTo>
                <a:cubicBezTo>
                  <a:pt x="109618" y="265388"/>
                  <a:pt x="136479" y="280889"/>
                  <a:pt x="142051" y="303965"/>
                </a:cubicBezTo>
                <a:lnTo>
                  <a:pt x="148125" y="329038"/>
                </a:lnTo>
                <a:cubicBezTo>
                  <a:pt x="165697" y="332253"/>
                  <a:pt x="184771" y="332253"/>
                  <a:pt x="202347" y="329038"/>
                </a:cubicBezTo>
                <a:lnTo>
                  <a:pt x="208420" y="303965"/>
                </a:lnTo>
                <a:cubicBezTo>
                  <a:pt x="213993" y="280889"/>
                  <a:pt x="240780" y="265461"/>
                  <a:pt x="263571" y="272103"/>
                </a:cubicBezTo>
                <a:lnTo>
                  <a:pt x="288288" y="279389"/>
                </a:lnTo>
                <a:cubicBezTo>
                  <a:pt x="300074" y="265600"/>
                  <a:pt x="309362" y="249598"/>
                  <a:pt x="315436" y="232455"/>
                </a:cubicBezTo>
                <a:lnTo>
                  <a:pt x="296718" y="214668"/>
                </a:lnTo>
                <a:cubicBezTo>
                  <a:pt x="279574" y="198381"/>
                  <a:pt x="279574" y="167375"/>
                  <a:pt x="296718" y="151088"/>
                </a:cubicBezTo>
                <a:lnTo>
                  <a:pt x="315436" y="133301"/>
                </a:lnTo>
                <a:cubicBezTo>
                  <a:pt x="309362" y="116158"/>
                  <a:pt x="300077" y="100152"/>
                  <a:pt x="288288" y="86367"/>
                </a:cubicBezTo>
                <a:lnTo>
                  <a:pt x="263571" y="93653"/>
                </a:lnTo>
                <a:cubicBezTo>
                  <a:pt x="240853" y="100368"/>
                  <a:pt x="213993" y="84867"/>
                  <a:pt x="208420" y="61792"/>
                </a:cubicBezTo>
                <a:lnTo>
                  <a:pt x="202347" y="36719"/>
                </a:lnTo>
                <a:cubicBezTo>
                  <a:pt x="184775" y="33504"/>
                  <a:pt x="165700" y="33504"/>
                  <a:pt x="148125" y="36719"/>
                </a:cubicBezTo>
                <a:lnTo>
                  <a:pt x="148055" y="36719"/>
                </a:lnTo>
                <a:moveTo>
                  <a:pt x="140839" y="182880"/>
                </a:moveTo>
                <a:cubicBezTo>
                  <a:pt x="140839" y="201819"/>
                  <a:pt x="156191" y="217170"/>
                  <a:pt x="175129" y="217170"/>
                </a:cubicBezTo>
                <a:cubicBezTo>
                  <a:pt x="194067" y="217170"/>
                  <a:pt x="209418" y="201819"/>
                  <a:pt x="209418" y="182880"/>
                </a:cubicBezTo>
                <a:cubicBezTo>
                  <a:pt x="209418" y="163941"/>
                  <a:pt x="194067" y="148590"/>
                  <a:pt x="175129" y="148590"/>
                </a:cubicBezTo>
                <a:cubicBezTo>
                  <a:pt x="156191" y="148590"/>
                  <a:pt x="140839" y="163941"/>
                  <a:pt x="140839" y="182880"/>
                </a:cubicBezTo>
                <a:lnTo>
                  <a:pt x="140839" y="182880"/>
                </a:lnTo>
                <a:moveTo>
                  <a:pt x="175129" y="251460"/>
                </a:moveTo>
                <a:cubicBezTo>
                  <a:pt x="137253" y="251460"/>
                  <a:pt x="106550" y="220754"/>
                  <a:pt x="106550" y="182880"/>
                </a:cubicBezTo>
                <a:cubicBezTo>
                  <a:pt x="106550" y="145006"/>
                  <a:pt x="137253" y="114300"/>
                  <a:pt x="175129" y="114300"/>
                </a:cubicBezTo>
                <a:cubicBezTo>
                  <a:pt x="213005" y="114300"/>
                  <a:pt x="243708" y="145006"/>
                  <a:pt x="243708" y="182880"/>
                </a:cubicBezTo>
                <a:cubicBezTo>
                  <a:pt x="243708" y="220754"/>
                  <a:pt x="213005" y="251460"/>
                  <a:pt x="175129" y="25146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60119" y="4011982"/>
            <a:ext cx="274320" cy="365760"/>
          </a:xfrm>
          <a:custGeom>
            <a:avLst/>
            <a:gdLst/>
            <a:ahLst/>
            <a:cxnLst/>
            <a:rect l="l" t="t" r="r" b="b"/>
            <a:pathLst>
              <a:path w="274320" h="365760">
                <a:moveTo>
                  <a:pt x="91439" y="17147"/>
                </a:moveTo>
                <a:cubicBezTo>
                  <a:pt x="91439" y="7644"/>
                  <a:pt x="83796" y="4"/>
                  <a:pt x="74294" y="4"/>
                </a:cubicBezTo>
                <a:cubicBezTo>
                  <a:pt x="64792" y="4"/>
                  <a:pt x="57149" y="7648"/>
                  <a:pt x="57149" y="17150"/>
                </a:cubicBezTo>
                <a:lnTo>
                  <a:pt x="57149" y="80017"/>
                </a:lnTo>
                <a:lnTo>
                  <a:pt x="91439" y="80017"/>
                </a:lnTo>
                <a:lnTo>
                  <a:pt x="91439" y="17147"/>
                </a:lnTo>
                <a:moveTo>
                  <a:pt x="217171" y="17147"/>
                </a:moveTo>
                <a:cubicBezTo>
                  <a:pt x="217171" y="7644"/>
                  <a:pt x="209528" y="4"/>
                  <a:pt x="200026" y="4"/>
                </a:cubicBezTo>
                <a:cubicBezTo>
                  <a:pt x="190524" y="4"/>
                  <a:pt x="182881" y="7648"/>
                  <a:pt x="182881" y="17150"/>
                </a:cubicBezTo>
                <a:lnTo>
                  <a:pt x="182881" y="80017"/>
                </a:lnTo>
                <a:lnTo>
                  <a:pt x="217171" y="80017"/>
                </a:lnTo>
                <a:lnTo>
                  <a:pt x="217171" y="17147"/>
                </a:lnTo>
                <a:moveTo>
                  <a:pt x="17145" y="102870"/>
                </a:moveTo>
                <a:cubicBezTo>
                  <a:pt x="7643" y="102870"/>
                  <a:pt x="0" y="110514"/>
                  <a:pt x="0" y="120017"/>
                </a:cubicBezTo>
                <a:cubicBezTo>
                  <a:pt x="0" y="129519"/>
                  <a:pt x="7643" y="137164"/>
                  <a:pt x="17145" y="137164"/>
                </a:cubicBezTo>
                <a:lnTo>
                  <a:pt x="22859" y="137164"/>
                </a:lnTo>
                <a:lnTo>
                  <a:pt x="22859" y="182884"/>
                </a:lnTo>
                <a:cubicBezTo>
                  <a:pt x="22859" y="240176"/>
                  <a:pt x="65008" y="287612"/>
                  <a:pt x="120015" y="295896"/>
                </a:cubicBezTo>
                <a:lnTo>
                  <a:pt x="120015" y="348617"/>
                </a:lnTo>
                <a:cubicBezTo>
                  <a:pt x="120015" y="358119"/>
                  <a:pt x="127658" y="365764"/>
                  <a:pt x="137160" y="365764"/>
                </a:cubicBezTo>
                <a:cubicBezTo>
                  <a:pt x="146662" y="365764"/>
                  <a:pt x="154305" y="358119"/>
                  <a:pt x="154305" y="348620"/>
                </a:cubicBezTo>
                <a:lnTo>
                  <a:pt x="154305" y="295900"/>
                </a:lnTo>
                <a:cubicBezTo>
                  <a:pt x="209312" y="287612"/>
                  <a:pt x="251461" y="240180"/>
                  <a:pt x="251461" y="182887"/>
                </a:cubicBezTo>
                <a:lnTo>
                  <a:pt x="251461" y="137167"/>
                </a:lnTo>
                <a:lnTo>
                  <a:pt x="257175" y="137167"/>
                </a:lnTo>
                <a:cubicBezTo>
                  <a:pt x="266677" y="137167"/>
                  <a:pt x="274320" y="129523"/>
                  <a:pt x="274320" y="120024"/>
                </a:cubicBezTo>
                <a:cubicBezTo>
                  <a:pt x="274320" y="110522"/>
                  <a:pt x="266677" y="102881"/>
                  <a:pt x="257175" y="102881"/>
                </a:cubicBezTo>
                <a:lnTo>
                  <a:pt x="251461" y="102881"/>
                </a:lnTo>
                <a:lnTo>
                  <a:pt x="217171" y="102881"/>
                </a:lnTo>
                <a:lnTo>
                  <a:pt x="57152" y="102881"/>
                </a:lnTo>
                <a:lnTo>
                  <a:pt x="22862" y="102881"/>
                </a:lnTo>
                <a:lnTo>
                  <a:pt x="17145" y="102870"/>
                </a:lnTo>
                <a:moveTo>
                  <a:pt x="137160" y="262890"/>
                </a:moveTo>
                <a:cubicBezTo>
                  <a:pt x="92940" y="262890"/>
                  <a:pt x="57149" y="227100"/>
                  <a:pt x="57149" y="182880"/>
                </a:cubicBezTo>
                <a:lnTo>
                  <a:pt x="57149" y="137160"/>
                </a:lnTo>
                <a:lnTo>
                  <a:pt x="217168" y="137160"/>
                </a:lnTo>
                <a:lnTo>
                  <a:pt x="217168" y="182880"/>
                </a:lnTo>
                <a:cubicBezTo>
                  <a:pt x="217168" y="227100"/>
                  <a:pt x="181378" y="262890"/>
                  <a:pt x="137157" y="262890"/>
                </a:cubicBezTo>
                <a:lnTo>
                  <a:pt x="137160" y="26289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37759" y="4032302"/>
            <a:ext cx="365760" cy="325120"/>
          </a:xfrm>
          <a:custGeom>
            <a:avLst/>
            <a:gdLst/>
            <a:ahLst/>
            <a:cxnLst/>
            <a:rect l="l" t="t" r="r" b="b"/>
            <a:pathLst>
              <a:path w="365760" h="325120">
                <a:moveTo>
                  <a:pt x="182880" y="40640"/>
                </a:moveTo>
                <a:cubicBezTo>
                  <a:pt x="194101" y="40640"/>
                  <a:pt x="203202" y="31543"/>
                  <a:pt x="203202" y="20320"/>
                </a:cubicBezTo>
                <a:cubicBezTo>
                  <a:pt x="203202" y="9097"/>
                  <a:pt x="194105" y="0"/>
                  <a:pt x="182880" y="0"/>
                </a:cubicBezTo>
                <a:cubicBezTo>
                  <a:pt x="171659" y="0"/>
                  <a:pt x="162558" y="9097"/>
                  <a:pt x="162558" y="20320"/>
                </a:cubicBezTo>
                <a:cubicBezTo>
                  <a:pt x="162558" y="31543"/>
                  <a:pt x="171655" y="40640"/>
                  <a:pt x="182880" y="40640"/>
                </a:cubicBezTo>
                <a:moveTo>
                  <a:pt x="132588" y="132587"/>
                </a:moveTo>
                <a:cubicBezTo>
                  <a:pt x="156655" y="108522"/>
                  <a:pt x="193674" y="105284"/>
                  <a:pt x="221234" y="122999"/>
                </a:cubicBezTo>
                <a:lnTo>
                  <a:pt x="172086" y="172086"/>
                </a:lnTo>
                <a:cubicBezTo>
                  <a:pt x="166117" y="178055"/>
                  <a:pt x="166117" y="187708"/>
                  <a:pt x="172086" y="193612"/>
                </a:cubicBezTo>
                <a:cubicBezTo>
                  <a:pt x="178056" y="199516"/>
                  <a:pt x="187708" y="199581"/>
                  <a:pt x="193611" y="193612"/>
                </a:cubicBezTo>
                <a:lnTo>
                  <a:pt x="242759" y="144464"/>
                </a:lnTo>
                <a:cubicBezTo>
                  <a:pt x="260410" y="172024"/>
                  <a:pt x="257235" y="209042"/>
                  <a:pt x="233168" y="233111"/>
                </a:cubicBezTo>
                <a:cubicBezTo>
                  <a:pt x="205418" y="260860"/>
                  <a:pt x="160335" y="260860"/>
                  <a:pt x="132584" y="233111"/>
                </a:cubicBezTo>
                <a:cubicBezTo>
                  <a:pt x="104834" y="205362"/>
                  <a:pt x="104834" y="160278"/>
                  <a:pt x="132584" y="132529"/>
                </a:cubicBezTo>
                <a:lnTo>
                  <a:pt x="132588" y="132587"/>
                </a:lnTo>
                <a:moveTo>
                  <a:pt x="254697" y="111061"/>
                </a:moveTo>
                <a:cubicBezTo>
                  <a:pt x="229269" y="84297"/>
                  <a:pt x="191322" y="73432"/>
                  <a:pt x="155583" y="82681"/>
                </a:cubicBezTo>
                <a:cubicBezTo>
                  <a:pt x="119841" y="91931"/>
                  <a:pt x="91934" y="119843"/>
                  <a:pt x="82680" y="155583"/>
                </a:cubicBezTo>
                <a:cubicBezTo>
                  <a:pt x="73430" y="191323"/>
                  <a:pt x="84293" y="229271"/>
                  <a:pt x="111059" y="254699"/>
                </a:cubicBezTo>
                <a:cubicBezTo>
                  <a:pt x="136487" y="281463"/>
                  <a:pt x="174435" y="292328"/>
                  <a:pt x="210173" y="283079"/>
                </a:cubicBezTo>
                <a:cubicBezTo>
                  <a:pt x="245915" y="273829"/>
                  <a:pt x="273823" y="245918"/>
                  <a:pt x="283076" y="210177"/>
                </a:cubicBezTo>
                <a:cubicBezTo>
                  <a:pt x="292326" y="174437"/>
                  <a:pt x="281463" y="136489"/>
                  <a:pt x="254697" y="111061"/>
                </a:cubicBezTo>
                <a:lnTo>
                  <a:pt x="254697" y="111061"/>
                </a:lnTo>
                <a:moveTo>
                  <a:pt x="365760" y="182880"/>
                </a:moveTo>
                <a:cubicBezTo>
                  <a:pt x="365760" y="171657"/>
                  <a:pt x="356664" y="162560"/>
                  <a:pt x="345438" y="162560"/>
                </a:cubicBezTo>
                <a:cubicBezTo>
                  <a:pt x="334217" y="162560"/>
                  <a:pt x="325117" y="171657"/>
                  <a:pt x="325117" y="182880"/>
                </a:cubicBezTo>
                <a:cubicBezTo>
                  <a:pt x="325117" y="194103"/>
                  <a:pt x="334213" y="203200"/>
                  <a:pt x="345438" y="203200"/>
                </a:cubicBezTo>
                <a:cubicBezTo>
                  <a:pt x="356660" y="203200"/>
                  <a:pt x="365760" y="194103"/>
                  <a:pt x="365760" y="182880"/>
                </a:cubicBezTo>
                <a:moveTo>
                  <a:pt x="20322" y="203200"/>
                </a:moveTo>
                <a:cubicBezTo>
                  <a:pt x="31543" y="203200"/>
                  <a:pt x="40643" y="194103"/>
                  <a:pt x="40643" y="182880"/>
                </a:cubicBezTo>
                <a:cubicBezTo>
                  <a:pt x="40643" y="171657"/>
                  <a:pt x="31547" y="162560"/>
                  <a:pt x="20322" y="162560"/>
                </a:cubicBezTo>
                <a:cubicBezTo>
                  <a:pt x="9100" y="162560"/>
                  <a:pt x="0" y="171657"/>
                  <a:pt x="0" y="182880"/>
                </a:cubicBezTo>
                <a:cubicBezTo>
                  <a:pt x="0" y="194103"/>
                  <a:pt x="9096" y="203200"/>
                  <a:pt x="20322" y="203200"/>
                </a:cubicBezTo>
                <a:moveTo>
                  <a:pt x="81279" y="60960"/>
                </a:moveTo>
                <a:cubicBezTo>
                  <a:pt x="81279" y="49737"/>
                  <a:pt x="72183" y="40640"/>
                  <a:pt x="60958" y="40640"/>
                </a:cubicBezTo>
                <a:cubicBezTo>
                  <a:pt x="49736" y="40640"/>
                  <a:pt x="40636" y="49737"/>
                  <a:pt x="40636" y="60960"/>
                </a:cubicBezTo>
                <a:cubicBezTo>
                  <a:pt x="40636" y="72183"/>
                  <a:pt x="49733" y="81280"/>
                  <a:pt x="60958" y="81280"/>
                </a:cubicBezTo>
                <a:cubicBezTo>
                  <a:pt x="72179" y="81280"/>
                  <a:pt x="81279" y="72183"/>
                  <a:pt x="81279" y="60960"/>
                </a:cubicBezTo>
                <a:lnTo>
                  <a:pt x="81279" y="60960"/>
                </a:lnTo>
                <a:moveTo>
                  <a:pt x="304799" y="81280"/>
                </a:moveTo>
                <a:cubicBezTo>
                  <a:pt x="316020" y="81280"/>
                  <a:pt x="325120" y="72183"/>
                  <a:pt x="325120" y="60960"/>
                </a:cubicBezTo>
                <a:cubicBezTo>
                  <a:pt x="325120" y="49737"/>
                  <a:pt x="316024" y="40640"/>
                  <a:pt x="304799" y="40640"/>
                </a:cubicBezTo>
                <a:cubicBezTo>
                  <a:pt x="293577" y="40640"/>
                  <a:pt x="284477" y="49737"/>
                  <a:pt x="284477" y="60960"/>
                </a:cubicBezTo>
                <a:cubicBezTo>
                  <a:pt x="284477" y="72183"/>
                  <a:pt x="293574" y="81280"/>
                  <a:pt x="304799" y="81280"/>
                </a:cubicBezTo>
                <a:lnTo>
                  <a:pt x="304799" y="81280"/>
                </a:lnTo>
                <a:moveTo>
                  <a:pt x="81279" y="304800"/>
                </a:moveTo>
                <a:cubicBezTo>
                  <a:pt x="81279" y="293577"/>
                  <a:pt x="72183" y="284480"/>
                  <a:pt x="60958" y="284480"/>
                </a:cubicBezTo>
                <a:cubicBezTo>
                  <a:pt x="49736" y="284480"/>
                  <a:pt x="40636" y="293577"/>
                  <a:pt x="40636" y="304800"/>
                </a:cubicBezTo>
                <a:cubicBezTo>
                  <a:pt x="40636" y="316023"/>
                  <a:pt x="49733" y="325120"/>
                  <a:pt x="60958" y="325120"/>
                </a:cubicBezTo>
                <a:cubicBezTo>
                  <a:pt x="72179" y="325120"/>
                  <a:pt x="81279" y="316023"/>
                  <a:pt x="81279" y="304800"/>
                </a:cubicBezTo>
                <a:moveTo>
                  <a:pt x="304799" y="325120"/>
                </a:moveTo>
                <a:cubicBezTo>
                  <a:pt x="316020" y="325120"/>
                  <a:pt x="325120" y="316023"/>
                  <a:pt x="325120" y="304800"/>
                </a:cubicBezTo>
                <a:cubicBezTo>
                  <a:pt x="325120" y="293577"/>
                  <a:pt x="316024" y="284480"/>
                  <a:pt x="304799" y="284480"/>
                </a:cubicBezTo>
                <a:cubicBezTo>
                  <a:pt x="293577" y="284480"/>
                  <a:pt x="284477" y="293577"/>
                  <a:pt x="284477" y="304800"/>
                </a:cubicBezTo>
                <a:cubicBezTo>
                  <a:pt x="284477" y="316023"/>
                  <a:pt x="293574" y="325120"/>
                  <a:pt x="304799" y="325120"/>
                </a:cubicBezTo>
                <a:lnTo>
                  <a:pt x="304799" y="32512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8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39344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4680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00160" y="1506600"/>
            <a:ext cx="2651760" cy="4572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0079" y="1164795"/>
            <a:ext cx="10911841" cy="45719"/>
          </a:xfrm>
          <a:custGeom>
            <a:avLst/>
            <a:gdLst/>
            <a:ahLst/>
            <a:cxnLst/>
            <a:rect l="l" t="t" r="r" b="b"/>
            <a:pathLst>
              <a:path w="10911841" h="45719">
                <a:moveTo>
                  <a:pt x="0" y="0"/>
                </a:moveTo>
                <a:lnTo>
                  <a:pt x="10911841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核心特性：多层级记忆系统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ZenFlux AI智能Agent框架全面解析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6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2876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支持结构化知识存储与推理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2876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知识图谱（Knowledge Graph）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7540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实现跨会话知识积累与复用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7540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长期记忆（Long-term Memory）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2204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保持单次对话全程信息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2204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会话记忆（Session Memory）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3299287"/>
            <a:ext cx="219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提供实时任务上下文快速访问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2504653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短期记忆（Working Memory）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14400" y="1816693"/>
            <a:ext cx="274320" cy="365760"/>
          </a:xfrm>
          <a:custGeom>
            <a:avLst/>
            <a:gdLst/>
            <a:ahLst/>
            <a:cxnLst/>
            <a:rect l="l" t="t" r="r" b="b"/>
            <a:pathLst>
              <a:path w="274320" h="365760">
                <a:moveTo>
                  <a:pt x="200026" y="45720"/>
                </a:moveTo>
                <a:lnTo>
                  <a:pt x="228602" y="45720"/>
                </a:lnTo>
                <a:cubicBezTo>
                  <a:pt x="253820" y="45720"/>
                  <a:pt x="274323" y="66221"/>
                  <a:pt x="274323" y="91440"/>
                </a:cubicBezTo>
                <a:lnTo>
                  <a:pt x="274323" y="320040"/>
                </a:lnTo>
                <a:cubicBezTo>
                  <a:pt x="274323" y="345259"/>
                  <a:pt x="253820" y="365760"/>
                  <a:pt x="228602" y="365760"/>
                </a:cubicBezTo>
                <a:lnTo>
                  <a:pt x="45721" y="365760"/>
                </a:lnTo>
                <a:cubicBezTo>
                  <a:pt x="20503" y="365760"/>
                  <a:pt x="0" y="345259"/>
                  <a:pt x="0" y="320040"/>
                </a:cubicBezTo>
                <a:lnTo>
                  <a:pt x="0" y="91440"/>
                </a:lnTo>
                <a:cubicBezTo>
                  <a:pt x="0" y="66221"/>
                  <a:pt x="20503" y="45720"/>
                  <a:pt x="45721" y="45720"/>
                </a:cubicBezTo>
                <a:lnTo>
                  <a:pt x="74297" y="45720"/>
                </a:lnTo>
                <a:lnTo>
                  <a:pt x="81155" y="45720"/>
                </a:lnTo>
                <a:cubicBezTo>
                  <a:pt x="86441" y="19645"/>
                  <a:pt x="109517" y="0"/>
                  <a:pt x="137163" y="0"/>
                </a:cubicBezTo>
                <a:cubicBezTo>
                  <a:pt x="164809" y="0"/>
                  <a:pt x="187885" y="19645"/>
                  <a:pt x="193171" y="45720"/>
                </a:cubicBezTo>
                <a:lnTo>
                  <a:pt x="200026" y="45720"/>
                </a:lnTo>
                <a:moveTo>
                  <a:pt x="45721" y="80010"/>
                </a:moveTo>
                <a:cubicBezTo>
                  <a:pt x="39434" y="80010"/>
                  <a:pt x="34290" y="85153"/>
                  <a:pt x="34290" y="91440"/>
                </a:cubicBezTo>
                <a:lnTo>
                  <a:pt x="34290" y="320040"/>
                </a:lnTo>
                <a:cubicBezTo>
                  <a:pt x="34290" y="326327"/>
                  <a:pt x="39434" y="331470"/>
                  <a:pt x="45721" y="331470"/>
                </a:cubicBezTo>
                <a:lnTo>
                  <a:pt x="228602" y="331470"/>
                </a:lnTo>
                <a:cubicBezTo>
                  <a:pt x="234889" y="331470"/>
                  <a:pt x="240033" y="326327"/>
                  <a:pt x="240033" y="320040"/>
                </a:cubicBezTo>
                <a:lnTo>
                  <a:pt x="240033" y="91440"/>
                </a:lnTo>
                <a:cubicBezTo>
                  <a:pt x="240033" y="85153"/>
                  <a:pt x="234889" y="80010"/>
                  <a:pt x="228602" y="80010"/>
                </a:cubicBezTo>
                <a:lnTo>
                  <a:pt x="217171" y="80010"/>
                </a:lnTo>
                <a:lnTo>
                  <a:pt x="217171" y="97157"/>
                </a:lnTo>
                <a:cubicBezTo>
                  <a:pt x="217171" y="106659"/>
                  <a:pt x="209528" y="114304"/>
                  <a:pt x="200026" y="114304"/>
                </a:cubicBezTo>
                <a:lnTo>
                  <a:pt x="137160" y="114304"/>
                </a:lnTo>
                <a:lnTo>
                  <a:pt x="74294" y="114304"/>
                </a:lnTo>
                <a:cubicBezTo>
                  <a:pt x="64792" y="114304"/>
                  <a:pt x="57149" y="106659"/>
                  <a:pt x="57149" y="97160"/>
                </a:cubicBezTo>
                <a:lnTo>
                  <a:pt x="57149" y="80017"/>
                </a:lnTo>
                <a:lnTo>
                  <a:pt x="45721" y="80010"/>
                </a:lnTo>
                <a:moveTo>
                  <a:pt x="137160" y="74297"/>
                </a:moveTo>
                <a:cubicBezTo>
                  <a:pt x="146630" y="74297"/>
                  <a:pt x="154305" y="66619"/>
                  <a:pt x="154305" y="57154"/>
                </a:cubicBezTo>
                <a:cubicBezTo>
                  <a:pt x="154305" y="47684"/>
                  <a:pt x="146630" y="40010"/>
                  <a:pt x="137160" y="40010"/>
                </a:cubicBezTo>
                <a:cubicBezTo>
                  <a:pt x="127690" y="40010"/>
                  <a:pt x="120015" y="47688"/>
                  <a:pt x="120015" y="57157"/>
                </a:cubicBezTo>
                <a:cubicBezTo>
                  <a:pt x="120015" y="66627"/>
                  <a:pt x="127690" y="74304"/>
                  <a:pt x="137160" y="74304"/>
                </a:cubicBezTo>
                <a:lnTo>
                  <a:pt x="137160" y="7429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33470" y="1816693"/>
            <a:ext cx="342900" cy="365760"/>
          </a:xfrm>
          <a:custGeom>
            <a:avLst/>
            <a:gdLst/>
            <a:ahLst/>
            <a:cxnLst/>
            <a:rect l="l" t="t" r="r" b="b"/>
            <a:pathLst>
              <a:path w="342900" h="365760">
                <a:moveTo>
                  <a:pt x="171450" y="34290"/>
                </a:moveTo>
                <a:lnTo>
                  <a:pt x="297181" y="34290"/>
                </a:lnTo>
                <a:cubicBezTo>
                  <a:pt x="303467" y="34290"/>
                  <a:pt x="308610" y="39433"/>
                  <a:pt x="308610" y="45720"/>
                </a:cubicBezTo>
                <a:lnTo>
                  <a:pt x="308610" y="320040"/>
                </a:lnTo>
                <a:cubicBezTo>
                  <a:pt x="308610" y="326327"/>
                  <a:pt x="303467" y="331470"/>
                  <a:pt x="297181" y="331470"/>
                </a:cubicBezTo>
                <a:lnTo>
                  <a:pt x="171450" y="331470"/>
                </a:lnTo>
                <a:lnTo>
                  <a:pt x="171450" y="34290"/>
                </a:lnTo>
                <a:moveTo>
                  <a:pt x="137160" y="34290"/>
                </a:moveTo>
                <a:lnTo>
                  <a:pt x="137160" y="331470"/>
                </a:lnTo>
                <a:lnTo>
                  <a:pt x="91441" y="331470"/>
                </a:lnTo>
                <a:cubicBezTo>
                  <a:pt x="85156" y="331470"/>
                  <a:pt x="80012" y="326327"/>
                  <a:pt x="80012" y="320040"/>
                </a:cubicBezTo>
                <a:lnTo>
                  <a:pt x="80012" y="297180"/>
                </a:lnTo>
                <a:lnTo>
                  <a:pt x="97157" y="297180"/>
                </a:lnTo>
                <a:cubicBezTo>
                  <a:pt x="106659" y="297180"/>
                  <a:pt x="114302" y="289536"/>
                  <a:pt x="114302" y="280037"/>
                </a:cubicBezTo>
                <a:cubicBezTo>
                  <a:pt x="114302" y="270534"/>
                  <a:pt x="106659" y="262894"/>
                  <a:pt x="97157" y="262894"/>
                </a:cubicBezTo>
                <a:lnTo>
                  <a:pt x="80012" y="262894"/>
                </a:lnTo>
                <a:lnTo>
                  <a:pt x="80012" y="200030"/>
                </a:lnTo>
                <a:lnTo>
                  <a:pt x="97157" y="200030"/>
                </a:lnTo>
                <a:cubicBezTo>
                  <a:pt x="106659" y="200030"/>
                  <a:pt x="114302" y="192386"/>
                  <a:pt x="114302" y="182887"/>
                </a:cubicBezTo>
                <a:cubicBezTo>
                  <a:pt x="114302" y="173385"/>
                  <a:pt x="106659" y="165744"/>
                  <a:pt x="97157" y="165744"/>
                </a:cubicBezTo>
                <a:lnTo>
                  <a:pt x="80012" y="165744"/>
                </a:lnTo>
                <a:lnTo>
                  <a:pt x="80012" y="102881"/>
                </a:lnTo>
                <a:lnTo>
                  <a:pt x="97157" y="102881"/>
                </a:lnTo>
                <a:cubicBezTo>
                  <a:pt x="106659" y="102881"/>
                  <a:pt x="114302" y="95236"/>
                  <a:pt x="114302" y="85738"/>
                </a:cubicBezTo>
                <a:cubicBezTo>
                  <a:pt x="114302" y="76235"/>
                  <a:pt x="106659" y="68594"/>
                  <a:pt x="97157" y="68594"/>
                </a:cubicBezTo>
                <a:lnTo>
                  <a:pt x="80012" y="68594"/>
                </a:lnTo>
                <a:lnTo>
                  <a:pt x="80012" y="45734"/>
                </a:lnTo>
                <a:cubicBezTo>
                  <a:pt x="80012" y="39447"/>
                  <a:pt x="85156" y="34304"/>
                  <a:pt x="91441" y="34304"/>
                </a:cubicBezTo>
                <a:lnTo>
                  <a:pt x="137160" y="34290"/>
                </a:lnTo>
                <a:moveTo>
                  <a:pt x="45719" y="297180"/>
                </a:moveTo>
                <a:lnTo>
                  <a:pt x="45719" y="320040"/>
                </a:lnTo>
                <a:cubicBezTo>
                  <a:pt x="45719" y="345259"/>
                  <a:pt x="66221" y="365760"/>
                  <a:pt x="91438" y="365760"/>
                </a:cubicBezTo>
                <a:lnTo>
                  <a:pt x="297178" y="365760"/>
                </a:lnTo>
                <a:cubicBezTo>
                  <a:pt x="322395" y="365760"/>
                  <a:pt x="342897" y="345259"/>
                  <a:pt x="342897" y="320040"/>
                </a:cubicBezTo>
                <a:lnTo>
                  <a:pt x="342897" y="45720"/>
                </a:lnTo>
                <a:cubicBezTo>
                  <a:pt x="342897" y="20501"/>
                  <a:pt x="322395" y="0"/>
                  <a:pt x="297178" y="0"/>
                </a:cubicBezTo>
                <a:lnTo>
                  <a:pt x="91438" y="0"/>
                </a:lnTo>
                <a:cubicBezTo>
                  <a:pt x="66221" y="0"/>
                  <a:pt x="45719" y="20501"/>
                  <a:pt x="45719" y="45720"/>
                </a:cubicBezTo>
                <a:lnTo>
                  <a:pt x="45719" y="68580"/>
                </a:lnTo>
                <a:lnTo>
                  <a:pt x="17145" y="68580"/>
                </a:lnTo>
                <a:cubicBezTo>
                  <a:pt x="7643" y="68580"/>
                  <a:pt x="0" y="76224"/>
                  <a:pt x="0" y="85727"/>
                </a:cubicBezTo>
                <a:cubicBezTo>
                  <a:pt x="0" y="95229"/>
                  <a:pt x="7643" y="102874"/>
                  <a:pt x="17145" y="102874"/>
                </a:cubicBezTo>
                <a:lnTo>
                  <a:pt x="45719" y="102874"/>
                </a:lnTo>
                <a:lnTo>
                  <a:pt x="45719" y="165740"/>
                </a:lnTo>
                <a:lnTo>
                  <a:pt x="17145" y="165740"/>
                </a:lnTo>
                <a:cubicBezTo>
                  <a:pt x="7643" y="165740"/>
                  <a:pt x="0" y="173385"/>
                  <a:pt x="0" y="182887"/>
                </a:cubicBezTo>
                <a:cubicBezTo>
                  <a:pt x="0" y="192390"/>
                  <a:pt x="7643" y="200034"/>
                  <a:pt x="17145" y="200034"/>
                </a:cubicBezTo>
                <a:lnTo>
                  <a:pt x="45719" y="200034"/>
                </a:lnTo>
                <a:lnTo>
                  <a:pt x="45719" y="262901"/>
                </a:lnTo>
                <a:lnTo>
                  <a:pt x="17145" y="262901"/>
                </a:lnTo>
                <a:cubicBezTo>
                  <a:pt x="7643" y="262901"/>
                  <a:pt x="0" y="270545"/>
                  <a:pt x="0" y="280048"/>
                </a:cubicBezTo>
                <a:cubicBezTo>
                  <a:pt x="0" y="289550"/>
                  <a:pt x="7643" y="297194"/>
                  <a:pt x="17145" y="297194"/>
                </a:cubicBezTo>
                <a:lnTo>
                  <a:pt x="45719" y="29718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375400" y="1857333"/>
            <a:ext cx="365760" cy="284480"/>
          </a:xfrm>
          <a:custGeom>
            <a:avLst/>
            <a:gdLst/>
            <a:ahLst/>
            <a:cxnLst/>
            <a:rect l="l" t="t" r="r" b="b"/>
            <a:pathLst>
              <a:path w="365760" h="284480">
                <a:moveTo>
                  <a:pt x="30479" y="50800"/>
                </a:moveTo>
                <a:cubicBezTo>
                  <a:pt x="30479" y="39560"/>
                  <a:pt x="39561" y="30479"/>
                  <a:pt x="50800" y="30479"/>
                </a:cubicBezTo>
                <a:cubicBezTo>
                  <a:pt x="62040" y="30479"/>
                  <a:pt x="71122" y="39560"/>
                  <a:pt x="71122" y="50800"/>
                </a:cubicBezTo>
                <a:lnTo>
                  <a:pt x="71122" y="233680"/>
                </a:lnTo>
                <a:cubicBezTo>
                  <a:pt x="71122" y="261747"/>
                  <a:pt x="93854" y="284480"/>
                  <a:pt x="121922" y="284480"/>
                </a:cubicBezTo>
                <a:lnTo>
                  <a:pt x="314963" y="284480"/>
                </a:lnTo>
                <a:cubicBezTo>
                  <a:pt x="343032" y="284480"/>
                  <a:pt x="365764" y="261747"/>
                  <a:pt x="365764" y="233680"/>
                </a:cubicBezTo>
                <a:lnTo>
                  <a:pt x="365764" y="203201"/>
                </a:lnTo>
                <a:cubicBezTo>
                  <a:pt x="365764" y="186374"/>
                  <a:pt x="352110" y="172722"/>
                  <a:pt x="335285" y="172722"/>
                </a:cubicBezTo>
                <a:lnTo>
                  <a:pt x="334904" y="172722"/>
                </a:lnTo>
                <a:lnTo>
                  <a:pt x="334524" y="172722"/>
                </a:lnTo>
                <a:lnTo>
                  <a:pt x="334144" y="172722"/>
                </a:lnTo>
                <a:lnTo>
                  <a:pt x="333763" y="172722"/>
                </a:lnTo>
                <a:lnTo>
                  <a:pt x="333383" y="172722"/>
                </a:lnTo>
                <a:lnTo>
                  <a:pt x="333002" y="172722"/>
                </a:lnTo>
                <a:lnTo>
                  <a:pt x="332622" y="172722"/>
                </a:lnTo>
                <a:lnTo>
                  <a:pt x="332241" y="172722"/>
                </a:lnTo>
                <a:lnTo>
                  <a:pt x="331861" y="172722"/>
                </a:lnTo>
                <a:lnTo>
                  <a:pt x="331481" y="172722"/>
                </a:lnTo>
                <a:lnTo>
                  <a:pt x="331100" y="172722"/>
                </a:lnTo>
                <a:lnTo>
                  <a:pt x="330720" y="172722"/>
                </a:lnTo>
                <a:lnTo>
                  <a:pt x="330339" y="172722"/>
                </a:lnTo>
                <a:lnTo>
                  <a:pt x="329959" y="172722"/>
                </a:lnTo>
                <a:lnTo>
                  <a:pt x="329578" y="172722"/>
                </a:lnTo>
                <a:lnTo>
                  <a:pt x="329198" y="172722"/>
                </a:lnTo>
                <a:lnTo>
                  <a:pt x="328818" y="172722"/>
                </a:lnTo>
                <a:lnTo>
                  <a:pt x="328437" y="172722"/>
                </a:lnTo>
                <a:lnTo>
                  <a:pt x="328057" y="172722"/>
                </a:lnTo>
                <a:lnTo>
                  <a:pt x="327676" y="172722"/>
                </a:lnTo>
                <a:lnTo>
                  <a:pt x="327358" y="172722"/>
                </a:lnTo>
                <a:lnTo>
                  <a:pt x="326978" y="172722"/>
                </a:lnTo>
                <a:lnTo>
                  <a:pt x="326659" y="172722"/>
                </a:lnTo>
                <a:lnTo>
                  <a:pt x="326279" y="172722"/>
                </a:lnTo>
                <a:lnTo>
                  <a:pt x="325961" y="172722"/>
                </a:lnTo>
                <a:lnTo>
                  <a:pt x="325643" y="172722"/>
                </a:lnTo>
                <a:lnTo>
                  <a:pt x="325324" y="172722"/>
                </a:lnTo>
                <a:lnTo>
                  <a:pt x="325006" y="172722"/>
                </a:lnTo>
                <a:lnTo>
                  <a:pt x="324688" y="172722"/>
                </a:lnTo>
                <a:lnTo>
                  <a:pt x="324370" y="172722"/>
                </a:lnTo>
                <a:lnTo>
                  <a:pt x="324051" y="172722"/>
                </a:lnTo>
                <a:lnTo>
                  <a:pt x="323733" y="172722"/>
                </a:lnTo>
                <a:lnTo>
                  <a:pt x="323415" y="172722"/>
                </a:lnTo>
                <a:lnTo>
                  <a:pt x="323097" y="172722"/>
                </a:lnTo>
                <a:lnTo>
                  <a:pt x="322778" y="172722"/>
                </a:lnTo>
                <a:lnTo>
                  <a:pt x="322460" y="172722"/>
                </a:lnTo>
                <a:lnTo>
                  <a:pt x="322142" y="172722"/>
                </a:lnTo>
                <a:lnTo>
                  <a:pt x="321824" y="172722"/>
                </a:lnTo>
                <a:lnTo>
                  <a:pt x="321506" y="172722"/>
                </a:lnTo>
                <a:lnTo>
                  <a:pt x="321187" y="172722"/>
                </a:lnTo>
                <a:lnTo>
                  <a:pt x="320869" y="172722"/>
                </a:lnTo>
                <a:lnTo>
                  <a:pt x="320551" y="172722"/>
                </a:lnTo>
                <a:lnTo>
                  <a:pt x="320233" y="172722"/>
                </a:lnTo>
                <a:lnTo>
                  <a:pt x="319914" y="172722"/>
                </a:lnTo>
                <a:lnTo>
                  <a:pt x="319596" y="172722"/>
                </a:lnTo>
                <a:lnTo>
                  <a:pt x="319278" y="172722"/>
                </a:lnTo>
                <a:lnTo>
                  <a:pt x="318960" y="172722"/>
                </a:lnTo>
                <a:lnTo>
                  <a:pt x="318641" y="172722"/>
                </a:lnTo>
                <a:lnTo>
                  <a:pt x="318323" y="172722"/>
                </a:lnTo>
                <a:lnTo>
                  <a:pt x="318005" y="172722"/>
                </a:lnTo>
                <a:lnTo>
                  <a:pt x="317687" y="172722"/>
                </a:lnTo>
                <a:lnTo>
                  <a:pt x="317369" y="172722"/>
                </a:lnTo>
                <a:lnTo>
                  <a:pt x="317050" y="172722"/>
                </a:lnTo>
                <a:lnTo>
                  <a:pt x="316732" y="172722"/>
                </a:lnTo>
                <a:lnTo>
                  <a:pt x="316414" y="172722"/>
                </a:lnTo>
                <a:lnTo>
                  <a:pt x="316096" y="172722"/>
                </a:lnTo>
                <a:lnTo>
                  <a:pt x="315777" y="172722"/>
                </a:lnTo>
                <a:lnTo>
                  <a:pt x="315459" y="172722"/>
                </a:lnTo>
                <a:lnTo>
                  <a:pt x="315141" y="172722"/>
                </a:lnTo>
                <a:lnTo>
                  <a:pt x="314823" y="172722"/>
                </a:lnTo>
                <a:lnTo>
                  <a:pt x="314504" y="172722"/>
                </a:lnTo>
                <a:lnTo>
                  <a:pt x="314186" y="172722"/>
                </a:lnTo>
                <a:lnTo>
                  <a:pt x="313868" y="172722"/>
                </a:lnTo>
                <a:lnTo>
                  <a:pt x="313550" y="172722"/>
                </a:lnTo>
                <a:lnTo>
                  <a:pt x="313232" y="172722"/>
                </a:lnTo>
                <a:lnTo>
                  <a:pt x="312913" y="172722"/>
                </a:lnTo>
                <a:lnTo>
                  <a:pt x="312595" y="172722"/>
                </a:lnTo>
                <a:lnTo>
                  <a:pt x="312277" y="172722"/>
                </a:lnTo>
                <a:lnTo>
                  <a:pt x="311959" y="172722"/>
                </a:lnTo>
                <a:lnTo>
                  <a:pt x="311640" y="172722"/>
                </a:lnTo>
                <a:lnTo>
                  <a:pt x="311322" y="172722"/>
                </a:lnTo>
                <a:lnTo>
                  <a:pt x="311004" y="172722"/>
                </a:lnTo>
                <a:lnTo>
                  <a:pt x="310686" y="172722"/>
                </a:lnTo>
                <a:lnTo>
                  <a:pt x="310367" y="172722"/>
                </a:lnTo>
                <a:lnTo>
                  <a:pt x="310049" y="172722"/>
                </a:lnTo>
                <a:lnTo>
                  <a:pt x="309731" y="172722"/>
                </a:lnTo>
                <a:lnTo>
                  <a:pt x="309413" y="172722"/>
                </a:lnTo>
                <a:lnTo>
                  <a:pt x="309095" y="172722"/>
                </a:lnTo>
                <a:lnTo>
                  <a:pt x="308776" y="172722"/>
                </a:lnTo>
                <a:lnTo>
                  <a:pt x="308458" y="172722"/>
                </a:lnTo>
                <a:lnTo>
                  <a:pt x="308140" y="172722"/>
                </a:lnTo>
                <a:lnTo>
                  <a:pt x="307822" y="172722"/>
                </a:lnTo>
                <a:lnTo>
                  <a:pt x="307503" y="172722"/>
                </a:lnTo>
                <a:lnTo>
                  <a:pt x="307185" y="172722"/>
                </a:lnTo>
                <a:lnTo>
                  <a:pt x="306867" y="172722"/>
                </a:lnTo>
                <a:lnTo>
                  <a:pt x="306549" y="172722"/>
                </a:lnTo>
                <a:lnTo>
                  <a:pt x="306230" y="172722"/>
                </a:lnTo>
                <a:lnTo>
                  <a:pt x="305912" y="172722"/>
                </a:lnTo>
                <a:lnTo>
                  <a:pt x="305594" y="172722"/>
                </a:lnTo>
                <a:lnTo>
                  <a:pt x="305276" y="172722"/>
                </a:lnTo>
                <a:lnTo>
                  <a:pt x="304958" y="172722"/>
                </a:lnTo>
                <a:lnTo>
                  <a:pt x="304639" y="172722"/>
                </a:lnTo>
                <a:lnTo>
                  <a:pt x="304321" y="172722"/>
                </a:lnTo>
                <a:lnTo>
                  <a:pt x="304003" y="172722"/>
                </a:lnTo>
                <a:lnTo>
                  <a:pt x="303685" y="172722"/>
                </a:lnTo>
                <a:lnTo>
                  <a:pt x="303366" y="172722"/>
                </a:lnTo>
                <a:lnTo>
                  <a:pt x="303048" y="172722"/>
                </a:lnTo>
                <a:lnTo>
                  <a:pt x="302730" y="172722"/>
                </a:lnTo>
                <a:lnTo>
                  <a:pt x="302412" y="172722"/>
                </a:lnTo>
                <a:lnTo>
                  <a:pt x="302093" y="172722"/>
                </a:lnTo>
                <a:lnTo>
                  <a:pt x="301775" y="172722"/>
                </a:lnTo>
                <a:lnTo>
                  <a:pt x="301457" y="172722"/>
                </a:lnTo>
                <a:lnTo>
                  <a:pt x="301139" y="172722"/>
                </a:lnTo>
                <a:lnTo>
                  <a:pt x="300821" y="172722"/>
                </a:lnTo>
                <a:lnTo>
                  <a:pt x="300502" y="172722"/>
                </a:lnTo>
                <a:lnTo>
                  <a:pt x="300184" y="172722"/>
                </a:lnTo>
                <a:lnTo>
                  <a:pt x="299866" y="172722"/>
                </a:lnTo>
                <a:lnTo>
                  <a:pt x="299548" y="172722"/>
                </a:lnTo>
                <a:lnTo>
                  <a:pt x="299229" y="172722"/>
                </a:lnTo>
                <a:lnTo>
                  <a:pt x="298911" y="172722"/>
                </a:lnTo>
                <a:lnTo>
                  <a:pt x="298593" y="172722"/>
                </a:lnTo>
                <a:lnTo>
                  <a:pt x="298275" y="172722"/>
                </a:lnTo>
                <a:lnTo>
                  <a:pt x="297956" y="172722"/>
                </a:lnTo>
                <a:lnTo>
                  <a:pt x="297638" y="172722"/>
                </a:lnTo>
                <a:lnTo>
                  <a:pt x="297320" y="172722"/>
                </a:lnTo>
                <a:lnTo>
                  <a:pt x="297002" y="172722"/>
                </a:lnTo>
                <a:lnTo>
                  <a:pt x="296684" y="172722"/>
                </a:lnTo>
                <a:lnTo>
                  <a:pt x="296365" y="172722"/>
                </a:lnTo>
                <a:lnTo>
                  <a:pt x="296047" y="172722"/>
                </a:lnTo>
                <a:lnTo>
                  <a:pt x="295729" y="172722"/>
                </a:lnTo>
                <a:lnTo>
                  <a:pt x="295411" y="172722"/>
                </a:lnTo>
                <a:lnTo>
                  <a:pt x="295092" y="172722"/>
                </a:lnTo>
                <a:lnTo>
                  <a:pt x="294774" y="172722"/>
                </a:lnTo>
                <a:lnTo>
                  <a:pt x="294456" y="172722"/>
                </a:lnTo>
                <a:lnTo>
                  <a:pt x="294138" y="172722"/>
                </a:lnTo>
                <a:lnTo>
                  <a:pt x="293819" y="172722"/>
                </a:lnTo>
                <a:lnTo>
                  <a:pt x="293501" y="172722"/>
                </a:lnTo>
                <a:lnTo>
                  <a:pt x="293183" y="172722"/>
                </a:lnTo>
                <a:lnTo>
                  <a:pt x="292865" y="172722"/>
                </a:lnTo>
                <a:lnTo>
                  <a:pt x="292547" y="172722"/>
                </a:lnTo>
                <a:lnTo>
                  <a:pt x="292228" y="172722"/>
                </a:lnTo>
                <a:lnTo>
                  <a:pt x="291910" y="172722"/>
                </a:lnTo>
                <a:lnTo>
                  <a:pt x="291592" y="172722"/>
                </a:lnTo>
                <a:lnTo>
                  <a:pt x="291274" y="172722"/>
                </a:lnTo>
                <a:lnTo>
                  <a:pt x="290955" y="172722"/>
                </a:lnTo>
                <a:lnTo>
                  <a:pt x="290637" y="172722"/>
                </a:lnTo>
                <a:lnTo>
                  <a:pt x="290319" y="172722"/>
                </a:lnTo>
                <a:lnTo>
                  <a:pt x="290001" y="172722"/>
                </a:lnTo>
                <a:lnTo>
                  <a:pt x="289682" y="172722"/>
                </a:lnTo>
                <a:lnTo>
                  <a:pt x="289364" y="172722"/>
                </a:lnTo>
                <a:lnTo>
                  <a:pt x="289046" y="172722"/>
                </a:lnTo>
                <a:lnTo>
                  <a:pt x="288728" y="172722"/>
                </a:lnTo>
                <a:lnTo>
                  <a:pt x="288410" y="172722"/>
                </a:lnTo>
                <a:lnTo>
                  <a:pt x="288091" y="172722"/>
                </a:lnTo>
                <a:lnTo>
                  <a:pt x="287773" y="172722"/>
                </a:lnTo>
                <a:lnTo>
                  <a:pt x="287455" y="172722"/>
                </a:lnTo>
                <a:lnTo>
                  <a:pt x="287137" y="172722"/>
                </a:lnTo>
                <a:lnTo>
                  <a:pt x="286818" y="172722"/>
                </a:lnTo>
                <a:lnTo>
                  <a:pt x="286500" y="172722"/>
                </a:lnTo>
                <a:lnTo>
                  <a:pt x="286182" y="172722"/>
                </a:lnTo>
                <a:lnTo>
                  <a:pt x="285864" y="172722"/>
                </a:lnTo>
                <a:lnTo>
                  <a:pt x="285545" y="172722"/>
                </a:lnTo>
                <a:lnTo>
                  <a:pt x="285227" y="172722"/>
                </a:lnTo>
                <a:lnTo>
                  <a:pt x="284909" y="172722"/>
                </a:lnTo>
                <a:lnTo>
                  <a:pt x="284591" y="172722"/>
                </a:lnTo>
                <a:lnTo>
                  <a:pt x="284273" y="172722"/>
                </a:lnTo>
                <a:lnTo>
                  <a:pt x="283954" y="172722"/>
                </a:lnTo>
                <a:lnTo>
                  <a:pt x="283636" y="172722"/>
                </a:lnTo>
                <a:lnTo>
                  <a:pt x="283318" y="172722"/>
                </a:lnTo>
                <a:lnTo>
                  <a:pt x="283000" y="172722"/>
                </a:lnTo>
                <a:lnTo>
                  <a:pt x="282681" y="172722"/>
                </a:lnTo>
                <a:lnTo>
                  <a:pt x="282363" y="172722"/>
                </a:lnTo>
                <a:lnTo>
                  <a:pt x="282045" y="172722"/>
                </a:lnTo>
                <a:lnTo>
                  <a:pt x="281727" y="172722"/>
                </a:lnTo>
                <a:lnTo>
                  <a:pt x="281409" y="172722"/>
                </a:lnTo>
                <a:lnTo>
                  <a:pt x="281090" y="172722"/>
                </a:lnTo>
                <a:lnTo>
                  <a:pt x="280772" y="172722"/>
                </a:lnTo>
                <a:lnTo>
                  <a:pt x="280454" y="172722"/>
                </a:lnTo>
                <a:lnTo>
                  <a:pt x="280136" y="172722"/>
                </a:lnTo>
                <a:lnTo>
                  <a:pt x="279817" y="172722"/>
                </a:lnTo>
                <a:lnTo>
                  <a:pt x="279499" y="172722"/>
                </a:lnTo>
                <a:lnTo>
                  <a:pt x="279181" y="172722"/>
                </a:lnTo>
                <a:lnTo>
                  <a:pt x="278863" y="172722"/>
                </a:lnTo>
                <a:lnTo>
                  <a:pt x="278544" y="172722"/>
                </a:lnTo>
                <a:lnTo>
                  <a:pt x="278226" y="172722"/>
                </a:lnTo>
                <a:lnTo>
                  <a:pt x="277908" y="172722"/>
                </a:lnTo>
                <a:lnTo>
                  <a:pt x="277590" y="172722"/>
                </a:lnTo>
                <a:lnTo>
                  <a:pt x="277272" y="172722"/>
                </a:lnTo>
                <a:lnTo>
                  <a:pt x="276953" y="172722"/>
                </a:lnTo>
                <a:lnTo>
                  <a:pt x="276635" y="172722"/>
                </a:lnTo>
                <a:lnTo>
                  <a:pt x="276317" y="172722"/>
                </a:lnTo>
                <a:lnTo>
                  <a:pt x="275999" y="172722"/>
                </a:lnTo>
                <a:lnTo>
                  <a:pt x="275680" y="172722"/>
                </a:lnTo>
                <a:lnTo>
                  <a:pt x="275362" y="172722"/>
                </a:lnTo>
                <a:lnTo>
                  <a:pt x="275044" y="172722"/>
                </a:lnTo>
                <a:lnTo>
                  <a:pt x="274726" y="172722"/>
                </a:lnTo>
                <a:lnTo>
                  <a:pt x="274407" y="172722"/>
                </a:lnTo>
                <a:lnTo>
                  <a:pt x="274089" y="172722"/>
                </a:lnTo>
                <a:lnTo>
                  <a:pt x="273771" y="172722"/>
                </a:lnTo>
                <a:lnTo>
                  <a:pt x="273453" y="172722"/>
                </a:lnTo>
                <a:lnTo>
                  <a:pt x="273135" y="172722"/>
                </a:lnTo>
                <a:lnTo>
                  <a:pt x="272816" y="172722"/>
                </a:lnTo>
                <a:lnTo>
                  <a:pt x="272498" y="172722"/>
                </a:lnTo>
                <a:lnTo>
                  <a:pt x="272180" y="172722"/>
                </a:lnTo>
                <a:lnTo>
                  <a:pt x="271862" y="172722"/>
                </a:lnTo>
                <a:lnTo>
                  <a:pt x="271543" y="172722"/>
                </a:lnTo>
                <a:lnTo>
                  <a:pt x="271225" y="172722"/>
                </a:lnTo>
                <a:lnTo>
                  <a:pt x="270907" y="172722"/>
                </a:lnTo>
                <a:lnTo>
                  <a:pt x="270589" y="172722"/>
                </a:lnTo>
                <a:lnTo>
                  <a:pt x="270270" y="172722"/>
                </a:lnTo>
                <a:lnTo>
                  <a:pt x="269952" y="172722"/>
                </a:lnTo>
                <a:lnTo>
                  <a:pt x="269634" y="172722"/>
                </a:lnTo>
                <a:lnTo>
                  <a:pt x="269316" y="172722"/>
                </a:lnTo>
                <a:lnTo>
                  <a:pt x="268998" y="172722"/>
                </a:lnTo>
                <a:lnTo>
                  <a:pt x="268679" y="172722"/>
                </a:lnTo>
                <a:lnTo>
                  <a:pt x="268361" y="172722"/>
                </a:lnTo>
                <a:lnTo>
                  <a:pt x="268043" y="172722"/>
                </a:lnTo>
                <a:lnTo>
                  <a:pt x="267725" y="172722"/>
                </a:lnTo>
                <a:lnTo>
                  <a:pt x="267406" y="172722"/>
                </a:lnTo>
                <a:lnTo>
                  <a:pt x="267088" y="172722"/>
                </a:lnTo>
                <a:lnTo>
                  <a:pt x="266770" y="172722"/>
                </a:lnTo>
                <a:lnTo>
                  <a:pt x="266452" y="172722"/>
                </a:lnTo>
                <a:lnTo>
                  <a:pt x="266133" y="172722"/>
                </a:lnTo>
                <a:lnTo>
                  <a:pt x="265815" y="172722"/>
                </a:lnTo>
                <a:lnTo>
                  <a:pt x="265497" y="172722"/>
                </a:lnTo>
                <a:lnTo>
                  <a:pt x="265179" y="172722"/>
                </a:lnTo>
                <a:lnTo>
                  <a:pt x="264861" y="172722"/>
                </a:lnTo>
                <a:lnTo>
                  <a:pt x="264542" y="172722"/>
                </a:lnTo>
                <a:lnTo>
                  <a:pt x="264224" y="172722"/>
                </a:lnTo>
                <a:lnTo>
                  <a:pt x="263906" y="172722"/>
                </a:lnTo>
                <a:lnTo>
                  <a:pt x="263588" y="172722"/>
                </a:lnTo>
                <a:lnTo>
                  <a:pt x="263269" y="172722"/>
                </a:lnTo>
                <a:lnTo>
                  <a:pt x="262951" y="172722"/>
                </a:lnTo>
                <a:lnTo>
                  <a:pt x="262633" y="172722"/>
                </a:lnTo>
                <a:lnTo>
                  <a:pt x="262315" y="172722"/>
                </a:lnTo>
                <a:lnTo>
                  <a:pt x="261996" y="172722"/>
                </a:lnTo>
                <a:lnTo>
                  <a:pt x="261678" y="172722"/>
                </a:lnTo>
                <a:lnTo>
                  <a:pt x="261360" y="172722"/>
                </a:lnTo>
                <a:lnTo>
                  <a:pt x="261042" y="172722"/>
                </a:lnTo>
                <a:lnTo>
                  <a:pt x="260724" y="172722"/>
                </a:lnTo>
                <a:lnTo>
                  <a:pt x="260405" y="172722"/>
                </a:lnTo>
                <a:lnTo>
                  <a:pt x="260087" y="172722"/>
                </a:lnTo>
                <a:lnTo>
                  <a:pt x="259769" y="172722"/>
                </a:lnTo>
                <a:lnTo>
                  <a:pt x="259451" y="172722"/>
                </a:lnTo>
                <a:lnTo>
                  <a:pt x="259132" y="172722"/>
                </a:lnTo>
                <a:lnTo>
                  <a:pt x="258814" y="172722"/>
                </a:lnTo>
                <a:lnTo>
                  <a:pt x="258496" y="172722"/>
                </a:lnTo>
                <a:lnTo>
                  <a:pt x="258178" y="172722"/>
                </a:lnTo>
                <a:lnTo>
                  <a:pt x="257859" y="172722"/>
                </a:lnTo>
                <a:lnTo>
                  <a:pt x="257541" y="172722"/>
                </a:lnTo>
                <a:lnTo>
                  <a:pt x="257223" y="172722"/>
                </a:lnTo>
                <a:lnTo>
                  <a:pt x="256905" y="172722"/>
                </a:lnTo>
                <a:lnTo>
                  <a:pt x="256587" y="172722"/>
                </a:lnTo>
                <a:lnTo>
                  <a:pt x="256268" y="172722"/>
                </a:lnTo>
                <a:lnTo>
                  <a:pt x="255950" y="172722"/>
                </a:lnTo>
                <a:lnTo>
                  <a:pt x="255632" y="172722"/>
                </a:lnTo>
                <a:lnTo>
                  <a:pt x="255314" y="172722"/>
                </a:lnTo>
                <a:lnTo>
                  <a:pt x="254995" y="172722"/>
                </a:lnTo>
                <a:lnTo>
                  <a:pt x="254677" y="172722"/>
                </a:lnTo>
                <a:lnTo>
                  <a:pt x="254359" y="172722"/>
                </a:lnTo>
                <a:lnTo>
                  <a:pt x="254041" y="172722"/>
                </a:lnTo>
                <a:lnTo>
                  <a:pt x="253722" y="172722"/>
                </a:lnTo>
                <a:lnTo>
                  <a:pt x="253404" y="172722"/>
                </a:lnTo>
                <a:lnTo>
                  <a:pt x="253086" y="172722"/>
                </a:lnTo>
                <a:lnTo>
                  <a:pt x="252768" y="172722"/>
                </a:lnTo>
                <a:lnTo>
                  <a:pt x="252450" y="172722"/>
                </a:lnTo>
                <a:lnTo>
                  <a:pt x="252131" y="172722"/>
                </a:lnTo>
                <a:lnTo>
                  <a:pt x="251813" y="172722"/>
                </a:lnTo>
                <a:lnTo>
                  <a:pt x="251495" y="172722"/>
                </a:lnTo>
                <a:lnTo>
                  <a:pt x="251177" y="172722"/>
                </a:lnTo>
                <a:lnTo>
                  <a:pt x="250858" y="172722"/>
                </a:lnTo>
                <a:lnTo>
                  <a:pt x="250540" y="172722"/>
                </a:lnTo>
                <a:lnTo>
                  <a:pt x="250222" y="172722"/>
                </a:lnTo>
                <a:lnTo>
                  <a:pt x="249904" y="172722"/>
                </a:lnTo>
                <a:lnTo>
                  <a:pt x="249585" y="172722"/>
                </a:lnTo>
                <a:lnTo>
                  <a:pt x="249267" y="172722"/>
                </a:lnTo>
                <a:lnTo>
                  <a:pt x="248949" y="172722"/>
                </a:lnTo>
                <a:lnTo>
                  <a:pt x="248631" y="172722"/>
                </a:lnTo>
                <a:lnTo>
                  <a:pt x="248313" y="172722"/>
                </a:lnTo>
                <a:lnTo>
                  <a:pt x="247994" y="172722"/>
                </a:lnTo>
                <a:lnTo>
                  <a:pt x="247676" y="172722"/>
                </a:lnTo>
                <a:lnTo>
                  <a:pt x="247358" y="172722"/>
                </a:lnTo>
                <a:lnTo>
                  <a:pt x="247040" y="172722"/>
                </a:lnTo>
                <a:lnTo>
                  <a:pt x="246721" y="172722"/>
                </a:lnTo>
                <a:lnTo>
                  <a:pt x="246403" y="172722"/>
                </a:lnTo>
                <a:lnTo>
                  <a:pt x="246085" y="172722"/>
                </a:lnTo>
                <a:lnTo>
                  <a:pt x="245767" y="172722"/>
                </a:lnTo>
                <a:lnTo>
                  <a:pt x="245448" y="172722"/>
                </a:lnTo>
                <a:lnTo>
                  <a:pt x="245130" y="172722"/>
                </a:lnTo>
                <a:lnTo>
                  <a:pt x="244812" y="172722"/>
                </a:lnTo>
                <a:lnTo>
                  <a:pt x="244494" y="172722"/>
                </a:lnTo>
                <a:lnTo>
                  <a:pt x="244176" y="172722"/>
                </a:lnTo>
                <a:lnTo>
                  <a:pt x="243857" y="172722"/>
                </a:lnTo>
                <a:lnTo>
                  <a:pt x="243539" y="172722"/>
                </a:lnTo>
                <a:lnTo>
                  <a:pt x="243221" y="172722"/>
                </a:lnTo>
                <a:lnTo>
                  <a:pt x="242903" y="172722"/>
                </a:lnTo>
                <a:lnTo>
                  <a:pt x="242584" y="172722"/>
                </a:lnTo>
                <a:lnTo>
                  <a:pt x="242266" y="172722"/>
                </a:lnTo>
                <a:lnTo>
                  <a:pt x="241948" y="172722"/>
                </a:lnTo>
                <a:lnTo>
                  <a:pt x="241630" y="172722"/>
                </a:lnTo>
                <a:lnTo>
                  <a:pt x="241311" y="172722"/>
                </a:lnTo>
                <a:lnTo>
                  <a:pt x="240993" y="172722"/>
                </a:lnTo>
                <a:lnTo>
                  <a:pt x="240675" y="172722"/>
                </a:lnTo>
                <a:lnTo>
                  <a:pt x="240357" y="172722"/>
                </a:lnTo>
                <a:lnTo>
                  <a:pt x="240039" y="172722"/>
                </a:lnTo>
                <a:lnTo>
                  <a:pt x="239720" y="172722"/>
                </a:lnTo>
                <a:lnTo>
                  <a:pt x="239402" y="172722"/>
                </a:lnTo>
                <a:lnTo>
                  <a:pt x="239084" y="172722"/>
                </a:lnTo>
                <a:lnTo>
                  <a:pt x="238766" y="172722"/>
                </a:lnTo>
                <a:lnTo>
                  <a:pt x="238447" y="172722"/>
                </a:lnTo>
                <a:lnTo>
                  <a:pt x="238129" y="172722"/>
                </a:lnTo>
                <a:lnTo>
                  <a:pt x="237811" y="172722"/>
                </a:lnTo>
                <a:lnTo>
                  <a:pt x="237493" y="172722"/>
                </a:lnTo>
                <a:lnTo>
                  <a:pt x="237175" y="172722"/>
                </a:lnTo>
                <a:lnTo>
                  <a:pt x="236856" y="172722"/>
                </a:lnTo>
                <a:lnTo>
                  <a:pt x="236538" y="172722"/>
                </a:lnTo>
                <a:lnTo>
                  <a:pt x="236220" y="172722"/>
                </a:lnTo>
                <a:lnTo>
                  <a:pt x="235902" y="172722"/>
                </a:lnTo>
                <a:lnTo>
                  <a:pt x="235583" y="172722"/>
                </a:lnTo>
                <a:lnTo>
                  <a:pt x="235265" y="172722"/>
                </a:lnTo>
                <a:lnTo>
                  <a:pt x="234947" y="172722"/>
                </a:lnTo>
                <a:lnTo>
                  <a:pt x="234629" y="172722"/>
                </a:lnTo>
                <a:lnTo>
                  <a:pt x="234310" y="172722"/>
                </a:lnTo>
                <a:lnTo>
                  <a:pt x="233992" y="172722"/>
                </a:lnTo>
                <a:lnTo>
                  <a:pt x="233674" y="172722"/>
                </a:lnTo>
                <a:lnTo>
                  <a:pt x="233356" y="172722"/>
                </a:lnTo>
                <a:lnTo>
                  <a:pt x="233038" y="172722"/>
                </a:lnTo>
                <a:lnTo>
                  <a:pt x="232719" y="172722"/>
                </a:lnTo>
                <a:lnTo>
                  <a:pt x="232401" y="172722"/>
                </a:lnTo>
                <a:lnTo>
                  <a:pt x="232083" y="172722"/>
                </a:lnTo>
                <a:lnTo>
                  <a:pt x="231765" y="172722"/>
                </a:lnTo>
                <a:lnTo>
                  <a:pt x="231446" y="172722"/>
                </a:lnTo>
                <a:lnTo>
                  <a:pt x="231128" y="172722"/>
                </a:lnTo>
                <a:lnTo>
                  <a:pt x="230810" y="172722"/>
                </a:lnTo>
                <a:lnTo>
                  <a:pt x="230492" y="172722"/>
                </a:lnTo>
                <a:lnTo>
                  <a:pt x="230173" y="172722"/>
                </a:lnTo>
                <a:lnTo>
                  <a:pt x="229855" y="172722"/>
                </a:lnTo>
                <a:lnTo>
                  <a:pt x="229537" y="172722"/>
                </a:lnTo>
                <a:lnTo>
                  <a:pt x="229219" y="172722"/>
                </a:lnTo>
                <a:lnTo>
                  <a:pt x="228901" y="172722"/>
                </a:lnTo>
                <a:lnTo>
                  <a:pt x="228582" y="172722"/>
                </a:lnTo>
                <a:lnTo>
                  <a:pt x="228264" y="172722"/>
                </a:lnTo>
                <a:lnTo>
                  <a:pt x="227946" y="172722"/>
                </a:lnTo>
                <a:lnTo>
                  <a:pt x="227628" y="172722"/>
                </a:lnTo>
                <a:lnTo>
                  <a:pt x="227309" y="172722"/>
                </a:lnTo>
                <a:lnTo>
                  <a:pt x="226991" y="172722"/>
                </a:lnTo>
                <a:lnTo>
                  <a:pt x="226673" y="172722"/>
                </a:lnTo>
                <a:lnTo>
                  <a:pt x="226355" y="172722"/>
                </a:lnTo>
                <a:lnTo>
                  <a:pt x="226036" y="172722"/>
                </a:lnTo>
                <a:lnTo>
                  <a:pt x="225718" y="172722"/>
                </a:lnTo>
                <a:lnTo>
                  <a:pt x="225400" y="172722"/>
                </a:lnTo>
                <a:lnTo>
                  <a:pt x="225082" y="172722"/>
                </a:lnTo>
                <a:lnTo>
                  <a:pt x="224764" y="172722"/>
                </a:lnTo>
                <a:lnTo>
                  <a:pt x="224445" y="172722"/>
                </a:lnTo>
                <a:lnTo>
                  <a:pt x="224127" y="172722"/>
                </a:lnTo>
                <a:lnTo>
                  <a:pt x="223809" y="172722"/>
                </a:lnTo>
                <a:lnTo>
                  <a:pt x="223491" y="172722"/>
                </a:lnTo>
                <a:lnTo>
                  <a:pt x="223172" y="172722"/>
                </a:lnTo>
                <a:lnTo>
                  <a:pt x="222854" y="172722"/>
                </a:lnTo>
                <a:lnTo>
                  <a:pt x="222536" y="172722"/>
                </a:lnTo>
                <a:lnTo>
                  <a:pt x="222218" y="172722"/>
                </a:lnTo>
                <a:lnTo>
                  <a:pt x="221899" y="172722"/>
                </a:lnTo>
                <a:lnTo>
                  <a:pt x="221581" y="172722"/>
                </a:lnTo>
                <a:lnTo>
                  <a:pt x="221263" y="172722"/>
                </a:lnTo>
                <a:lnTo>
                  <a:pt x="220945" y="172722"/>
                </a:lnTo>
                <a:lnTo>
                  <a:pt x="220627" y="172722"/>
                </a:lnTo>
                <a:lnTo>
                  <a:pt x="220308" y="172722"/>
                </a:lnTo>
                <a:lnTo>
                  <a:pt x="219990" y="172722"/>
                </a:lnTo>
                <a:lnTo>
                  <a:pt x="219672" y="172722"/>
                </a:lnTo>
                <a:lnTo>
                  <a:pt x="219354" y="172722"/>
                </a:lnTo>
                <a:lnTo>
                  <a:pt x="219035" y="172722"/>
                </a:lnTo>
                <a:lnTo>
                  <a:pt x="218717" y="172722"/>
                </a:lnTo>
                <a:lnTo>
                  <a:pt x="218399" y="172722"/>
                </a:lnTo>
                <a:lnTo>
                  <a:pt x="218081" y="172722"/>
                </a:lnTo>
                <a:lnTo>
                  <a:pt x="217762" y="172722"/>
                </a:lnTo>
                <a:lnTo>
                  <a:pt x="217444" y="172722"/>
                </a:lnTo>
                <a:lnTo>
                  <a:pt x="217126" y="172722"/>
                </a:lnTo>
                <a:lnTo>
                  <a:pt x="216808" y="172722"/>
                </a:lnTo>
                <a:lnTo>
                  <a:pt x="216490" y="172722"/>
                </a:lnTo>
                <a:lnTo>
                  <a:pt x="216171" y="172722"/>
                </a:lnTo>
                <a:lnTo>
                  <a:pt x="215853" y="172722"/>
                </a:lnTo>
                <a:lnTo>
                  <a:pt x="215535" y="172722"/>
                </a:lnTo>
                <a:lnTo>
                  <a:pt x="215217" y="172722"/>
                </a:lnTo>
                <a:lnTo>
                  <a:pt x="214898" y="172722"/>
                </a:lnTo>
                <a:lnTo>
                  <a:pt x="214580" y="172722"/>
                </a:lnTo>
                <a:lnTo>
                  <a:pt x="214262" y="172722"/>
                </a:lnTo>
                <a:lnTo>
                  <a:pt x="213944" y="172722"/>
                </a:lnTo>
                <a:lnTo>
                  <a:pt x="213625" y="172722"/>
                </a:lnTo>
                <a:lnTo>
                  <a:pt x="213307" y="172722"/>
                </a:lnTo>
                <a:lnTo>
                  <a:pt x="212989" y="172722"/>
                </a:lnTo>
                <a:lnTo>
                  <a:pt x="212671" y="172722"/>
                </a:lnTo>
                <a:lnTo>
                  <a:pt x="212353" y="172722"/>
                </a:lnTo>
                <a:lnTo>
                  <a:pt x="212034" y="172722"/>
                </a:lnTo>
                <a:lnTo>
                  <a:pt x="211716" y="172722"/>
                </a:lnTo>
                <a:lnTo>
                  <a:pt x="211398" y="172722"/>
                </a:lnTo>
                <a:lnTo>
                  <a:pt x="211080" y="172722"/>
                </a:lnTo>
                <a:lnTo>
                  <a:pt x="210761" y="172722"/>
                </a:lnTo>
                <a:lnTo>
                  <a:pt x="210443" y="172722"/>
                </a:lnTo>
                <a:lnTo>
                  <a:pt x="210125" y="172722"/>
                </a:lnTo>
                <a:lnTo>
                  <a:pt x="209807" y="172722"/>
                </a:lnTo>
                <a:lnTo>
                  <a:pt x="209488" y="172722"/>
                </a:lnTo>
                <a:lnTo>
                  <a:pt x="209170" y="172722"/>
                </a:lnTo>
                <a:lnTo>
                  <a:pt x="208852" y="172722"/>
                </a:lnTo>
                <a:lnTo>
                  <a:pt x="208534" y="172722"/>
                </a:lnTo>
                <a:lnTo>
                  <a:pt x="208216" y="172722"/>
                </a:lnTo>
                <a:lnTo>
                  <a:pt x="207897" y="172722"/>
                </a:lnTo>
                <a:lnTo>
                  <a:pt x="207579" y="172722"/>
                </a:lnTo>
                <a:lnTo>
                  <a:pt x="207261" y="172722"/>
                </a:lnTo>
                <a:lnTo>
                  <a:pt x="206943" y="172722"/>
                </a:lnTo>
                <a:lnTo>
                  <a:pt x="206624" y="172722"/>
                </a:lnTo>
                <a:lnTo>
                  <a:pt x="206306" y="172722"/>
                </a:lnTo>
                <a:lnTo>
                  <a:pt x="205988" y="172722"/>
                </a:lnTo>
                <a:lnTo>
                  <a:pt x="205670" y="172722"/>
                </a:lnTo>
                <a:lnTo>
                  <a:pt x="205351" y="172722"/>
                </a:lnTo>
                <a:lnTo>
                  <a:pt x="205033" y="172722"/>
                </a:lnTo>
                <a:lnTo>
                  <a:pt x="204715" y="172722"/>
                </a:lnTo>
                <a:lnTo>
                  <a:pt x="204397" y="172722"/>
                </a:lnTo>
                <a:lnTo>
                  <a:pt x="204079" y="172722"/>
                </a:lnTo>
                <a:lnTo>
                  <a:pt x="203760" y="172722"/>
                </a:lnTo>
                <a:lnTo>
                  <a:pt x="203442" y="172722"/>
                </a:lnTo>
                <a:lnTo>
                  <a:pt x="203124" y="172722"/>
                </a:lnTo>
                <a:lnTo>
                  <a:pt x="202806" y="172722"/>
                </a:lnTo>
                <a:lnTo>
                  <a:pt x="202487" y="172722"/>
                </a:lnTo>
                <a:lnTo>
                  <a:pt x="202169" y="172722"/>
                </a:lnTo>
                <a:lnTo>
                  <a:pt x="201851" y="172722"/>
                </a:lnTo>
                <a:lnTo>
                  <a:pt x="201533" y="172722"/>
                </a:lnTo>
                <a:lnTo>
                  <a:pt x="201214" y="172722"/>
                </a:lnTo>
                <a:lnTo>
                  <a:pt x="200896" y="172722"/>
                </a:lnTo>
                <a:lnTo>
                  <a:pt x="200578" y="172722"/>
                </a:lnTo>
                <a:lnTo>
                  <a:pt x="200260" y="172722"/>
                </a:lnTo>
                <a:lnTo>
                  <a:pt x="199942" y="172722"/>
                </a:lnTo>
                <a:lnTo>
                  <a:pt x="199623" y="172722"/>
                </a:lnTo>
                <a:lnTo>
                  <a:pt x="199305" y="172722"/>
                </a:lnTo>
                <a:lnTo>
                  <a:pt x="198987" y="172722"/>
                </a:lnTo>
                <a:lnTo>
                  <a:pt x="198669" y="172722"/>
                </a:lnTo>
                <a:lnTo>
                  <a:pt x="198350" y="172722"/>
                </a:lnTo>
                <a:lnTo>
                  <a:pt x="198032" y="172722"/>
                </a:lnTo>
                <a:lnTo>
                  <a:pt x="197714" y="172722"/>
                </a:lnTo>
                <a:lnTo>
                  <a:pt x="197396" y="172722"/>
                </a:lnTo>
                <a:lnTo>
                  <a:pt x="197077" y="172722"/>
                </a:lnTo>
                <a:lnTo>
                  <a:pt x="196759" y="172722"/>
                </a:lnTo>
                <a:lnTo>
                  <a:pt x="196441" y="172722"/>
                </a:lnTo>
                <a:lnTo>
                  <a:pt x="196123" y="172722"/>
                </a:lnTo>
                <a:lnTo>
                  <a:pt x="195805" y="172722"/>
                </a:lnTo>
                <a:lnTo>
                  <a:pt x="195486" y="172722"/>
                </a:lnTo>
                <a:lnTo>
                  <a:pt x="195168" y="172722"/>
                </a:lnTo>
                <a:lnTo>
                  <a:pt x="194850" y="172722"/>
                </a:lnTo>
                <a:lnTo>
                  <a:pt x="194532" y="172722"/>
                </a:lnTo>
                <a:lnTo>
                  <a:pt x="194213" y="172722"/>
                </a:lnTo>
                <a:lnTo>
                  <a:pt x="193895" y="172722"/>
                </a:lnTo>
                <a:lnTo>
                  <a:pt x="193577" y="172722"/>
                </a:lnTo>
                <a:lnTo>
                  <a:pt x="193259" y="172722"/>
                </a:lnTo>
                <a:lnTo>
                  <a:pt x="192940" y="172722"/>
                </a:lnTo>
                <a:lnTo>
                  <a:pt x="192622" y="172722"/>
                </a:lnTo>
                <a:lnTo>
                  <a:pt x="192304" y="172722"/>
                </a:lnTo>
                <a:lnTo>
                  <a:pt x="191986" y="172722"/>
                </a:lnTo>
                <a:lnTo>
                  <a:pt x="191668" y="172722"/>
                </a:lnTo>
                <a:lnTo>
                  <a:pt x="191349" y="172722"/>
                </a:lnTo>
                <a:lnTo>
                  <a:pt x="191031" y="172722"/>
                </a:lnTo>
                <a:lnTo>
                  <a:pt x="190713" y="172722"/>
                </a:lnTo>
                <a:lnTo>
                  <a:pt x="190395" y="172722"/>
                </a:lnTo>
                <a:lnTo>
                  <a:pt x="190076" y="172722"/>
                </a:lnTo>
                <a:lnTo>
                  <a:pt x="189758" y="172722"/>
                </a:lnTo>
                <a:lnTo>
                  <a:pt x="189440" y="172722"/>
                </a:lnTo>
                <a:lnTo>
                  <a:pt x="189122" y="172722"/>
                </a:lnTo>
                <a:lnTo>
                  <a:pt x="188804" y="172722"/>
                </a:lnTo>
                <a:lnTo>
                  <a:pt x="188485" y="172722"/>
                </a:lnTo>
                <a:lnTo>
                  <a:pt x="188167" y="172722"/>
                </a:lnTo>
                <a:lnTo>
                  <a:pt x="187849" y="172722"/>
                </a:lnTo>
                <a:lnTo>
                  <a:pt x="187531" y="172722"/>
                </a:lnTo>
                <a:lnTo>
                  <a:pt x="187212" y="172722"/>
                </a:lnTo>
                <a:lnTo>
                  <a:pt x="186894" y="172722"/>
                </a:lnTo>
                <a:lnTo>
                  <a:pt x="186576" y="172722"/>
                </a:lnTo>
                <a:lnTo>
                  <a:pt x="186258" y="172722"/>
                </a:lnTo>
                <a:lnTo>
                  <a:pt x="185939" y="172722"/>
                </a:lnTo>
                <a:lnTo>
                  <a:pt x="185621" y="172722"/>
                </a:lnTo>
                <a:lnTo>
                  <a:pt x="185303" y="172722"/>
                </a:lnTo>
                <a:lnTo>
                  <a:pt x="184985" y="172722"/>
                </a:lnTo>
                <a:lnTo>
                  <a:pt x="184667" y="172722"/>
                </a:lnTo>
                <a:lnTo>
                  <a:pt x="184348" y="172722"/>
                </a:lnTo>
                <a:lnTo>
                  <a:pt x="184030" y="172722"/>
                </a:lnTo>
                <a:lnTo>
                  <a:pt x="183712" y="172722"/>
                </a:lnTo>
                <a:lnTo>
                  <a:pt x="183394" y="172722"/>
                </a:lnTo>
                <a:lnTo>
                  <a:pt x="183075" y="172722"/>
                </a:lnTo>
                <a:lnTo>
                  <a:pt x="182757" y="172722"/>
                </a:lnTo>
                <a:lnTo>
                  <a:pt x="182439" y="172722"/>
                </a:lnTo>
                <a:lnTo>
                  <a:pt x="182121" y="172722"/>
                </a:lnTo>
                <a:lnTo>
                  <a:pt x="181802" y="172722"/>
                </a:lnTo>
                <a:lnTo>
                  <a:pt x="181484" y="172722"/>
                </a:lnTo>
                <a:lnTo>
                  <a:pt x="181166" y="172722"/>
                </a:lnTo>
                <a:lnTo>
                  <a:pt x="180848" y="172722"/>
                </a:lnTo>
                <a:lnTo>
                  <a:pt x="180530" y="172722"/>
                </a:lnTo>
                <a:lnTo>
                  <a:pt x="180211" y="172722"/>
                </a:lnTo>
                <a:lnTo>
                  <a:pt x="179893" y="172722"/>
                </a:lnTo>
                <a:lnTo>
                  <a:pt x="179575" y="172722"/>
                </a:lnTo>
                <a:lnTo>
                  <a:pt x="179257" y="172722"/>
                </a:lnTo>
                <a:lnTo>
                  <a:pt x="178938" y="172722"/>
                </a:lnTo>
                <a:lnTo>
                  <a:pt x="178620" y="172722"/>
                </a:lnTo>
                <a:lnTo>
                  <a:pt x="178302" y="172722"/>
                </a:lnTo>
                <a:lnTo>
                  <a:pt x="177984" y="172722"/>
                </a:lnTo>
                <a:lnTo>
                  <a:pt x="177665" y="172722"/>
                </a:lnTo>
                <a:lnTo>
                  <a:pt x="177347" y="172722"/>
                </a:lnTo>
                <a:lnTo>
                  <a:pt x="176967" y="172722"/>
                </a:lnTo>
                <a:lnTo>
                  <a:pt x="176586" y="172722"/>
                </a:lnTo>
                <a:lnTo>
                  <a:pt x="176206" y="172722"/>
                </a:lnTo>
                <a:lnTo>
                  <a:pt x="175825" y="172722"/>
                </a:lnTo>
                <a:lnTo>
                  <a:pt x="175445" y="172722"/>
                </a:lnTo>
                <a:lnTo>
                  <a:pt x="175065" y="172722"/>
                </a:lnTo>
                <a:lnTo>
                  <a:pt x="174684" y="172722"/>
                </a:lnTo>
                <a:lnTo>
                  <a:pt x="174304" y="172722"/>
                </a:lnTo>
                <a:lnTo>
                  <a:pt x="173923" y="172722"/>
                </a:lnTo>
                <a:lnTo>
                  <a:pt x="173543" y="172722"/>
                </a:lnTo>
                <a:lnTo>
                  <a:pt x="173162" y="172722"/>
                </a:lnTo>
                <a:lnTo>
                  <a:pt x="172782" y="172722"/>
                </a:lnTo>
                <a:lnTo>
                  <a:pt x="172402" y="172722"/>
                </a:lnTo>
                <a:lnTo>
                  <a:pt x="172021" y="172722"/>
                </a:lnTo>
                <a:lnTo>
                  <a:pt x="171641" y="172722"/>
                </a:lnTo>
                <a:lnTo>
                  <a:pt x="171260" y="172722"/>
                </a:lnTo>
                <a:lnTo>
                  <a:pt x="170880" y="172722"/>
                </a:lnTo>
                <a:lnTo>
                  <a:pt x="170500" y="172722"/>
                </a:lnTo>
                <a:lnTo>
                  <a:pt x="170119" y="172722"/>
                </a:lnTo>
                <a:lnTo>
                  <a:pt x="169739" y="172722"/>
                </a:lnTo>
                <a:cubicBezTo>
                  <a:pt x="152910" y="172722"/>
                  <a:pt x="139260" y="186374"/>
                  <a:pt x="139260" y="203201"/>
                </a:cubicBezTo>
                <a:lnTo>
                  <a:pt x="139260" y="233680"/>
                </a:lnTo>
                <a:cubicBezTo>
                  <a:pt x="139260" y="244920"/>
                  <a:pt x="130178" y="254001"/>
                  <a:pt x="118938" y="254001"/>
                </a:cubicBezTo>
                <a:cubicBezTo>
                  <a:pt x="107699" y="254001"/>
                  <a:pt x="98617" y="244920"/>
                  <a:pt x="98617" y="233680"/>
                </a:cubicBezTo>
                <a:lnTo>
                  <a:pt x="98617" y="50800"/>
                </a:lnTo>
                <a:cubicBezTo>
                  <a:pt x="98617" y="43560"/>
                  <a:pt x="97091" y="36704"/>
                  <a:pt x="94363" y="30479"/>
                </a:cubicBezTo>
                <a:lnTo>
                  <a:pt x="253684" y="30479"/>
                </a:lnTo>
                <a:cubicBezTo>
                  <a:pt x="264924" y="30479"/>
                  <a:pt x="274006" y="39560"/>
                  <a:pt x="274006" y="50800"/>
                </a:cubicBezTo>
                <a:lnTo>
                  <a:pt x="274006" y="152399"/>
                </a:lnTo>
                <a:lnTo>
                  <a:pt x="304485" y="152399"/>
                </a:lnTo>
                <a:lnTo>
                  <a:pt x="304485" y="50800"/>
                </a:lnTo>
                <a:cubicBezTo>
                  <a:pt x="304485" y="22733"/>
                  <a:pt x="281753" y="0"/>
                  <a:pt x="253684" y="0"/>
                </a:cubicBezTo>
                <a:lnTo>
                  <a:pt x="50483" y="0"/>
                </a:lnTo>
                <a:cubicBezTo>
                  <a:pt x="22414" y="0"/>
                  <a:pt x="-318" y="22733"/>
                  <a:pt x="-318" y="50800"/>
                </a:cubicBezTo>
                <a:lnTo>
                  <a:pt x="-318" y="81279"/>
                </a:lnTo>
                <a:cubicBezTo>
                  <a:pt x="-318" y="98106"/>
                  <a:pt x="13336" y="111758"/>
                  <a:pt x="30161" y="111758"/>
                </a:cubicBezTo>
                <a:lnTo>
                  <a:pt x="50483" y="111758"/>
                </a:lnTo>
                <a:lnTo>
                  <a:pt x="50483" y="81279"/>
                </a:lnTo>
                <a:lnTo>
                  <a:pt x="30161" y="81279"/>
                </a:lnTo>
                <a:lnTo>
                  <a:pt x="30479" y="50800"/>
                </a:lnTo>
                <a:moveTo>
                  <a:pt x="314960" y="254001"/>
                </a:moveTo>
                <a:lnTo>
                  <a:pt x="168465" y="254001"/>
                </a:lnTo>
                <a:cubicBezTo>
                  <a:pt x="171198" y="247779"/>
                  <a:pt x="172719" y="240920"/>
                  <a:pt x="172719" y="233680"/>
                </a:cubicBezTo>
                <a:lnTo>
                  <a:pt x="172719" y="203201"/>
                </a:lnTo>
                <a:lnTo>
                  <a:pt x="172719" y="203201"/>
                </a:lnTo>
                <a:lnTo>
                  <a:pt x="173100" y="203201"/>
                </a:lnTo>
                <a:lnTo>
                  <a:pt x="173480" y="203201"/>
                </a:lnTo>
                <a:lnTo>
                  <a:pt x="173860" y="203201"/>
                </a:lnTo>
                <a:lnTo>
                  <a:pt x="174241" y="203201"/>
                </a:lnTo>
                <a:lnTo>
                  <a:pt x="174621" y="203201"/>
                </a:lnTo>
                <a:lnTo>
                  <a:pt x="175002" y="203201"/>
                </a:lnTo>
                <a:lnTo>
                  <a:pt x="175382" y="203201"/>
                </a:lnTo>
                <a:lnTo>
                  <a:pt x="175763" y="203201"/>
                </a:lnTo>
                <a:lnTo>
                  <a:pt x="176143" y="203201"/>
                </a:lnTo>
                <a:lnTo>
                  <a:pt x="176523" y="203201"/>
                </a:lnTo>
                <a:lnTo>
                  <a:pt x="176904" y="203201"/>
                </a:lnTo>
                <a:lnTo>
                  <a:pt x="177284" y="203201"/>
                </a:lnTo>
                <a:lnTo>
                  <a:pt x="177665" y="203201"/>
                </a:lnTo>
                <a:lnTo>
                  <a:pt x="178045" y="203201"/>
                </a:lnTo>
                <a:lnTo>
                  <a:pt x="178426" y="203201"/>
                </a:lnTo>
                <a:lnTo>
                  <a:pt x="178806" y="203201"/>
                </a:lnTo>
                <a:lnTo>
                  <a:pt x="179186" y="203201"/>
                </a:lnTo>
                <a:lnTo>
                  <a:pt x="179567" y="203201"/>
                </a:lnTo>
                <a:lnTo>
                  <a:pt x="179947" y="203201"/>
                </a:lnTo>
                <a:lnTo>
                  <a:pt x="180328" y="203201"/>
                </a:lnTo>
                <a:lnTo>
                  <a:pt x="180646" y="203201"/>
                </a:lnTo>
                <a:lnTo>
                  <a:pt x="180964" y="203201"/>
                </a:lnTo>
                <a:lnTo>
                  <a:pt x="181282" y="203201"/>
                </a:lnTo>
                <a:lnTo>
                  <a:pt x="181601" y="203201"/>
                </a:lnTo>
                <a:lnTo>
                  <a:pt x="181919" y="203201"/>
                </a:lnTo>
                <a:lnTo>
                  <a:pt x="182237" y="203201"/>
                </a:lnTo>
                <a:lnTo>
                  <a:pt x="182555" y="203201"/>
                </a:lnTo>
                <a:lnTo>
                  <a:pt x="182874" y="203201"/>
                </a:lnTo>
                <a:lnTo>
                  <a:pt x="183192" y="203201"/>
                </a:lnTo>
                <a:lnTo>
                  <a:pt x="183510" y="203201"/>
                </a:lnTo>
                <a:lnTo>
                  <a:pt x="183828" y="203201"/>
                </a:lnTo>
                <a:lnTo>
                  <a:pt x="184146" y="203201"/>
                </a:lnTo>
                <a:lnTo>
                  <a:pt x="184465" y="203201"/>
                </a:lnTo>
                <a:lnTo>
                  <a:pt x="184783" y="203201"/>
                </a:lnTo>
                <a:lnTo>
                  <a:pt x="185101" y="203201"/>
                </a:lnTo>
                <a:lnTo>
                  <a:pt x="185419" y="203201"/>
                </a:lnTo>
                <a:lnTo>
                  <a:pt x="185738" y="203201"/>
                </a:lnTo>
                <a:lnTo>
                  <a:pt x="186056" y="203201"/>
                </a:lnTo>
                <a:lnTo>
                  <a:pt x="186374" y="203201"/>
                </a:lnTo>
                <a:lnTo>
                  <a:pt x="186692" y="203201"/>
                </a:lnTo>
                <a:lnTo>
                  <a:pt x="187011" y="203201"/>
                </a:lnTo>
                <a:lnTo>
                  <a:pt x="187329" y="203201"/>
                </a:lnTo>
                <a:lnTo>
                  <a:pt x="187647" y="203201"/>
                </a:lnTo>
                <a:lnTo>
                  <a:pt x="187965" y="203201"/>
                </a:lnTo>
                <a:lnTo>
                  <a:pt x="188283" y="203201"/>
                </a:lnTo>
                <a:lnTo>
                  <a:pt x="188602" y="203201"/>
                </a:lnTo>
                <a:lnTo>
                  <a:pt x="188920" y="203201"/>
                </a:lnTo>
                <a:lnTo>
                  <a:pt x="189238" y="203201"/>
                </a:lnTo>
                <a:lnTo>
                  <a:pt x="189556" y="203201"/>
                </a:lnTo>
                <a:lnTo>
                  <a:pt x="189875" y="203201"/>
                </a:lnTo>
                <a:lnTo>
                  <a:pt x="190193" y="203201"/>
                </a:lnTo>
                <a:lnTo>
                  <a:pt x="190511" y="203201"/>
                </a:lnTo>
                <a:lnTo>
                  <a:pt x="190829" y="203201"/>
                </a:lnTo>
                <a:lnTo>
                  <a:pt x="191148" y="203201"/>
                </a:lnTo>
                <a:lnTo>
                  <a:pt x="191466" y="203201"/>
                </a:lnTo>
                <a:lnTo>
                  <a:pt x="191784" y="203201"/>
                </a:lnTo>
                <a:lnTo>
                  <a:pt x="192102" y="203201"/>
                </a:lnTo>
                <a:lnTo>
                  <a:pt x="192420" y="203201"/>
                </a:lnTo>
                <a:lnTo>
                  <a:pt x="192739" y="203201"/>
                </a:lnTo>
                <a:lnTo>
                  <a:pt x="193057" y="203201"/>
                </a:lnTo>
                <a:lnTo>
                  <a:pt x="193375" y="203201"/>
                </a:lnTo>
                <a:lnTo>
                  <a:pt x="193693" y="203201"/>
                </a:lnTo>
                <a:lnTo>
                  <a:pt x="194012" y="203201"/>
                </a:lnTo>
                <a:lnTo>
                  <a:pt x="194330" y="203201"/>
                </a:lnTo>
                <a:lnTo>
                  <a:pt x="194648" y="203201"/>
                </a:lnTo>
                <a:lnTo>
                  <a:pt x="194966" y="203201"/>
                </a:lnTo>
                <a:lnTo>
                  <a:pt x="195285" y="203201"/>
                </a:lnTo>
                <a:lnTo>
                  <a:pt x="195603" y="203201"/>
                </a:lnTo>
                <a:lnTo>
                  <a:pt x="195921" y="203201"/>
                </a:lnTo>
                <a:lnTo>
                  <a:pt x="196239" y="203201"/>
                </a:lnTo>
                <a:lnTo>
                  <a:pt x="196557" y="203201"/>
                </a:lnTo>
                <a:lnTo>
                  <a:pt x="196876" y="203201"/>
                </a:lnTo>
                <a:lnTo>
                  <a:pt x="197194" y="203201"/>
                </a:lnTo>
                <a:lnTo>
                  <a:pt x="197512" y="203201"/>
                </a:lnTo>
                <a:lnTo>
                  <a:pt x="197830" y="203201"/>
                </a:lnTo>
                <a:lnTo>
                  <a:pt x="198149" y="203201"/>
                </a:lnTo>
                <a:lnTo>
                  <a:pt x="198467" y="203201"/>
                </a:lnTo>
                <a:lnTo>
                  <a:pt x="198785" y="203201"/>
                </a:lnTo>
                <a:lnTo>
                  <a:pt x="199103" y="203201"/>
                </a:lnTo>
                <a:lnTo>
                  <a:pt x="199421" y="203201"/>
                </a:lnTo>
                <a:lnTo>
                  <a:pt x="199740" y="203201"/>
                </a:lnTo>
                <a:lnTo>
                  <a:pt x="200058" y="203201"/>
                </a:lnTo>
                <a:lnTo>
                  <a:pt x="200376" y="203201"/>
                </a:lnTo>
                <a:lnTo>
                  <a:pt x="200694" y="203201"/>
                </a:lnTo>
                <a:lnTo>
                  <a:pt x="201013" y="203201"/>
                </a:lnTo>
                <a:lnTo>
                  <a:pt x="201331" y="203201"/>
                </a:lnTo>
                <a:lnTo>
                  <a:pt x="201649" y="203201"/>
                </a:lnTo>
                <a:lnTo>
                  <a:pt x="201967" y="203201"/>
                </a:lnTo>
                <a:lnTo>
                  <a:pt x="202286" y="203201"/>
                </a:lnTo>
                <a:lnTo>
                  <a:pt x="202604" y="203201"/>
                </a:lnTo>
                <a:lnTo>
                  <a:pt x="202922" y="203201"/>
                </a:lnTo>
                <a:lnTo>
                  <a:pt x="203240" y="203201"/>
                </a:lnTo>
                <a:lnTo>
                  <a:pt x="203558" y="203201"/>
                </a:lnTo>
                <a:lnTo>
                  <a:pt x="203877" y="203201"/>
                </a:lnTo>
                <a:lnTo>
                  <a:pt x="204195" y="203201"/>
                </a:lnTo>
                <a:lnTo>
                  <a:pt x="204513" y="203201"/>
                </a:lnTo>
                <a:lnTo>
                  <a:pt x="204831" y="203201"/>
                </a:lnTo>
                <a:lnTo>
                  <a:pt x="205150" y="203201"/>
                </a:lnTo>
                <a:lnTo>
                  <a:pt x="205468" y="203201"/>
                </a:lnTo>
                <a:lnTo>
                  <a:pt x="205786" y="203201"/>
                </a:lnTo>
                <a:lnTo>
                  <a:pt x="206104" y="203201"/>
                </a:lnTo>
                <a:lnTo>
                  <a:pt x="206423" y="203201"/>
                </a:lnTo>
                <a:lnTo>
                  <a:pt x="206741" y="203201"/>
                </a:lnTo>
                <a:lnTo>
                  <a:pt x="207059" y="203201"/>
                </a:lnTo>
                <a:lnTo>
                  <a:pt x="207377" y="203201"/>
                </a:lnTo>
                <a:lnTo>
                  <a:pt x="207695" y="203201"/>
                </a:lnTo>
                <a:lnTo>
                  <a:pt x="208014" y="203201"/>
                </a:lnTo>
                <a:lnTo>
                  <a:pt x="208332" y="203201"/>
                </a:lnTo>
                <a:lnTo>
                  <a:pt x="208650" y="203201"/>
                </a:lnTo>
                <a:lnTo>
                  <a:pt x="208968" y="203201"/>
                </a:lnTo>
                <a:lnTo>
                  <a:pt x="209287" y="203201"/>
                </a:lnTo>
                <a:lnTo>
                  <a:pt x="209605" y="203201"/>
                </a:lnTo>
                <a:lnTo>
                  <a:pt x="209923" y="203201"/>
                </a:lnTo>
                <a:lnTo>
                  <a:pt x="210241" y="203201"/>
                </a:lnTo>
                <a:lnTo>
                  <a:pt x="210560" y="203201"/>
                </a:lnTo>
                <a:lnTo>
                  <a:pt x="210878" y="203201"/>
                </a:lnTo>
                <a:lnTo>
                  <a:pt x="211196" y="203201"/>
                </a:lnTo>
                <a:lnTo>
                  <a:pt x="211514" y="203201"/>
                </a:lnTo>
                <a:lnTo>
                  <a:pt x="211832" y="203201"/>
                </a:lnTo>
                <a:lnTo>
                  <a:pt x="212151" y="203201"/>
                </a:lnTo>
                <a:lnTo>
                  <a:pt x="212469" y="203201"/>
                </a:lnTo>
                <a:lnTo>
                  <a:pt x="212787" y="203201"/>
                </a:lnTo>
                <a:lnTo>
                  <a:pt x="213105" y="203201"/>
                </a:lnTo>
                <a:lnTo>
                  <a:pt x="213424" y="203201"/>
                </a:lnTo>
                <a:lnTo>
                  <a:pt x="213742" y="203201"/>
                </a:lnTo>
                <a:lnTo>
                  <a:pt x="214060" y="203201"/>
                </a:lnTo>
                <a:lnTo>
                  <a:pt x="214378" y="203201"/>
                </a:lnTo>
                <a:lnTo>
                  <a:pt x="214697" y="203201"/>
                </a:lnTo>
                <a:lnTo>
                  <a:pt x="215015" y="203201"/>
                </a:lnTo>
                <a:lnTo>
                  <a:pt x="215333" y="203201"/>
                </a:lnTo>
                <a:lnTo>
                  <a:pt x="215651" y="203201"/>
                </a:lnTo>
                <a:lnTo>
                  <a:pt x="215969" y="203201"/>
                </a:lnTo>
                <a:lnTo>
                  <a:pt x="216288" y="203201"/>
                </a:lnTo>
                <a:lnTo>
                  <a:pt x="216606" y="203201"/>
                </a:lnTo>
                <a:lnTo>
                  <a:pt x="216924" y="203201"/>
                </a:lnTo>
                <a:lnTo>
                  <a:pt x="217242" y="203201"/>
                </a:lnTo>
                <a:lnTo>
                  <a:pt x="217561" y="203201"/>
                </a:lnTo>
                <a:lnTo>
                  <a:pt x="217879" y="203201"/>
                </a:lnTo>
                <a:lnTo>
                  <a:pt x="218197" y="203201"/>
                </a:lnTo>
                <a:lnTo>
                  <a:pt x="218515" y="203201"/>
                </a:lnTo>
                <a:lnTo>
                  <a:pt x="218834" y="203201"/>
                </a:lnTo>
                <a:lnTo>
                  <a:pt x="219152" y="203201"/>
                </a:lnTo>
                <a:lnTo>
                  <a:pt x="219470" y="203201"/>
                </a:lnTo>
                <a:lnTo>
                  <a:pt x="219788" y="203201"/>
                </a:lnTo>
                <a:lnTo>
                  <a:pt x="220106" y="203201"/>
                </a:lnTo>
                <a:lnTo>
                  <a:pt x="220425" y="203201"/>
                </a:lnTo>
                <a:lnTo>
                  <a:pt x="220743" y="203201"/>
                </a:lnTo>
                <a:lnTo>
                  <a:pt x="221061" y="203201"/>
                </a:lnTo>
                <a:lnTo>
                  <a:pt x="221379" y="203201"/>
                </a:lnTo>
                <a:lnTo>
                  <a:pt x="221698" y="203201"/>
                </a:lnTo>
                <a:lnTo>
                  <a:pt x="222016" y="203201"/>
                </a:lnTo>
                <a:lnTo>
                  <a:pt x="222334" y="203201"/>
                </a:lnTo>
                <a:lnTo>
                  <a:pt x="222652" y="203201"/>
                </a:lnTo>
                <a:lnTo>
                  <a:pt x="222971" y="203201"/>
                </a:lnTo>
                <a:lnTo>
                  <a:pt x="223289" y="203201"/>
                </a:lnTo>
                <a:lnTo>
                  <a:pt x="223607" y="203201"/>
                </a:lnTo>
                <a:lnTo>
                  <a:pt x="223925" y="203201"/>
                </a:lnTo>
                <a:lnTo>
                  <a:pt x="224243" y="203201"/>
                </a:lnTo>
                <a:lnTo>
                  <a:pt x="224562" y="203201"/>
                </a:lnTo>
                <a:lnTo>
                  <a:pt x="224880" y="203201"/>
                </a:lnTo>
                <a:lnTo>
                  <a:pt x="225198" y="203201"/>
                </a:lnTo>
                <a:lnTo>
                  <a:pt x="225516" y="203201"/>
                </a:lnTo>
                <a:lnTo>
                  <a:pt x="225835" y="203201"/>
                </a:lnTo>
                <a:lnTo>
                  <a:pt x="226153" y="203201"/>
                </a:lnTo>
                <a:lnTo>
                  <a:pt x="226471" y="203201"/>
                </a:lnTo>
                <a:lnTo>
                  <a:pt x="226789" y="203201"/>
                </a:lnTo>
                <a:lnTo>
                  <a:pt x="227108" y="203201"/>
                </a:lnTo>
                <a:lnTo>
                  <a:pt x="227426" y="203201"/>
                </a:lnTo>
                <a:lnTo>
                  <a:pt x="227744" y="203201"/>
                </a:lnTo>
                <a:lnTo>
                  <a:pt x="228062" y="203201"/>
                </a:lnTo>
                <a:lnTo>
                  <a:pt x="228380" y="203201"/>
                </a:lnTo>
                <a:lnTo>
                  <a:pt x="228699" y="203201"/>
                </a:lnTo>
                <a:lnTo>
                  <a:pt x="229017" y="203201"/>
                </a:lnTo>
                <a:lnTo>
                  <a:pt x="229335" y="203201"/>
                </a:lnTo>
                <a:lnTo>
                  <a:pt x="229653" y="203201"/>
                </a:lnTo>
                <a:lnTo>
                  <a:pt x="229972" y="203201"/>
                </a:lnTo>
                <a:lnTo>
                  <a:pt x="230290" y="203201"/>
                </a:lnTo>
                <a:lnTo>
                  <a:pt x="230608" y="203201"/>
                </a:lnTo>
                <a:lnTo>
                  <a:pt x="230926" y="203201"/>
                </a:lnTo>
                <a:lnTo>
                  <a:pt x="231245" y="203201"/>
                </a:lnTo>
                <a:lnTo>
                  <a:pt x="231563" y="203201"/>
                </a:lnTo>
                <a:lnTo>
                  <a:pt x="231881" y="203201"/>
                </a:lnTo>
                <a:lnTo>
                  <a:pt x="232199" y="203201"/>
                </a:lnTo>
                <a:lnTo>
                  <a:pt x="232517" y="203201"/>
                </a:lnTo>
                <a:lnTo>
                  <a:pt x="232836" y="203201"/>
                </a:lnTo>
                <a:lnTo>
                  <a:pt x="233154" y="203201"/>
                </a:lnTo>
                <a:lnTo>
                  <a:pt x="233472" y="203201"/>
                </a:lnTo>
                <a:lnTo>
                  <a:pt x="233790" y="203201"/>
                </a:lnTo>
                <a:lnTo>
                  <a:pt x="234109" y="203201"/>
                </a:lnTo>
                <a:lnTo>
                  <a:pt x="234427" y="203201"/>
                </a:lnTo>
                <a:lnTo>
                  <a:pt x="234745" y="203201"/>
                </a:lnTo>
                <a:lnTo>
                  <a:pt x="235063" y="203201"/>
                </a:lnTo>
                <a:lnTo>
                  <a:pt x="235382" y="203201"/>
                </a:lnTo>
                <a:lnTo>
                  <a:pt x="235700" y="203201"/>
                </a:lnTo>
                <a:lnTo>
                  <a:pt x="236018" y="203201"/>
                </a:lnTo>
                <a:lnTo>
                  <a:pt x="236336" y="203201"/>
                </a:lnTo>
                <a:lnTo>
                  <a:pt x="236654" y="203201"/>
                </a:lnTo>
                <a:lnTo>
                  <a:pt x="236973" y="203201"/>
                </a:lnTo>
                <a:lnTo>
                  <a:pt x="237291" y="203201"/>
                </a:lnTo>
                <a:lnTo>
                  <a:pt x="237609" y="203201"/>
                </a:lnTo>
                <a:lnTo>
                  <a:pt x="237927" y="203201"/>
                </a:lnTo>
                <a:lnTo>
                  <a:pt x="238246" y="203201"/>
                </a:lnTo>
                <a:lnTo>
                  <a:pt x="238564" y="203201"/>
                </a:lnTo>
                <a:lnTo>
                  <a:pt x="238882" y="203201"/>
                </a:lnTo>
                <a:lnTo>
                  <a:pt x="239200" y="203201"/>
                </a:lnTo>
                <a:lnTo>
                  <a:pt x="239519" y="203201"/>
                </a:lnTo>
                <a:lnTo>
                  <a:pt x="239837" y="203201"/>
                </a:lnTo>
                <a:lnTo>
                  <a:pt x="240155" y="203201"/>
                </a:lnTo>
                <a:lnTo>
                  <a:pt x="240473" y="203201"/>
                </a:lnTo>
                <a:lnTo>
                  <a:pt x="240791" y="203201"/>
                </a:lnTo>
                <a:lnTo>
                  <a:pt x="241110" y="203201"/>
                </a:lnTo>
                <a:lnTo>
                  <a:pt x="241428" y="203201"/>
                </a:lnTo>
                <a:lnTo>
                  <a:pt x="241746" y="203201"/>
                </a:lnTo>
                <a:lnTo>
                  <a:pt x="242064" y="203201"/>
                </a:lnTo>
                <a:lnTo>
                  <a:pt x="242383" y="203201"/>
                </a:lnTo>
                <a:lnTo>
                  <a:pt x="242701" y="203201"/>
                </a:lnTo>
                <a:lnTo>
                  <a:pt x="243019" y="203201"/>
                </a:lnTo>
                <a:lnTo>
                  <a:pt x="243337" y="203201"/>
                </a:lnTo>
                <a:lnTo>
                  <a:pt x="243656" y="203201"/>
                </a:lnTo>
                <a:lnTo>
                  <a:pt x="243974" y="203201"/>
                </a:lnTo>
                <a:lnTo>
                  <a:pt x="244292" y="203201"/>
                </a:lnTo>
                <a:lnTo>
                  <a:pt x="244610" y="203201"/>
                </a:lnTo>
                <a:lnTo>
                  <a:pt x="244928" y="203201"/>
                </a:lnTo>
                <a:lnTo>
                  <a:pt x="245247" y="203201"/>
                </a:lnTo>
                <a:lnTo>
                  <a:pt x="245565" y="203201"/>
                </a:lnTo>
                <a:lnTo>
                  <a:pt x="245883" y="203201"/>
                </a:lnTo>
                <a:lnTo>
                  <a:pt x="246201" y="203201"/>
                </a:lnTo>
                <a:lnTo>
                  <a:pt x="246520" y="203201"/>
                </a:lnTo>
                <a:lnTo>
                  <a:pt x="246838" y="203201"/>
                </a:lnTo>
                <a:lnTo>
                  <a:pt x="247156" y="203201"/>
                </a:lnTo>
                <a:lnTo>
                  <a:pt x="247474" y="203201"/>
                </a:lnTo>
                <a:lnTo>
                  <a:pt x="247792" y="203201"/>
                </a:lnTo>
                <a:lnTo>
                  <a:pt x="248111" y="203201"/>
                </a:lnTo>
                <a:lnTo>
                  <a:pt x="248429" y="203201"/>
                </a:lnTo>
                <a:lnTo>
                  <a:pt x="248747" y="203201"/>
                </a:lnTo>
                <a:lnTo>
                  <a:pt x="249065" y="203201"/>
                </a:lnTo>
                <a:lnTo>
                  <a:pt x="249384" y="203201"/>
                </a:lnTo>
                <a:lnTo>
                  <a:pt x="249702" y="203201"/>
                </a:lnTo>
                <a:lnTo>
                  <a:pt x="250020" y="203201"/>
                </a:lnTo>
                <a:lnTo>
                  <a:pt x="250338" y="203201"/>
                </a:lnTo>
                <a:lnTo>
                  <a:pt x="250657" y="203201"/>
                </a:lnTo>
                <a:lnTo>
                  <a:pt x="250975" y="203201"/>
                </a:lnTo>
                <a:lnTo>
                  <a:pt x="251293" y="203201"/>
                </a:lnTo>
                <a:lnTo>
                  <a:pt x="251611" y="203201"/>
                </a:lnTo>
                <a:lnTo>
                  <a:pt x="251929" y="203201"/>
                </a:lnTo>
                <a:lnTo>
                  <a:pt x="252248" y="203201"/>
                </a:lnTo>
                <a:lnTo>
                  <a:pt x="252566" y="203201"/>
                </a:lnTo>
                <a:lnTo>
                  <a:pt x="252884" y="203201"/>
                </a:lnTo>
                <a:lnTo>
                  <a:pt x="253202" y="203201"/>
                </a:lnTo>
                <a:lnTo>
                  <a:pt x="253521" y="203201"/>
                </a:lnTo>
                <a:lnTo>
                  <a:pt x="253839" y="203201"/>
                </a:lnTo>
                <a:lnTo>
                  <a:pt x="254157" y="203201"/>
                </a:lnTo>
                <a:lnTo>
                  <a:pt x="254475" y="203201"/>
                </a:lnTo>
                <a:lnTo>
                  <a:pt x="254794" y="203201"/>
                </a:lnTo>
                <a:lnTo>
                  <a:pt x="255112" y="203201"/>
                </a:lnTo>
                <a:lnTo>
                  <a:pt x="255430" y="203201"/>
                </a:lnTo>
                <a:lnTo>
                  <a:pt x="255748" y="203201"/>
                </a:lnTo>
                <a:lnTo>
                  <a:pt x="256066" y="203201"/>
                </a:lnTo>
                <a:lnTo>
                  <a:pt x="256385" y="203201"/>
                </a:lnTo>
                <a:lnTo>
                  <a:pt x="256703" y="203201"/>
                </a:lnTo>
                <a:lnTo>
                  <a:pt x="257021" y="203201"/>
                </a:lnTo>
                <a:lnTo>
                  <a:pt x="257339" y="203201"/>
                </a:lnTo>
                <a:lnTo>
                  <a:pt x="257658" y="203201"/>
                </a:lnTo>
                <a:lnTo>
                  <a:pt x="257976" y="203201"/>
                </a:lnTo>
                <a:lnTo>
                  <a:pt x="258294" y="203201"/>
                </a:lnTo>
                <a:lnTo>
                  <a:pt x="258612" y="203201"/>
                </a:lnTo>
                <a:lnTo>
                  <a:pt x="258931" y="203201"/>
                </a:lnTo>
                <a:lnTo>
                  <a:pt x="259249" y="203201"/>
                </a:lnTo>
                <a:lnTo>
                  <a:pt x="259567" y="203201"/>
                </a:lnTo>
                <a:lnTo>
                  <a:pt x="259885" y="203201"/>
                </a:lnTo>
                <a:lnTo>
                  <a:pt x="260203" y="203201"/>
                </a:lnTo>
                <a:lnTo>
                  <a:pt x="260522" y="203201"/>
                </a:lnTo>
                <a:lnTo>
                  <a:pt x="260840" y="203201"/>
                </a:lnTo>
                <a:lnTo>
                  <a:pt x="261158" y="203201"/>
                </a:lnTo>
                <a:lnTo>
                  <a:pt x="261476" y="203201"/>
                </a:lnTo>
                <a:lnTo>
                  <a:pt x="261795" y="203201"/>
                </a:lnTo>
                <a:lnTo>
                  <a:pt x="262113" y="203201"/>
                </a:lnTo>
                <a:lnTo>
                  <a:pt x="262431" y="203201"/>
                </a:lnTo>
                <a:lnTo>
                  <a:pt x="262749" y="203201"/>
                </a:lnTo>
                <a:lnTo>
                  <a:pt x="263068" y="203201"/>
                </a:lnTo>
                <a:lnTo>
                  <a:pt x="263386" y="203201"/>
                </a:lnTo>
                <a:lnTo>
                  <a:pt x="263704" y="203201"/>
                </a:lnTo>
                <a:lnTo>
                  <a:pt x="264022" y="203201"/>
                </a:lnTo>
                <a:lnTo>
                  <a:pt x="264340" y="203201"/>
                </a:lnTo>
                <a:lnTo>
                  <a:pt x="264659" y="203201"/>
                </a:lnTo>
                <a:lnTo>
                  <a:pt x="264977" y="203201"/>
                </a:lnTo>
                <a:lnTo>
                  <a:pt x="265295" y="203201"/>
                </a:lnTo>
                <a:lnTo>
                  <a:pt x="265613" y="203201"/>
                </a:lnTo>
                <a:lnTo>
                  <a:pt x="265932" y="203201"/>
                </a:lnTo>
                <a:lnTo>
                  <a:pt x="266250" y="203201"/>
                </a:lnTo>
                <a:lnTo>
                  <a:pt x="266568" y="203201"/>
                </a:lnTo>
                <a:lnTo>
                  <a:pt x="266886" y="203201"/>
                </a:lnTo>
                <a:lnTo>
                  <a:pt x="267205" y="203201"/>
                </a:lnTo>
                <a:lnTo>
                  <a:pt x="267523" y="203201"/>
                </a:lnTo>
                <a:lnTo>
                  <a:pt x="267841" y="203201"/>
                </a:lnTo>
                <a:lnTo>
                  <a:pt x="268159" y="203201"/>
                </a:lnTo>
                <a:lnTo>
                  <a:pt x="268477" y="203201"/>
                </a:lnTo>
                <a:lnTo>
                  <a:pt x="268796" y="203201"/>
                </a:lnTo>
                <a:lnTo>
                  <a:pt x="269114" y="203201"/>
                </a:lnTo>
                <a:lnTo>
                  <a:pt x="269432" y="203201"/>
                </a:lnTo>
                <a:lnTo>
                  <a:pt x="269750" y="203201"/>
                </a:lnTo>
                <a:lnTo>
                  <a:pt x="270069" y="203201"/>
                </a:lnTo>
                <a:lnTo>
                  <a:pt x="270387" y="203201"/>
                </a:lnTo>
                <a:lnTo>
                  <a:pt x="270705" y="203201"/>
                </a:lnTo>
                <a:lnTo>
                  <a:pt x="271023" y="203201"/>
                </a:lnTo>
                <a:lnTo>
                  <a:pt x="271342" y="203201"/>
                </a:lnTo>
                <a:lnTo>
                  <a:pt x="271660" y="203201"/>
                </a:lnTo>
                <a:lnTo>
                  <a:pt x="271978" y="203201"/>
                </a:lnTo>
                <a:lnTo>
                  <a:pt x="272296" y="203201"/>
                </a:lnTo>
                <a:lnTo>
                  <a:pt x="272614" y="203201"/>
                </a:lnTo>
                <a:lnTo>
                  <a:pt x="272933" y="203201"/>
                </a:lnTo>
                <a:lnTo>
                  <a:pt x="273251" y="203201"/>
                </a:lnTo>
                <a:lnTo>
                  <a:pt x="273569" y="203201"/>
                </a:lnTo>
                <a:lnTo>
                  <a:pt x="273887" y="203201"/>
                </a:lnTo>
                <a:lnTo>
                  <a:pt x="274206" y="203201"/>
                </a:lnTo>
                <a:lnTo>
                  <a:pt x="274524" y="203201"/>
                </a:lnTo>
                <a:lnTo>
                  <a:pt x="274842" y="203201"/>
                </a:lnTo>
                <a:lnTo>
                  <a:pt x="275160" y="203201"/>
                </a:lnTo>
                <a:lnTo>
                  <a:pt x="275479" y="203201"/>
                </a:lnTo>
                <a:lnTo>
                  <a:pt x="275797" y="203201"/>
                </a:lnTo>
                <a:lnTo>
                  <a:pt x="276115" y="203201"/>
                </a:lnTo>
                <a:lnTo>
                  <a:pt x="276433" y="203201"/>
                </a:lnTo>
                <a:lnTo>
                  <a:pt x="276751" y="203201"/>
                </a:lnTo>
                <a:lnTo>
                  <a:pt x="277070" y="203201"/>
                </a:lnTo>
                <a:lnTo>
                  <a:pt x="277388" y="203201"/>
                </a:lnTo>
                <a:lnTo>
                  <a:pt x="277706" y="203201"/>
                </a:lnTo>
                <a:lnTo>
                  <a:pt x="278024" y="203201"/>
                </a:lnTo>
                <a:lnTo>
                  <a:pt x="278343" y="203201"/>
                </a:lnTo>
                <a:lnTo>
                  <a:pt x="278661" y="203201"/>
                </a:lnTo>
                <a:lnTo>
                  <a:pt x="278979" y="203201"/>
                </a:lnTo>
                <a:lnTo>
                  <a:pt x="279297" y="203201"/>
                </a:lnTo>
                <a:lnTo>
                  <a:pt x="279616" y="203201"/>
                </a:lnTo>
                <a:lnTo>
                  <a:pt x="279934" y="203201"/>
                </a:lnTo>
                <a:lnTo>
                  <a:pt x="280252" y="203201"/>
                </a:lnTo>
                <a:lnTo>
                  <a:pt x="280570" y="203201"/>
                </a:lnTo>
                <a:lnTo>
                  <a:pt x="280888" y="203201"/>
                </a:lnTo>
                <a:lnTo>
                  <a:pt x="281207" y="203201"/>
                </a:lnTo>
                <a:lnTo>
                  <a:pt x="281525" y="203201"/>
                </a:lnTo>
                <a:lnTo>
                  <a:pt x="281843" y="203201"/>
                </a:lnTo>
                <a:lnTo>
                  <a:pt x="282161" y="203201"/>
                </a:lnTo>
                <a:lnTo>
                  <a:pt x="282480" y="203201"/>
                </a:lnTo>
                <a:lnTo>
                  <a:pt x="282798" y="203201"/>
                </a:lnTo>
                <a:lnTo>
                  <a:pt x="283116" y="203201"/>
                </a:lnTo>
                <a:lnTo>
                  <a:pt x="283434" y="203201"/>
                </a:lnTo>
                <a:lnTo>
                  <a:pt x="283753" y="203201"/>
                </a:lnTo>
                <a:lnTo>
                  <a:pt x="284071" y="203201"/>
                </a:lnTo>
                <a:lnTo>
                  <a:pt x="284389" y="203201"/>
                </a:lnTo>
                <a:lnTo>
                  <a:pt x="284707" y="203201"/>
                </a:lnTo>
                <a:lnTo>
                  <a:pt x="285025" y="203201"/>
                </a:lnTo>
                <a:lnTo>
                  <a:pt x="285344" y="203201"/>
                </a:lnTo>
                <a:lnTo>
                  <a:pt x="285662" y="203201"/>
                </a:lnTo>
                <a:lnTo>
                  <a:pt x="285980" y="203201"/>
                </a:lnTo>
                <a:lnTo>
                  <a:pt x="286298" y="203201"/>
                </a:lnTo>
                <a:lnTo>
                  <a:pt x="286617" y="203201"/>
                </a:lnTo>
                <a:lnTo>
                  <a:pt x="286935" y="203201"/>
                </a:lnTo>
                <a:lnTo>
                  <a:pt x="287253" y="203201"/>
                </a:lnTo>
                <a:lnTo>
                  <a:pt x="287571" y="203201"/>
                </a:lnTo>
                <a:lnTo>
                  <a:pt x="287890" y="203201"/>
                </a:lnTo>
                <a:lnTo>
                  <a:pt x="288208" y="203201"/>
                </a:lnTo>
                <a:lnTo>
                  <a:pt x="288526" y="203201"/>
                </a:lnTo>
                <a:lnTo>
                  <a:pt x="288844" y="203201"/>
                </a:lnTo>
                <a:lnTo>
                  <a:pt x="289162" y="203201"/>
                </a:lnTo>
                <a:lnTo>
                  <a:pt x="289481" y="203201"/>
                </a:lnTo>
                <a:lnTo>
                  <a:pt x="289799" y="203201"/>
                </a:lnTo>
                <a:lnTo>
                  <a:pt x="290117" y="203201"/>
                </a:lnTo>
                <a:lnTo>
                  <a:pt x="290435" y="203201"/>
                </a:lnTo>
                <a:lnTo>
                  <a:pt x="290754" y="203201"/>
                </a:lnTo>
                <a:lnTo>
                  <a:pt x="291072" y="203201"/>
                </a:lnTo>
                <a:lnTo>
                  <a:pt x="291390" y="203201"/>
                </a:lnTo>
                <a:lnTo>
                  <a:pt x="291708" y="203201"/>
                </a:lnTo>
                <a:lnTo>
                  <a:pt x="292026" y="203201"/>
                </a:lnTo>
                <a:lnTo>
                  <a:pt x="292345" y="203201"/>
                </a:lnTo>
                <a:lnTo>
                  <a:pt x="292663" y="203201"/>
                </a:lnTo>
                <a:lnTo>
                  <a:pt x="292981" y="203201"/>
                </a:lnTo>
                <a:lnTo>
                  <a:pt x="293299" y="203201"/>
                </a:lnTo>
                <a:lnTo>
                  <a:pt x="293618" y="203201"/>
                </a:lnTo>
                <a:lnTo>
                  <a:pt x="293936" y="203201"/>
                </a:lnTo>
                <a:lnTo>
                  <a:pt x="294254" y="203201"/>
                </a:lnTo>
                <a:lnTo>
                  <a:pt x="294572" y="203201"/>
                </a:lnTo>
                <a:lnTo>
                  <a:pt x="294891" y="203201"/>
                </a:lnTo>
                <a:lnTo>
                  <a:pt x="295209" y="203201"/>
                </a:lnTo>
                <a:lnTo>
                  <a:pt x="295527" y="203201"/>
                </a:lnTo>
                <a:lnTo>
                  <a:pt x="295845" y="203201"/>
                </a:lnTo>
                <a:lnTo>
                  <a:pt x="296163" y="203201"/>
                </a:lnTo>
                <a:lnTo>
                  <a:pt x="296482" y="203201"/>
                </a:lnTo>
                <a:lnTo>
                  <a:pt x="296800" y="203201"/>
                </a:lnTo>
                <a:lnTo>
                  <a:pt x="297118" y="203201"/>
                </a:lnTo>
                <a:lnTo>
                  <a:pt x="297436" y="203201"/>
                </a:lnTo>
                <a:lnTo>
                  <a:pt x="297755" y="203201"/>
                </a:lnTo>
                <a:lnTo>
                  <a:pt x="298073" y="203201"/>
                </a:lnTo>
                <a:lnTo>
                  <a:pt x="298391" y="203201"/>
                </a:lnTo>
                <a:lnTo>
                  <a:pt x="298709" y="203201"/>
                </a:lnTo>
                <a:lnTo>
                  <a:pt x="299028" y="203201"/>
                </a:lnTo>
                <a:lnTo>
                  <a:pt x="299346" y="203201"/>
                </a:lnTo>
                <a:lnTo>
                  <a:pt x="299664" y="203201"/>
                </a:lnTo>
                <a:lnTo>
                  <a:pt x="299982" y="203201"/>
                </a:lnTo>
                <a:lnTo>
                  <a:pt x="300300" y="203201"/>
                </a:lnTo>
                <a:lnTo>
                  <a:pt x="300619" y="203201"/>
                </a:lnTo>
                <a:lnTo>
                  <a:pt x="300937" y="203201"/>
                </a:lnTo>
                <a:lnTo>
                  <a:pt x="301255" y="203201"/>
                </a:lnTo>
                <a:lnTo>
                  <a:pt x="301573" y="203201"/>
                </a:lnTo>
                <a:lnTo>
                  <a:pt x="301892" y="203201"/>
                </a:lnTo>
                <a:lnTo>
                  <a:pt x="302210" y="203201"/>
                </a:lnTo>
                <a:lnTo>
                  <a:pt x="302528" y="203201"/>
                </a:lnTo>
                <a:lnTo>
                  <a:pt x="302846" y="203201"/>
                </a:lnTo>
                <a:lnTo>
                  <a:pt x="303165" y="203201"/>
                </a:lnTo>
                <a:lnTo>
                  <a:pt x="303483" y="203201"/>
                </a:lnTo>
                <a:lnTo>
                  <a:pt x="303801" y="203201"/>
                </a:lnTo>
                <a:lnTo>
                  <a:pt x="304119" y="203201"/>
                </a:lnTo>
                <a:lnTo>
                  <a:pt x="304437" y="203201"/>
                </a:lnTo>
                <a:lnTo>
                  <a:pt x="304756" y="203201"/>
                </a:lnTo>
                <a:lnTo>
                  <a:pt x="305074" y="203201"/>
                </a:lnTo>
                <a:lnTo>
                  <a:pt x="305392" y="203201"/>
                </a:lnTo>
                <a:lnTo>
                  <a:pt x="305710" y="203201"/>
                </a:lnTo>
                <a:lnTo>
                  <a:pt x="306029" y="203201"/>
                </a:lnTo>
                <a:lnTo>
                  <a:pt x="306347" y="203201"/>
                </a:lnTo>
                <a:lnTo>
                  <a:pt x="306665" y="203201"/>
                </a:lnTo>
                <a:lnTo>
                  <a:pt x="306983" y="203201"/>
                </a:lnTo>
                <a:lnTo>
                  <a:pt x="307302" y="203201"/>
                </a:lnTo>
                <a:lnTo>
                  <a:pt x="307620" y="203201"/>
                </a:lnTo>
                <a:lnTo>
                  <a:pt x="307938" y="203201"/>
                </a:lnTo>
                <a:lnTo>
                  <a:pt x="308256" y="203201"/>
                </a:lnTo>
                <a:lnTo>
                  <a:pt x="308574" y="203201"/>
                </a:lnTo>
                <a:lnTo>
                  <a:pt x="308893" y="203201"/>
                </a:lnTo>
                <a:lnTo>
                  <a:pt x="309211" y="203201"/>
                </a:lnTo>
                <a:lnTo>
                  <a:pt x="309529" y="203201"/>
                </a:lnTo>
                <a:lnTo>
                  <a:pt x="309847" y="203201"/>
                </a:lnTo>
                <a:lnTo>
                  <a:pt x="310166" y="203201"/>
                </a:lnTo>
                <a:lnTo>
                  <a:pt x="310484" y="203201"/>
                </a:lnTo>
                <a:lnTo>
                  <a:pt x="310802" y="203201"/>
                </a:lnTo>
                <a:lnTo>
                  <a:pt x="311120" y="203201"/>
                </a:lnTo>
                <a:lnTo>
                  <a:pt x="311439" y="203201"/>
                </a:lnTo>
                <a:lnTo>
                  <a:pt x="311757" y="203201"/>
                </a:lnTo>
                <a:lnTo>
                  <a:pt x="312075" y="203201"/>
                </a:lnTo>
                <a:lnTo>
                  <a:pt x="312393" y="203201"/>
                </a:lnTo>
                <a:lnTo>
                  <a:pt x="312711" y="203201"/>
                </a:lnTo>
                <a:lnTo>
                  <a:pt x="313030" y="203201"/>
                </a:lnTo>
                <a:lnTo>
                  <a:pt x="313348" y="203201"/>
                </a:lnTo>
                <a:lnTo>
                  <a:pt x="313666" y="203201"/>
                </a:lnTo>
                <a:lnTo>
                  <a:pt x="313984" y="203201"/>
                </a:lnTo>
                <a:lnTo>
                  <a:pt x="314303" y="203201"/>
                </a:lnTo>
                <a:lnTo>
                  <a:pt x="314621" y="203201"/>
                </a:lnTo>
                <a:lnTo>
                  <a:pt x="314939" y="203201"/>
                </a:lnTo>
                <a:lnTo>
                  <a:pt x="315257" y="203201"/>
                </a:lnTo>
                <a:lnTo>
                  <a:pt x="315576" y="203201"/>
                </a:lnTo>
                <a:lnTo>
                  <a:pt x="315894" y="203201"/>
                </a:lnTo>
                <a:lnTo>
                  <a:pt x="316212" y="203201"/>
                </a:lnTo>
                <a:lnTo>
                  <a:pt x="316530" y="203201"/>
                </a:lnTo>
                <a:lnTo>
                  <a:pt x="316848" y="203201"/>
                </a:lnTo>
                <a:lnTo>
                  <a:pt x="317167" y="203201"/>
                </a:lnTo>
                <a:lnTo>
                  <a:pt x="317485" y="203201"/>
                </a:lnTo>
                <a:lnTo>
                  <a:pt x="317803" y="203201"/>
                </a:lnTo>
                <a:lnTo>
                  <a:pt x="318121" y="203201"/>
                </a:lnTo>
                <a:lnTo>
                  <a:pt x="318440" y="203201"/>
                </a:lnTo>
                <a:lnTo>
                  <a:pt x="318758" y="203201"/>
                </a:lnTo>
                <a:lnTo>
                  <a:pt x="319076" y="203201"/>
                </a:lnTo>
                <a:lnTo>
                  <a:pt x="319394" y="203201"/>
                </a:lnTo>
                <a:lnTo>
                  <a:pt x="319713" y="203201"/>
                </a:lnTo>
                <a:lnTo>
                  <a:pt x="320031" y="203201"/>
                </a:lnTo>
                <a:lnTo>
                  <a:pt x="320349" y="203201"/>
                </a:lnTo>
                <a:lnTo>
                  <a:pt x="320667" y="203201"/>
                </a:lnTo>
                <a:lnTo>
                  <a:pt x="320985" y="203201"/>
                </a:lnTo>
                <a:lnTo>
                  <a:pt x="321304" y="203201"/>
                </a:lnTo>
                <a:lnTo>
                  <a:pt x="321622" y="203201"/>
                </a:lnTo>
                <a:lnTo>
                  <a:pt x="321940" y="203201"/>
                </a:lnTo>
                <a:lnTo>
                  <a:pt x="322258" y="203201"/>
                </a:lnTo>
                <a:lnTo>
                  <a:pt x="322577" y="203201"/>
                </a:lnTo>
                <a:lnTo>
                  <a:pt x="322895" y="203201"/>
                </a:lnTo>
                <a:lnTo>
                  <a:pt x="323213" y="203201"/>
                </a:lnTo>
                <a:lnTo>
                  <a:pt x="323531" y="203201"/>
                </a:lnTo>
                <a:lnTo>
                  <a:pt x="323850" y="203201"/>
                </a:lnTo>
                <a:lnTo>
                  <a:pt x="324168" y="203201"/>
                </a:lnTo>
                <a:lnTo>
                  <a:pt x="324486" y="203201"/>
                </a:lnTo>
                <a:lnTo>
                  <a:pt x="324804" y="203201"/>
                </a:lnTo>
                <a:lnTo>
                  <a:pt x="325122" y="203201"/>
                </a:lnTo>
                <a:lnTo>
                  <a:pt x="325441" y="203201"/>
                </a:lnTo>
                <a:lnTo>
                  <a:pt x="325759" y="203201"/>
                </a:lnTo>
                <a:lnTo>
                  <a:pt x="326077" y="203201"/>
                </a:lnTo>
                <a:lnTo>
                  <a:pt x="326395" y="203201"/>
                </a:lnTo>
                <a:lnTo>
                  <a:pt x="326714" y="203201"/>
                </a:lnTo>
                <a:lnTo>
                  <a:pt x="327032" y="203201"/>
                </a:lnTo>
                <a:lnTo>
                  <a:pt x="327350" y="203201"/>
                </a:lnTo>
                <a:lnTo>
                  <a:pt x="327668" y="203201"/>
                </a:lnTo>
                <a:lnTo>
                  <a:pt x="327987" y="203201"/>
                </a:lnTo>
                <a:lnTo>
                  <a:pt x="328305" y="203201"/>
                </a:lnTo>
                <a:lnTo>
                  <a:pt x="328623" y="203201"/>
                </a:lnTo>
                <a:lnTo>
                  <a:pt x="328941" y="203201"/>
                </a:lnTo>
                <a:lnTo>
                  <a:pt x="329259" y="203201"/>
                </a:lnTo>
                <a:lnTo>
                  <a:pt x="329640" y="203201"/>
                </a:lnTo>
                <a:lnTo>
                  <a:pt x="329958" y="203201"/>
                </a:lnTo>
                <a:lnTo>
                  <a:pt x="330339" y="203201"/>
                </a:lnTo>
                <a:lnTo>
                  <a:pt x="330657" y="203201"/>
                </a:lnTo>
                <a:lnTo>
                  <a:pt x="331037" y="203201"/>
                </a:lnTo>
                <a:lnTo>
                  <a:pt x="331418" y="203201"/>
                </a:lnTo>
                <a:lnTo>
                  <a:pt x="331798" y="203201"/>
                </a:lnTo>
                <a:lnTo>
                  <a:pt x="332178" y="203201"/>
                </a:lnTo>
                <a:lnTo>
                  <a:pt x="332559" y="203201"/>
                </a:lnTo>
                <a:lnTo>
                  <a:pt x="332939" y="203201"/>
                </a:lnTo>
                <a:lnTo>
                  <a:pt x="333320" y="203201"/>
                </a:lnTo>
                <a:lnTo>
                  <a:pt x="333700" y="203201"/>
                </a:lnTo>
                <a:lnTo>
                  <a:pt x="334081" y="203201"/>
                </a:lnTo>
                <a:lnTo>
                  <a:pt x="334461" y="203201"/>
                </a:lnTo>
                <a:lnTo>
                  <a:pt x="334841" y="203201"/>
                </a:lnTo>
                <a:lnTo>
                  <a:pt x="335222" y="203201"/>
                </a:lnTo>
                <a:lnTo>
                  <a:pt x="335602" y="203201"/>
                </a:lnTo>
                <a:lnTo>
                  <a:pt x="335983" y="203201"/>
                </a:lnTo>
                <a:lnTo>
                  <a:pt x="336363" y="203201"/>
                </a:lnTo>
                <a:lnTo>
                  <a:pt x="336744" y="203201"/>
                </a:lnTo>
                <a:lnTo>
                  <a:pt x="337124" y="203201"/>
                </a:lnTo>
                <a:lnTo>
                  <a:pt x="337504" y="203201"/>
                </a:lnTo>
                <a:lnTo>
                  <a:pt x="337885" y="203201"/>
                </a:lnTo>
                <a:lnTo>
                  <a:pt x="338265" y="203201"/>
                </a:lnTo>
                <a:lnTo>
                  <a:pt x="338265" y="203201"/>
                </a:lnTo>
                <a:lnTo>
                  <a:pt x="338265" y="233680"/>
                </a:lnTo>
                <a:cubicBezTo>
                  <a:pt x="338265" y="244920"/>
                  <a:pt x="329184" y="254001"/>
                  <a:pt x="317944" y="254001"/>
                </a:cubicBezTo>
                <a:lnTo>
                  <a:pt x="314960" y="254001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128760" y="1816693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09655" y="54937"/>
                </a:moveTo>
                <a:cubicBezTo>
                  <a:pt x="108298" y="59794"/>
                  <a:pt x="104798" y="63796"/>
                  <a:pt x="100226" y="65866"/>
                </a:cubicBezTo>
                <a:cubicBezTo>
                  <a:pt x="88368" y="71224"/>
                  <a:pt x="80080" y="83082"/>
                  <a:pt x="80010" y="96941"/>
                </a:cubicBezTo>
                <a:cubicBezTo>
                  <a:pt x="79937" y="103441"/>
                  <a:pt x="76294" y="109300"/>
                  <a:pt x="70508" y="112157"/>
                </a:cubicBezTo>
                <a:cubicBezTo>
                  <a:pt x="59151" y="117800"/>
                  <a:pt x="51433" y="129446"/>
                  <a:pt x="51433" y="142873"/>
                </a:cubicBezTo>
                <a:cubicBezTo>
                  <a:pt x="51433" y="147946"/>
                  <a:pt x="52505" y="152661"/>
                  <a:pt x="54432" y="156948"/>
                </a:cubicBezTo>
                <a:cubicBezTo>
                  <a:pt x="57574" y="163879"/>
                  <a:pt x="55789" y="171951"/>
                  <a:pt x="50076" y="176951"/>
                </a:cubicBezTo>
                <a:cubicBezTo>
                  <a:pt x="40362" y="185309"/>
                  <a:pt x="34290" y="197668"/>
                  <a:pt x="34290" y="211457"/>
                </a:cubicBezTo>
                <a:cubicBezTo>
                  <a:pt x="34290" y="225886"/>
                  <a:pt x="40932" y="238673"/>
                  <a:pt x="51364" y="247104"/>
                </a:cubicBezTo>
                <a:cubicBezTo>
                  <a:pt x="56152" y="250963"/>
                  <a:pt x="58507" y="257104"/>
                  <a:pt x="57578" y="263179"/>
                </a:cubicBezTo>
                <a:cubicBezTo>
                  <a:pt x="57293" y="264964"/>
                  <a:pt x="57150" y="266752"/>
                  <a:pt x="57150" y="268607"/>
                </a:cubicBezTo>
                <a:cubicBezTo>
                  <a:pt x="57150" y="287253"/>
                  <a:pt x="72007" y="302396"/>
                  <a:pt x="90511" y="302897"/>
                </a:cubicBezTo>
                <a:cubicBezTo>
                  <a:pt x="97084" y="303113"/>
                  <a:pt x="102940" y="306968"/>
                  <a:pt x="105657" y="312970"/>
                </a:cubicBezTo>
                <a:cubicBezTo>
                  <a:pt x="110588" y="323899"/>
                  <a:pt x="121586" y="331474"/>
                  <a:pt x="134303" y="331474"/>
                </a:cubicBezTo>
                <a:cubicBezTo>
                  <a:pt x="151662" y="331474"/>
                  <a:pt x="165737" y="317399"/>
                  <a:pt x="165737" y="300040"/>
                </a:cubicBezTo>
                <a:lnTo>
                  <a:pt x="165737" y="62867"/>
                </a:lnTo>
                <a:cubicBezTo>
                  <a:pt x="165737" y="47081"/>
                  <a:pt x="152950" y="34294"/>
                  <a:pt x="137164" y="34294"/>
                </a:cubicBezTo>
                <a:cubicBezTo>
                  <a:pt x="124161" y="34294"/>
                  <a:pt x="113089" y="43010"/>
                  <a:pt x="109659" y="54941"/>
                </a:cubicBezTo>
                <a:lnTo>
                  <a:pt x="109655" y="54937"/>
                </a:lnTo>
                <a:moveTo>
                  <a:pt x="182880" y="344330"/>
                </a:moveTo>
                <a:cubicBezTo>
                  <a:pt x="170879" y="357545"/>
                  <a:pt x="153520" y="365760"/>
                  <a:pt x="134303" y="365760"/>
                </a:cubicBezTo>
                <a:cubicBezTo>
                  <a:pt x="111301" y="365760"/>
                  <a:pt x="91085" y="353972"/>
                  <a:pt x="79366" y="336115"/>
                </a:cubicBezTo>
                <a:cubicBezTo>
                  <a:pt x="47220" y="330402"/>
                  <a:pt x="22860" y="302326"/>
                  <a:pt x="22860" y="268607"/>
                </a:cubicBezTo>
                <a:cubicBezTo>
                  <a:pt x="22860" y="268248"/>
                  <a:pt x="22860" y="267820"/>
                  <a:pt x="22860" y="267462"/>
                </a:cubicBezTo>
                <a:cubicBezTo>
                  <a:pt x="8716" y="253033"/>
                  <a:pt x="0" y="233245"/>
                  <a:pt x="0" y="211457"/>
                </a:cubicBezTo>
                <a:cubicBezTo>
                  <a:pt x="0" y="191596"/>
                  <a:pt x="7216" y="173451"/>
                  <a:pt x="19144" y="159523"/>
                </a:cubicBezTo>
                <a:cubicBezTo>
                  <a:pt x="17856" y="154164"/>
                  <a:pt x="17143" y="148594"/>
                  <a:pt x="17143" y="142877"/>
                </a:cubicBezTo>
                <a:cubicBezTo>
                  <a:pt x="17143" y="119589"/>
                  <a:pt x="28789" y="98942"/>
                  <a:pt x="46503" y="86583"/>
                </a:cubicBezTo>
                <a:cubicBezTo>
                  <a:pt x="49718" y="65936"/>
                  <a:pt x="62077" y="48364"/>
                  <a:pt x="79293" y="38149"/>
                </a:cubicBezTo>
                <a:cubicBezTo>
                  <a:pt x="88938" y="15717"/>
                  <a:pt x="111224" y="0"/>
                  <a:pt x="137156" y="0"/>
                </a:cubicBezTo>
                <a:cubicBezTo>
                  <a:pt x="155159" y="0"/>
                  <a:pt x="171446" y="7571"/>
                  <a:pt x="182876" y="19718"/>
                </a:cubicBezTo>
                <a:cubicBezTo>
                  <a:pt x="194306" y="7575"/>
                  <a:pt x="210594" y="0"/>
                  <a:pt x="228596" y="0"/>
                </a:cubicBezTo>
                <a:cubicBezTo>
                  <a:pt x="254529" y="0"/>
                  <a:pt x="276818" y="15717"/>
                  <a:pt x="286390" y="38149"/>
                </a:cubicBezTo>
                <a:cubicBezTo>
                  <a:pt x="303606" y="48364"/>
                  <a:pt x="316035" y="65939"/>
                  <a:pt x="319180" y="86583"/>
                </a:cubicBezTo>
                <a:cubicBezTo>
                  <a:pt x="336967" y="98942"/>
                  <a:pt x="348613" y="119585"/>
                  <a:pt x="348613" y="142877"/>
                </a:cubicBezTo>
                <a:cubicBezTo>
                  <a:pt x="348613" y="148594"/>
                  <a:pt x="347900" y="154164"/>
                  <a:pt x="346612" y="159523"/>
                </a:cubicBezTo>
                <a:cubicBezTo>
                  <a:pt x="358544" y="173524"/>
                  <a:pt x="365756" y="191669"/>
                  <a:pt x="365756" y="211457"/>
                </a:cubicBezTo>
                <a:cubicBezTo>
                  <a:pt x="365756" y="233245"/>
                  <a:pt x="357040" y="253033"/>
                  <a:pt x="342896" y="267462"/>
                </a:cubicBezTo>
                <a:cubicBezTo>
                  <a:pt x="342896" y="267820"/>
                  <a:pt x="342896" y="268248"/>
                  <a:pt x="342896" y="268607"/>
                </a:cubicBezTo>
                <a:cubicBezTo>
                  <a:pt x="342896" y="302396"/>
                  <a:pt x="318537" y="330402"/>
                  <a:pt x="286390" y="336115"/>
                </a:cubicBezTo>
                <a:cubicBezTo>
                  <a:pt x="274675" y="353975"/>
                  <a:pt x="254459" y="365760"/>
                  <a:pt x="231453" y="365760"/>
                </a:cubicBezTo>
                <a:cubicBezTo>
                  <a:pt x="212236" y="365760"/>
                  <a:pt x="194877" y="357472"/>
                  <a:pt x="182876" y="344330"/>
                </a:cubicBezTo>
                <a:lnTo>
                  <a:pt x="182880" y="344330"/>
                </a:lnTo>
                <a:moveTo>
                  <a:pt x="200027" y="300037"/>
                </a:moveTo>
                <a:cubicBezTo>
                  <a:pt x="200027" y="317395"/>
                  <a:pt x="214101" y="331470"/>
                  <a:pt x="231460" y="331470"/>
                </a:cubicBezTo>
                <a:cubicBezTo>
                  <a:pt x="244178" y="331470"/>
                  <a:pt x="255176" y="323899"/>
                  <a:pt x="260107" y="312966"/>
                </a:cubicBezTo>
                <a:cubicBezTo>
                  <a:pt x="262821" y="306964"/>
                  <a:pt x="268680" y="303036"/>
                  <a:pt x="275253" y="302893"/>
                </a:cubicBezTo>
                <a:cubicBezTo>
                  <a:pt x="293757" y="302392"/>
                  <a:pt x="308614" y="287250"/>
                  <a:pt x="308614" y="268603"/>
                </a:cubicBezTo>
                <a:cubicBezTo>
                  <a:pt x="308614" y="266745"/>
                  <a:pt x="308471" y="264887"/>
                  <a:pt x="308186" y="263175"/>
                </a:cubicBezTo>
                <a:cubicBezTo>
                  <a:pt x="307187" y="257104"/>
                  <a:pt x="309616" y="250959"/>
                  <a:pt x="314400" y="247100"/>
                </a:cubicBezTo>
                <a:cubicBezTo>
                  <a:pt x="324831" y="238669"/>
                  <a:pt x="331474" y="225882"/>
                  <a:pt x="331474" y="211453"/>
                </a:cubicBezTo>
                <a:cubicBezTo>
                  <a:pt x="331474" y="197664"/>
                  <a:pt x="325402" y="185309"/>
                  <a:pt x="315687" y="176947"/>
                </a:cubicBezTo>
                <a:cubicBezTo>
                  <a:pt x="309974" y="172017"/>
                  <a:pt x="308186" y="163875"/>
                  <a:pt x="311331" y="156944"/>
                </a:cubicBezTo>
                <a:cubicBezTo>
                  <a:pt x="313259" y="152657"/>
                  <a:pt x="314331" y="147942"/>
                  <a:pt x="314331" y="142869"/>
                </a:cubicBezTo>
                <a:cubicBezTo>
                  <a:pt x="314331" y="129439"/>
                  <a:pt x="306617" y="117797"/>
                  <a:pt x="295256" y="112153"/>
                </a:cubicBezTo>
                <a:cubicBezTo>
                  <a:pt x="289470" y="109296"/>
                  <a:pt x="285754" y="103367"/>
                  <a:pt x="285754" y="96937"/>
                </a:cubicBezTo>
                <a:cubicBezTo>
                  <a:pt x="285681" y="83148"/>
                  <a:pt x="277396" y="71221"/>
                  <a:pt x="265538" y="65862"/>
                </a:cubicBezTo>
                <a:cubicBezTo>
                  <a:pt x="260966" y="63792"/>
                  <a:pt x="257466" y="59791"/>
                  <a:pt x="256109" y="54933"/>
                </a:cubicBezTo>
                <a:cubicBezTo>
                  <a:pt x="252682" y="43002"/>
                  <a:pt x="241606" y="34286"/>
                  <a:pt x="228604" y="34286"/>
                </a:cubicBezTo>
                <a:cubicBezTo>
                  <a:pt x="212818" y="34286"/>
                  <a:pt x="200031" y="47073"/>
                  <a:pt x="200031" y="62863"/>
                </a:cubicBezTo>
                <a:lnTo>
                  <a:pt x="200027" y="30003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672646" y="1292938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96006" y="1292938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672646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81957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72646" y="3802600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96006" y="3802600"/>
            <a:ext cx="3840480" cy="2286000"/>
          </a:xfrm>
          <a:prstGeom prst="rect">
            <a:avLst/>
          </a:prstGeom>
          <a:solidFill>
            <a:srgbClr val="0E2841">
              <a:alpha val="3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blipFill>
            <a:blip r:embed="rId2"/>
            <a:srcRect/>
            <a:stretch>
              <a:fillRect l="-112800" r="-112800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72646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记忆管理的四大价值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63458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7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90333" y="6309360"/>
            <a:ext cx="700845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ZenFlux AI智能Agent框架全面解析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78886" y="485503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避免重复查询，降低Token消耗50%+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878886" y="438202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高效性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13147" y="3930634"/>
            <a:ext cx="297238" cy="365760"/>
          </a:xfrm>
          <a:custGeom>
            <a:avLst/>
            <a:gdLst/>
            <a:ahLst/>
            <a:cxnLst/>
            <a:rect l="l" t="t" r="r" b="b"/>
            <a:pathLst>
              <a:path w="297238" h="365760">
                <a:moveTo>
                  <a:pt x="91457" y="17147"/>
                </a:moveTo>
                <a:cubicBezTo>
                  <a:pt x="91457" y="7644"/>
                  <a:pt x="99102" y="0"/>
                  <a:pt x="108605" y="0"/>
                </a:cubicBezTo>
                <a:lnTo>
                  <a:pt x="188630" y="0"/>
                </a:lnTo>
                <a:cubicBezTo>
                  <a:pt x="198133" y="0"/>
                  <a:pt x="205778" y="7644"/>
                  <a:pt x="205778" y="17147"/>
                </a:cubicBezTo>
                <a:cubicBezTo>
                  <a:pt x="205778" y="26649"/>
                  <a:pt x="198133" y="34294"/>
                  <a:pt x="188630" y="34294"/>
                </a:cubicBezTo>
                <a:lnTo>
                  <a:pt x="165767" y="34294"/>
                </a:lnTo>
                <a:lnTo>
                  <a:pt x="165767" y="69589"/>
                </a:lnTo>
                <a:cubicBezTo>
                  <a:pt x="196778" y="73163"/>
                  <a:pt x="224929" y="86239"/>
                  <a:pt x="247079" y="105957"/>
                </a:cubicBezTo>
                <a:lnTo>
                  <a:pt x="267942" y="85021"/>
                </a:lnTo>
                <a:cubicBezTo>
                  <a:pt x="274660" y="78306"/>
                  <a:pt x="285518" y="78306"/>
                  <a:pt x="292164" y="85021"/>
                </a:cubicBezTo>
                <a:cubicBezTo>
                  <a:pt x="298810" y="91736"/>
                  <a:pt x="298882" y="102599"/>
                  <a:pt x="292164" y="109241"/>
                </a:cubicBezTo>
                <a:lnTo>
                  <a:pt x="270014" y="131392"/>
                </a:lnTo>
                <a:cubicBezTo>
                  <a:pt x="287162" y="155612"/>
                  <a:pt x="297238" y="185195"/>
                  <a:pt x="297238" y="217133"/>
                </a:cubicBezTo>
                <a:cubicBezTo>
                  <a:pt x="297238" y="299232"/>
                  <a:pt x="230716" y="365753"/>
                  <a:pt x="148619" y="365753"/>
                </a:cubicBezTo>
                <a:cubicBezTo>
                  <a:pt x="66522" y="365753"/>
                  <a:pt x="0" y="299301"/>
                  <a:pt x="0" y="217206"/>
                </a:cubicBezTo>
                <a:cubicBezTo>
                  <a:pt x="0" y="140898"/>
                  <a:pt x="57447" y="78090"/>
                  <a:pt x="131471" y="69589"/>
                </a:cubicBezTo>
                <a:lnTo>
                  <a:pt x="131471" y="34294"/>
                </a:lnTo>
                <a:lnTo>
                  <a:pt x="108608" y="34294"/>
                </a:lnTo>
                <a:cubicBezTo>
                  <a:pt x="99105" y="34294"/>
                  <a:pt x="91460" y="26649"/>
                  <a:pt x="91460" y="17147"/>
                </a:cubicBezTo>
                <a:lnTo>
                  <a:pt x="91457" y="17147"/>
                </a:lnTo>
                <a:moveTo>
                  <a:pt x="148619" y="331536"/>
                </a:moveTo>
                <a:cubicBezTo>
                  <a:pt x="211758" y="331536"/>
                  <a:pt x="262943" y="280351"/>
                  <a:pt x="262943" y="217214"/>
                </a:cubicBezTo>
                <a:cubicBezTo>
                  <a:pt x="262943" y="154076"/>
                  <a:pt x="211758" y="102892"/>
                  <a:pt x="148619" y="102892"/>
                </a:cubicBezTo>
                <a:cubicBezTo>
                  <a:pt x="85480" y="102892"/>
                  <a:pt x="34295" y="154076"/>
                  <a:pt x="34295" y="217214"/>
                </a:cubicBezTo>
                <a:cubicBezTo>
                  <a:pt x="34295" y="280351"/>
                  <a:pt x="85480" y="331536"/>
                  <a:pt x="148619" y="331536"/>
                </a:cubicBezTo>
                <a:lnTo>
                  <a:pt x="148619" y="331536"/>
                </a:lnTo>
                <a:moveTo>
                  <a:pt x="165767" y="154336"/>
                </a:moveTo>
                <a:lnTo>
                  <a:pt x="165767" y="228644"/>
                </a:lnTo>
                <a:cubicBezTo>
                  <a:pt x="165767" y="238146"/>
                  <a:pt x="158122" y="245791"/>
                  <a:pt x="148619" y="245791"/>
                </a:cubicBezTo>
                <a:cubicBezTo>
                  <a:pt x="139116" y="245791"/>
                  <a:pt x="131471" y="238146"/>
                  <a:pt x="131471" y="228644"/>
                </a:cubicBezTo>
                <a:lnTo>
                  <a:pt x="131471" y="154336"/>
                </a:lnTo>
                <a:cubicBezTo>
                  <a:pt x="131471" y="144834"/>
                  <a:pt x="139116" y="137189"/>
                  <a:pt x="148619" y="137189"/>
                </a:cubicBezTo>
                <a:cubicBezTo>
                  <a:pt x="158122" y="137189"/>
                  <a:pt x="165767" y="144834"/>
                  <a:pt x="165767" y="154336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55526" y="485503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记住用户偏好和习惯，提供定制化服务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855526" y="438202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个性化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855526" y="3933532"/>
            <a:ext cx="365760" cy="359963"/>
          </a:xfrm>
          <a:custGeom>
            <a:avLst/>
            <a:gdLst/>
            <a:ahLst/>
            <a:cxnLst/>
            <a:rect l="l" t="t" r="r" b="b"/>
            <a:pathLst>
              <a:path w="365760" h="359963">
                <a:moveTo>
                  <a:pt x="34283" y="182843"/>
                </a:moveTo>
                <a:cubicBezTo>
                  <a:pt x="34283" y="100779"/>
                  <a:pt x="100778" y="34283"/>
                  <a:pt x="182843" y="34283"/>
                </a:cubicBezTo>
                <a:cubicBezTo>
                  <a:pt x="227912" y="34283"/>
                  <a:pt x="268267" y="54355"/>
                  <a:pt x="295549" y="86064"/>
                </a:cubicBezTo>
                <a:cubicBezTo>
                  <a:pt x="301690" y="93277"/>
                  <a:pt x="312549" y="94062"/>
                  <a:pt x="319689" y="87921"/>
                </a:cubicBezTo>
                <a:cubicBezTo>
                  <a:pt x="326832" y="81780"/>
                  <a:pt x="327688" y="70924"/>
                  <a:pt x="321547" y="63778"/>
                </a:cubicBezTo>
                <a:cubicBezTo>
                  <a:pt x="288051" y="24708"/>
                  <a:pt x="238340" y="-4"/>
                  <a:pt x="182843" y="-4"/>
                </a:cubicBezTo>
                <a:cubicBezTo>
                  <a:pt x="81850" y="-4"/>
                  <a:pt x="0" y="81848"/>
                  <a:pt x="0" y="182840"/>
                </a:cubicBezTo>
                <a:lnTo>
                  <a:pt x="0" y="211410"/>
                </a:lnTo>
                <a:cubicBezTo>
                  <a:pt x="0" y="220909"/>
                  <a:pt x="7641" y="228551"/>
                  <a:pt x="17143" y="228551"/>
                </a:cubicBezTo>
                <a:cubicBezTo>
                  <a:pt x="26642" y="228551"/>
                  <a:pt x="34286" y="220909"/>
                  <a:pt x="34286" y="211410"/>
                </a:cubicBezTo>
                <a:lnTo>
                  <a:pt x="34283" y="182843"/>
                </a:lnTo>
                <a:moveTo>
                  <a:pt x="361759" y="145062"/>
                </a:moveTo>
                <a:cubicBezTo>
                  <a:pt x="359831" y="135778"/>
                  <a:pt x="350687" y="129850"/>
                  <a:pt x="341474" y="131847"/>
                </a:cubicBezTo>
                <a:cubicBezTo>
                  <a:pt x="332260" y="133849"/>
                  <a:pt x="326262" y="142916"/>
                  <a:pt x="328259" y="152131"/>
                </a:cubicBezTo>
                <a:cubicBezTo>
                  <a:pt x="330329" y="162059"/>
                  <a:pt x="331474" y="172343"/>
                  <a:pt x="331474" y="182915"/>
                </a:cubicBezTo>
                <a:lnTo>
                  <a:pt x="331474" y="211486"/>
                </a:lnTo>
                <a:cubicBezTo>
                  <a:pt x="331474" y="220985"/>
                  <a:pt x="339114" y="228627"/>
                  <a:pt x="348617" y="228627"/>
                </a:cubicBezTo>
                <a:cubicBezTo>
                  <a:pt x="358116" y="228627"/>
                  <a:pt x="365760" y="220985"/>
                  <a:pt x="365760" y="211486"/>
                </a:cubicBezTo>
                <a:lnTo>
                  <a:pt x="365760" y="182915"/>
                </a:lnTo>
                <a:cubicBezTo>
                  <a:pt x="365760" y="169989"/>
                  <a:pt x="364403" y="157347"/>
                  <a:pt x="361832" y="145134"/>
                </a:cubicBezTo>
                <a:lnTo>
                  <a:pt x="361759" y="145062"/>
                </a:lnTo>
                <a:moveTo>
                  <a:pt x="182843" y="57141"/>
                </a:moveTo>
                <a:cubicBezTo>
                  <a:pt x="169274" y="57141"/>
                  <a:pt x="156132" y="59282"/>
                  <a:pt x="143919" y="63282"/>
                </a:cubicBezTo>
                <a:cubicBezTo>
                  <a:pt x="133063" y="66852"/>
                  <a:pt x="130562" y="80211"/>
                  <a:pt x="137990" y="88922"/>
                </a:cubicBezTo>
                <a:cubicBezTo>
                  <a:pt x="143060" y="94850"/>
                  <a:pt x="151417" y="96636"/>
                  <a:pt x="158989" y="94566"/>
                </a:cubicBezTo>
                <a:cubicBezTo>
                  <a:pt x="166560" y="92496"/>
                  <a:pt x="174559" y="91423"/>
                  <a:pt x="182843" y="91423"/>
                </a:cubicBezTo>
                <a:cubicBezTo>
                  <a:pt x="233340" y="91423"/>
                  <a:pt x="274265" y="132348"/>
                  <a:pt x="274265" y="182847"/>
                </a:cubicBezTo>
                <a:lnTo>
                  <a:pt x="274265" y="200633"/>
                </a:lnTo>
                <a:cubicBezTo>
                  <a:pt x="274265" y="218631"/>
                  <a:pt x="273193" y="236557"/>
                  <a:pt x="271123" y="254415"/>
                </a:cubicBezTo>
                <a:cubicBezTo>
                  <a:pt x="269909" y="264843"/>
                  <a:pt x="277839" y="274270"/>
                  <a:pt x="288409" y="274270"/>
                </a:cubicBezTo>
                <a:cubicBezTo>
                  <a:pt x="296836" y="274270"/>
                  <a:pt x="304053" y="268129"/>
                  <a:pt x="305051" y="259771"/>
                </a:cubicBezTo>
                <a:cubicBezTo>
                  <a:pt x="307407" y="240200"/>
                  <a:pt x="308621" y="220488"/>
                  <a:pt x="308621" y="200705"/>
                </a:cubicBezTo>
                <a:lnTo>
                  <a:pt x="308621" y="182919"/>
                </a:lnTo>
                <a:cubicBezTo>
                  <a:pt x="308621" y="113496"/>
                  <a:pt x="252338" y="57212"/>
                  <a:pt x="182916" y="57212"/>
                </a:cubicBezTo>
                <a:lnTo>
                  <a:pt x="182843" y="57141"/>
                </a:lnTo>
                <a:moveTo>
                  <a:pt x="107636" y="106207"/>
                </a:moveTo>
                <a:cubicBezTo>
                  <a:pt x="101136" y="98637"/>
                  <a:pt x="89567" y="98065"/>
                  <a:pt x="83423" y="105923"/>
                </a:cubicBezTo>
                <a:cubicBezTo>
                  <a:pt x="66923" y="127135"/>
                  <a:pt x="57139" y="153848"/>
                  <a:pt x="57139" y="182847"/>
                </a:cubicBezTo>
                <a:lnTo>
                  <a:pt x="57139" y="200633"/>
                </a:lnTo>
                <a:cubicBezTo>
                  <a:pt x="57139" y="217918"/>
                  <a:pt x="55281" y="235200"/>
                  <a:pt x="51569" y="251985"/>
                </a:cubicBezTo>
                <a:cubicBezTo>
                  <a:pt x="49140" y="263126"/>
                  <a:pt x="57212" y="274270"/>
                  <a:pt x="68639" y="274270"/>
                </a:cubicBezTo>
                <a:cubicBezTo>
                  <a:pt x="76137" y="274270"/>
                  <a:pt x="82852" y="269270"/>
                  <a:pt x="84494" y="261913"/>
                </a:cubicBezTo>
                <a:cubicBezTo>
                  <a:pt x="89066" y="241841"/>
                  <a:pt x="91422" y="221345"/>
                  <a:pt x="91422" y="200633"/>
                </a:cubicBezTo>
                <a:lnTo>
                  <a:pt x="91422" y="182847"/>
                </a:lnTo>
                <a:cubicBezTo>
                  <a:pt x="91422" y="163420"/>
                  <a:pt x="97493" y="145422"/>
                  <a:pt x="107779" y="130638"/>
                </a:cubicBezTo>
                <a:cubicBezTo>
                  <a:pt x="112921" y="123208"/>
                  <a:pt x="113492" y="113068"/>
                  <a:pt x="107636" y="106211"/>
                </a:cubicBezTo>
                <a:lnTo>
                  <a:pt x="107636" y="106207"/>
                </a:lnTo>
                <a:moveTo>
                  <a:pt x="251412" y="182843"/>
                </a:moveTo>
                <a:cubicBezTo>
                  <a:pt x="251412" y="144990"/>
                  <a:pt x="220700" y="114278"/>
                  <a:pt x="182847" y="114278"/>
                </a:cubicBezTo>
                <a:cubicBezTo>
                  <a:pt x="144991" y="114278"/>
                  <a:pt x="114282" y="144990"/>
                  <a:pt x="114282" y="182843"/>
                </a:cubicBezTo>
                <a:lnTo>
                  <a:pt x="114282" y="200629"/>
                </a:lnTo>
                <a:cubicBezTo>
                  <a:pt x="114282" y="226269"/>
                  <a:pt x="110997" y="251697"/>
                  <a:pt x="104425" y="276409"/>
                </a:cubicBezTo>
                <a:cubicBezTo>
                  <a:pt x="101711" y="286621"/>
                  <a:pt x="109209" y="297121"/>
                  <a:pt x="119779" y="297121"/>
                </a:cubicBezTo>
                <a:cubicBezTo>
                  <a:pt x="126564" y="297121"/>
                  <a:pt x="132562" y="292693"/>
                  <a:pt x="134351" y="286120"/>
                </a:cubicBezTo>
                <a:cubicBezTo>
                  <a:pt x="141849" y="258266"/>
                  <a:pt x="145708" y="229552"/>
                  <a:pt x="145708" y="200625"/>
                </a:cubicBezTo>
                <a:lnTo>
                  <a:pt x="145708" y="182840"/>
                </a:lnTo>
                <a:cubicBezTo>
                  <a:pt x="145708" y="162340"/>
                  <a:pt x="162350" y="145699"/>
                  <a:pt x="182847" y="145699"/>
                </a:cubicBezTo>
                <a:cubicBezTo>
                  <a:pt x="203344" y="145699"/>
                  <a:pt x="219987" y="162340"/>
                  <a:pt x="219987" y="182840"/>
                </a:cubicBezTo>
                <a:lnTo>
                  <a:pt x="219987" y="200625"/>
                </a:lnTo>
                <a:cubicBezTo>
                  <a:pt x="219987" y="226554"/>
                  <a:pt x="217488" y="252338"/>
                  <a:pt x="212558" y="277690"/>
                </a:cubicBezTo>
                <a:cubicBezTo>
                  <a:pt x="210630" y="287618"/>
                  <a:pt x="218059" y="297117"/>
                  <a:pt x="228128" y="297117"/>
                </a:cubicBezTo>
                <a:cubicBezTo>
                  <a:pt x="235414" y="297117"/>
                  <a:pt x="241698" y="292117"/>
                  <a:pt x="243128" y="284976"/>
                </a:cubicBezTo>
                <a:cubicBezTo>
                  <a:pt x="248629" y="257262"/>
                  <a:pt x="251413" y="229052"/>
                  <a:pt x="251413" y="200625"/>
                </a:cubicBezTo>
                <a:lnTo>
                  <a:pt x="251412" y="182843"/>
                </a:lnTo>
                <a:moveTo>
                  <a:pt x="182843" y="165702"/>
                </a:moveTo>
                <a:cubicBezTo>
                  <a:pt x="173345" y="165702"/>
                  <a:pt x="165700" y="173344"/>
                  <a:pt x="165700" y="182843"/>
                </a:cubicBezTo>
                <a:lnTo>
                  <a:pt x="165700" y="200629"/>
                </a:lnTo>
                <a:cubicBezTo>
                  <a:pt x="165700" y="243411"/>
                  <a:pt x="157844" y="285836"/>
                  <a:pt x="142489" y="325763"/>
                </a:cubicBezTo>
                <a:lnTo>
                  <a:pt x="138276" y="336692"/>
                </a:lnTo>
                <a:cubicBezTo>
                  <a:pt x="134848" y="345547"/>
                  <a:pt x="139274" y="355475"/>
                  <a:pt x="148133" y="358833"/>
                </a:cubicBezTo>
                <a:cubicBezTo>
                  <a:pt x="156988" y="362191"/>
                  <a:pt x="166918" y="357832"/>
                  <a:pt x="170276" y="348977"/>
                </a:cubicBezTo>
                <a:lnTo>
                  <a:pt x="174490" y="338049"/>
                </a:lnTo>
                <a:cubicBezTo>
                  <a:pt x="191344" y="294194"/>
                  <a:pt x="199987" y="247626"/>
                  <a:pt x="199987" y="200629"/>
                </a:cubicBezTo>
                <a:lnTo>
                  <a:pt x="199987" y="182843"/>
                </a:lnTo>
                <a:cubicBezTo>
                  <a:pt x="199987" y="173344"/>
                  <a:pt x="192346" y="165702"/>
                  <a:pt x="182843" y="165702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878886" y="234536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从历史交互中学习，持续优化响应质量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878886" y="18723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智能化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78886" y="1426698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365760" h="365760">
                <a:moveTo>
                  <a:pt x="109655" y="54937"/>
                </a:moveTo>
                <a:cubicBezTo>
                  <a:pt x="108298" y="59794"/>
                  <a:pt x="104798" y="63796"/>
                  <a:pt x="100226" y="65866"/>
                </a:cubicBezTo>
                <a:cubicBezTo>
                  <a:pt x="88368" y="71224"/>
                  <a:pt x="80080" y="83082"/>
                  <a:pt x="80010" y="96941"/>
                </a:cubicBezTo>
                <a:cubicBezTo>
                  <a:pt x="79937" y="103441"/>
                  <a:pt x="76294" y="109300"/>
                  <a:pt x="70508" y="112157"/>
                </a:cubicBezTo>
                <a:cubicBezTo>
                  <a:pt x="59151" y="117800"/>
                  <a:pt x="51433" y="129446"/>
                  <a:pt x="51433" y="142873"/>
                </a:cubicBezTo>
                <a:cubicBezTo>
                  <a:pt x="51433" y="147946"/>
                  <a:pt x="52505" y="152661"/>
                  <a:pt x="54432" y="156948"/>
                </a:cubicBezTo>
                <a:cubicBezTo>
                  <a:pt x="57574" y="163879"/>
                  <a:pt x="55789" y="171951"/>
                  <a:pt x="50076" y="176951"/>
                </a:cubicBezTo>
                <a:cubicBezTo>
                  <a:pt x="40362" y="185309"/>
                  <a:pt x="34290" y="197668"/>
                  <a:pt x="34290" y="211457"/>
                </a:cubicBezTo>
                <a:cubicBezTo>
                  <a:pt x="34290" y="225886"/>
                  <a:pt x="40932" y="238673"/>
                  <a:pt x="51364" y="247104"/>
                </a:cubicBezTo>
                <a:cubicBezTo>
                  <a:pt x="56152" y="250963"/>
                  <a:pt x="58507" y="257104"/>
                  <a:pt x="57578" y="263179"/>
                </a:cubicBezTo>
                <a:cubicBezTo>
                  <a:pt x="57293" y="264964"/>
                  <a:pt x="57150" y="266752"/>
                  <a:pt x="57150" y="268607"/>
                </a:cubicBezTo>
                <a:cubicBezTo>
                  <a:pt x="57150" y="287253"/>
                  <a:pt x="72007" y="302396"/>
                  <a:pt x="90511" y="302897"/>
                </a:cubicBezTo>
                <a:cubicBezTo>
                  <a:pt x="97084" y="303113"/>
                  <a:pt x="102940" y="306968"/>
                  <a:pt x="105657" y="312970"/>
                </a:cubicBezTo>
                <a:cubicBezTo>
                  <a:pt x="110588" y="323899"/>
                  <a:pt x="121586" y="331474"/>
                  <a:pt x="134303" y="331474"/>
                </a:cubicBezTo>
                <a:cubicBezTo>
                  <a:pt x="151662" y="331474"/>
                  <a:pt x="165737" y="317399"/>
                  <a:pt x="165737" y="300040"/>
                </a:cubicBezTo>
                <a:lnTo>
                  <a:pt x="165737" y="62867"/>
                </a:lnTo>
                <a:cubicBezTo>
                  <a:pt x="165737" y="47081"/>
                  <a:pt x="152950" y="34294"/>
                  <a:pt x="137164" y="34294"/>
                </a:cubicBezTo>
                <a:cubicBezTo>
                  <a:pt x="124161" y="34294"/>
                  <a:pt x="113089" y="43010"/>
                  <a:pt x="109659" y="54941"/>
                </a:cubicBezTo>
                <a:lnTo>
                  <a:pt x="109655" y="54937"/>
                </a:lnTo>
                <a:moveTo>
                  <a:pt x="182880" y="344330"/>
                </a:moveTo>
                <a:cubicBezTo>
                  <a:pt x="170879" y="357545"/>
                  <a:pt x="153520" y="365760"/>
                  <a:pt x="134303" y="365760"/>
                </a:cubicBezTo>
                <a:cubicBezTo>
                  <a:pt x="111301" y="365760"/>
                  <a:pt x="91085" y="353972"/>
                  <a:pt x="79366" y="336115"/>
                </a:cubicBezTo>
                <a:cubicBezTo>
                  <a:pt x="47220" y="330402"/>
                  <a:pt x="22860" y="302326"/>
                  <a:pt x="22860" y="268607"/>
                </a:cubicBezTo>
                <a:cubicBezTo>
                  <a:pt x="22860" y="268248"/>
                  <a:pt x="22860" y="267820"/>
                  <a:pt x="22860" y="267462"/>
                </a:cubicBezTo>
                <a:cubicBezTo>
                  <a:pt x="8716" y="253033"/>
                  <a:pt x="0" y="233245"/>
                  <a:pt x="0" y="211457"/>
                </a:cubicBezTo>
                <a:cubicBezTo>
                  <a:pt x="0" y="191596"/>
                  <a:pt x="7216" y="173451"/>
                  <a:pt x="19144" y="159523"/>
                </a:cubicBezTo>
                <a:cubicBezTo>
                  <a:pt x="17856" y="154164"/>
                  <a:pt x="17143" y="148594"/>
                  <a:pt x="17143" y="142877"/>
                </a:cubicBezTo>
                <a:cubicBezTo>
                  <a:pt x="17143" y="119589"/>
                  <a:pt x="28789" y="98942"/>
                  <a:pt x="46503" y="86583"/>
                </a:cubicBezTo>
                <a:cubicBezTo>
                  <a:pt x="49718" y="65936"/>
                  <a:pt x="62077" y="48364"/>
                  <a:pt x="79293" y="38149"/>
                </a:cubicBezTo>
                <a:cubicBezTo>
                  <a:pt x="88938" y="15717"/>
                  <a:pt x="111224" y="0"/>
                  <a:pt x="137156" y="0"/>
                </a:cubicBezTo>
                <a:cubicBezTo>
                  <a:pt x="155159" y="0"/>
                  <a:pt x="171446" y="7571"/>
                  <a:pt x="182876" y="19718"/>
                </a:cubicBezTo>
                <a:cubicBezTo>
                  <a:pt x="194306" y="7575"/>
                  <a:pt x="210594" y="0"/>
                  <a:pt x="228596" y="0"/>
                </a:cubicBezTo>
                <a:cubicBezTo>
                  <a:pt x="254529" y="0"/>
                  <a:pt x="276818" y="15717"/>
                  <a:pt x="286390" y="38149"/>
                </a:cubicBezTo>
                <a:cubicBezTo>
                  <a:pt x="303606" y="48364"/>
                  <a:pt x="316035" y="65939"/>
                  <a:pt x="319180" y="86583"/>
                </a:cubicBezTo>
                <a:cubicBezTo>
                  <a:pt x="336967" y="98942"/>
                  <a:pt x="348613" y="119585"/>
                  <a:pt x="348613" y="142877"/>
                </a:cubicBezTo>
                <a:cubicBezTo>
                  <a:pt x="348613" y="148594"/>
                  <a:pt x="347900" y="154164"/>
                  <a:pt x="346612" y="159523"/>
                </a:cubicBezTo>
                <a:cubicBezTo>
                  <a:pt x="358544" y="173524"/>
                  <a:pt x="365756" y="191669"/>
                  <a:pt x="365756" y="211457"/>
                </a:cubicBezTo>
                <a:cubicBezTo>
                  <a:pt x="365756" y="233245"/>
                  <a:pt x="357040" y="253033"/>
                  <a:pt x="342896" y="267462"/>
                </a:cubicBezTo>
                <a:cubicBezTo>
                  <a:pt x="342896" y="267820"/>
                  <a:pt x="342896" y="268248"/>
                  <a:pt x="342896" y="268607"/>
                </a:cubicBezTo>
                <a:cubicBezTo>
                  <a:pt x="342896" y="302396"/>
                  <a:pt x="318537" y="330402"/>
                  <a:pt x="286390" y="336115"/>
                </a:cubicBezTo>
                <a:cubicBezTo>
                  <a:pt x="274675" y="353975"/>
                  <a:pt x="254459" y="365760"/>
                  <a:pt x="231453" y="365760"/>
                </a:cubicBezTo>
                <a:cubicBezTo>
                  <a:pt x="212236" y="365760"/>
                  <a:pt x="194877" y="357472"/>
                  <a:pt x="182876" y="344330"/>
                </a:cubicBezTo>
                <a:lnTo>
                  <a:pt x="182880" y="344330"/>
                </a:lnTo>
                <a:moveTo>
                  <a:pt x="200027" y="300037"/>
                </a:moveTo>
                <a:cubicBezTo>
                  <a:pt x="200027" y="317395"/>
                  <a:pt x="214101" y="331470"/>
                  <a:pt x="231460" y="331470"/>
                </a:cubicBezTo>
                <a:cubicBezTo>
                  <a:pt x="244178" y="331470"/>
                  <a:pt x="255176" y="323899"/>
                  <a:pt x="260107" y="312966"/>
                </a:cubicBezTo>
                <a:cubicBezTo>
                  <a:pt x="262821" y="306964"/>
                  <a:pt x="268680" y="303036"/>
                  <a:pt x="275253" y="302893"/>
                </a:cubicBezTo>
                <a:cubicBezTo>
                  <a:pt x="293757" y="302392"/>
                  <a:pt x="308614" y="287250"/>
                  <a:pt x="308614" y="268603"/>
                </a:cubicBezTo>
                <a:cubicBezTo>
                  <a:pt x="308614" y="266745"/>
                  <a:pt x="308471" y="264887"/>
                  <a:pt x="308186" y="263175"/>
                </a:cubicBezTo>
                <a:cubicBezTo>
                  <a:pt x="307187" y="257104"/>
                  <a:pt x="309616" y="250959"/>
                  <a:pt x="314400" y="247100"/>
                </a:cubicBezTo>
                <a:cubicBezTo>
                  <a:pt x="324831" y="238669"/>
                  <a:pt x="331474" y="225882"/>
                  <a:pt x="331474" y="211453"/>
                </a:cubicBezTo>
                <a:cubicBezTo>
                  <a:pt x="331474" y="197664"/>
                  <a:pt x="325402" y="185309"/>
                  <a:pt x="315687" y="176947"/>
                </a:cubicBezTo>
                <a:cubicBezTo>
                  <a:pt x="309974" y="172017"/>
                  <a:pt x="308186" y="163875"/>
                  <a:pt x="311331" y="156944"/>
                </a:cubicBezTo>
                <a:cubicBezTo>
                  <a:pt x="313259" y="152657"/>
                  <a:pt x="314331" y="147942"/>
                  <a:pt x="314331" y="142869"/>
                </a:cubicBezTo>
                <a:cubicBezTo>
                  <a:pt x="314331" y="129439"/>
                  <a:pt x="306617" y="117797"/>
                  <a:pt x="295256" y="112153"/>
                </a:cubicBezTo>
                <a:cubicBezTo>
                  <a:pt x="289470" y="109296"/>
                  <a:pt x="285754" y="103367"/>
                  <a:pt x="285754" y="96937"/>
                </a:cubicBezTo>
                <a:cubicBezTo>
                  <a:pt x="285681" y="83148"/>
                  <a:pt x="277396" y="71221"/>
                  <a:pt x="265538" y="65862"/>
                </a:cubicBezTo>
                <a:cubicBezTo>
                  <a:pt x="260966" y="63792"/>
                  <a:pt x="257466" y="59791"/>
                  <a:pt x="256109" y="54933"/>
                </a:cubicBezTo>
                <a:cubicBezTo>
                  <a:pt x="252682" y="43002"/>
                  <a:pt x="241606" y="34286"/>
                  <a:pt x="228604" y="34286"/>
                </a:cubicBezTo>
                <a:cubicBezTo>
                  <a:pt x="212818" y="34286"/>
                  <a:pt x="200031" y="47073"/>
                  <a:pt x="200031" y="62863"/>
                </a:cubicBezTo>
                <a:lnTo>
                  <a:pt x="200027" y="300037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855526" y="2345368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05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跨轮对话保持上下文，提供一致性体验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55526" y="18723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连续性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855526" y="1499850"/>
            <a:ext cx="365760" cy="219456"/>
          </a:xfrm>
          <a:custGeom>
            <a:avLst/>
            <a:gdLst/>
            <a:ahLst/>
            <a:cxnLst/>
            <a:rect l="l" t="t" r="r" b="b"/>
            <a:pathLst>
              <a:path w="365760" h="219456">
                <a:moveTo>
                  <a:pt x="82238" y="0"/>
                </a:moveTo>
                <a:cubicBezTo>
                  <a:pt x="36803" y="0"/>
                  <a:pt x="0" y="36805"/>
                  <a:pt x="0" y="82239"/>
                </a:cubicBezTo>
                <a:cubicBezTo>
                  <a:pt x="0" y="125503"/>
                  <a:pt x="33548" y="161392"/>
                  <a:pt x="76751" y="164250"/>
                </a:cubicBezTo>
                <a:lnTo>
                  <a:pt x="81382" y="164535"/>
                </a:lnTo>
                <a:cubicBezTo>
                  <a:pt x="88924" y="165048"/>
                  <a:pt x="95496" y="159334"/>
                  <a:pt x="95954" y="151791"/>
                </a:cubicBezTo>
                <a:cubicBezTo>
                  <a:pt x="96411" y="144249"/>
                  <a:pt x="90752" y="137676"/>
                  <a:pt x="83152" y="137217"/>
                </a:cubicBezTo>
                <a:lnTo>
                  <a:pt x="78521" y="136932"/>
                </a:lnTo>
                <a:cubicBezTo>
                  <a:pt x="49776" y="134990"/>
                  <a:pt x="27428" y="111043"/>
                  <a:pt x="27428" y="82239"/>
                </a:cubicBezTo>
                <a:cubicBezTo>
                  <a:pt x="27428" y="52007"/>
                  <a:pt x="51945" y="27432"/>
                  <a:pt x="82234" y="27432"/>
                </a:cubicBezTo>
                <a:lnTo>
                  <a:pt x="173846" y="27432"/>
                </a:lnTo>
                <a:cubicBezTo>
                  <a:pt x="204080" y="27432"/>
                  <a:pt x="228651" y="51950"/>
                  <a:pt x="228651" y="82239"/>
                </a:cubicBezTo>
                <a:cubicBezTo>
                  <a:pt x="228651" y="111100"/>
                  <a:pt x="206307" y="134987"/>
                  <a:pt x="177503" y="136875"/>
                </a:cubicBezTo>
                <a:lnTo>
                  <a:pt x="172873" y="137160"/>
                </a:lnTo>
                <a:cubicBezTo>
                  <a:pt x="165331" y="137673"/>
                  <a:pt x="159614" y="144189"/>
                  <a:pt x="160071" y="151734"/>
                </a:cubicBezTo>
                <a:cubicBezTo>
                  <a:pt x="160529" y="159277"/>
                  <a:pt x="167101" y="164994"/>
                  <a:pt x="174643" y="164478"/>
                </a:cubicBezTo>
                <a:lnTo>
                  <a:pt x="179274" y="164193"/>
                </a:lnTo>
                <a:cubicBezTo>
                  <a:pt x="222481" y="161335"/>
                  <a:pt x="256025" y="125445"/>
                  <a:pt x="256025" y="82182"/>
                </a:cubicBezTo>
                <a:cubicBezTo>
                  <a:pt x="256025" y="36805"/>
                  <a:pt x="219218" y="0"/>
                  <a:pt x="173787" y="0"/>
                </a:cubicBezTo>
                <a:lnTo>
                  <a:pt x="82238" y="0"/>
                </a:lnTo>
                <a:moveTo>
                  <a:pt x="283522" y="219456"/>
                </a:moveTo>
                <a:cubicBezTo>
                  <a:pt x="328957" y="219456"/>
                  <a:pt x="365760" y="182651"/>
                  <a:pt x="365760" y="137217"/>
                </a:cubicBezTo>
                <a:cubicBezTo>
                  <a:pt x="365760" y="93953"/>
                  <a:pt x="332212" y="58064"/>
                  <a:pt x="289009" y="55206"/>
                </a:cubicBezTo>
                <a:lnTo>
                  <a:pt x="284378" y="54921"/>
                </a:lnTo>
                <a:cubicBezTo>
                  <a:pt x="276833" y="54408"/>
                  <a:pt x="270264" y="60122"/>
                  <a:pt x="269806" y="67722"/>
                </a:cubicBezTo>
                <a:cubicBezTo>
                  <a:pt x="269349" y="75324"/>
                  <a:pt x="275008" y="81837"/>
                  <a:pt x="282550" y="82296"/>
                </a:cubicBezTo>
                <a:lnTo>
                  <a:pt x="287180" y="82581"/>
                </a:lnTo>
                <a:cubicBezTo>
                  <a:pt x="315984" y="84523"/>
                  <a:pt x="338328" y="108413"/>
                  <a:pt x="338328" y="137217"/>
                </a:cubicBezTo>
                <a:cubicBezTo>
                  <a:pt x="338328" y="167449"/>
                  <a:pt x="313811" y="192024"/>
                  <a:pt x="283522" y="192024"/>
                </a:cubicBezTo>
                <a:lnTo>
                  <a:pt x="191969" y="192024"/>
                </a:lnTo>
                <a:cubicBezTo>
                  <a:pt x="161681" y="192024"/>
                  <a:pt x="137164" y="167506"/>
                  <a:pt x="137164" y="137217"/>
                </a:cubicBezTo>
                <a:cubicBezTo>
                  <a:pt x="137164" y="108356"/>
                  <a:pt x="159508" y="84469"/>
                  <a:pt x="188312" y="82524"/>
                </a:cubicBezTo>
                <a:lnTo>
                  <a:pt x="192368" y="82239"/>
                </a:lnTo>
                <a:cubicBezTo>
                  <a:pt x="199913" y="81725"/>
                  <a:pt x="205627" y="75210"/>
                  <a:pt x="205111" y="67608"/>
                </a:cubicBezTo>
                <a:cubicBezTo>
                  <a:pt x="204595" y="60006"/>
                  <a:pt x="198081" y="54348"/>
                  <a:pt x="190481" y="54864"/>
                </a:cubicBezTo>
                <a:lnTo>
                  <a:pt x="186424" y="55149"/>
                </a:lnTo>
                <a:cubicBezTo>
                  <a:pt x="143276" y="58064"/>
                  <a:pt x="109728" y="93953"/>
                  <a:pt x="109728" y="137217"/>
                </a:cubicBezTo>
                <a:cubicBezTo>
                  <a:pt x="109728" y="182651"/>
                  <a:pt x="146531" y="219456"/>
                  <a:pt x="191966" y="219456"/>
                </a:cubicBezTo>
                <a:lnTo>
                  <a:pt x="283522" y="21945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655241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1655243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9" y="1164795"/>
            <a:ext cx="7863840" cy="45719"/>
          </a:xfrm>
          <a:custGeom>
            <a:avLst/>
            <a:gdLst/>
            <a:ahLst/>
            <a:cxnLst/>
            <a:rect l="l" t="t" r="r" b="b"/>
            <a:pathLst>
              <a:path w="7863840" h="45719">
                <a:moveTo>
                  <a:pt x="0" y="0"/>
                </a:moveTo>
                <a:lnTo>
                  <a:pt x="786384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900160" y="0"/>
            <a:ext cx="3291840" cy="6858000"/>
          </a:xfrm>
          <a:prstGeom prst="rect">
            <a:avLst/>
          </a:prstGeom>
          <a:blipFill>
            <a:blip r:embed="rId2"/>
            <a:srcRect/>
            <a:stretch>
              <a:fillRect l="-103286" r="-103286" t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079" y="1"/>
            <a:ext cx="7863840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技术架构设计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7765" y="6309360"/>
            <a:ext cx="764615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ZenFlux AI智能Agent框架全面解析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314157" y="5472113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兼容Claude、GPT、开源模型等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14157" y="5055582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多模型支持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14157" y="4349309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支持云原生架构，弹性伸缩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14157" y="3932779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分布式部署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14157" y="3182553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支持自定义技能和工具快速接入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14157" y="2766023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插件化扩展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14157" y="1580651"/>
            <a:ext cx="68580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模块化设计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14157" y="1997181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能力路由、记忆管理、任务规划独立模块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79" y="504940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42863"/>
                </a:moveTo>
                <a:cubicBezTo>
                  <a:pt x="191183" y="42863"/>
                  <a:pt x="207171" y="58846"/>
                  <a:pt x="207171" y="78584"/>
                </a:cubicBezTo>
                <a:lnTo>
                  <a:pt x="207171" y="114305"/>
                </a:lnTo>
                <a:lnTo>
                  <a:pt x="189935" y="114305"/>
                </a:lnTo>
                <a:cubicBezTo>
                  <a:pt x="184398" y="101713"/>
                  <a:pt x="171807" y="92876"/>
                  <a:pt x="157163" y="92876"/>
                </a:cubicBezTo>
                <a:cubicBezTo>
                  <a:pt x="137430" y="92876"/>
                  <a:pt x="121446" y="108859"/>
                  <a:pt x="121446" y="128597"/>
                </a:cubicBezTo>
                <a:cubicBezTo>
                  <a:pt x="121446" y="148329"/>
                  <a:pt x="137430" y="164318"/>
                  <a:pt x="157167" y="164318"/>
                </a:cubicBezTo>
                <a:cubicBezTo>
                  <a:pt x="171811" y="164318"/>
                  <a:pt x="184402" y="155475"/>
                  <a:pt x="189939" y="142889"/>
                </a:cubicBezTo>
                <a:lnTo>
                  <a:pt x="207176" y="142889"/>
                </a:lnTo>
                <a:lnTo>
                  <a:pt x="207176" y="228614"/>
                </a:lnTo>
                <a:lnTo>
                  <a:pt x="171459" y="228614"/>
                </a:lnTo>
                <a:cubicBezTo>
                  <a:pt x="147794" y="228614"/>
                  <a:pt x="128597" y="247812"/>
                  <a:pt x="128597" y="271476"/>
                </a:cubicBezTo>
                <a:lnTo>
                  <a:pt x="128597" y="281567"/>
                </a:lnTo>
                <a:cubicBezTo>
                  <a:pt x="116005" y="287103"/>
                  <a:pt x="107168" y="299695"/>
                  <a:pt x="107168" y="314339"/>
                </a:cubicBezTo>
                <a:cubicBezTo>
                  <a:pt x="107168" y="334071"/>
                  <a:pt x="123151" y="350060"/>
                  <a:pt x="142889" y="350060"/>
                </a:cubicBezTo>
                <a:cubicBezTo>
                  <a:pt x="162621" y="350060"/>
                  <a:pt x="178610" y="334076"/>
                  <a:pt x="178610" y="314343"/>
                </a:cubicBezTo>
                <a:cubicBezTo>
                  <a:pt x="178610" y="299699"/>
                  <a:pt x="169768" y="287108"/>
                  <a:pt x="157181" y="281571"/>
                </a:cubicBezTo>
                <a:lnTo>
                  <a:pt x="157181" y="271481"/>
                </a:lnTo>
                <a:cubicBezTo>
                  <a:pt x="157181" y="263622"/>
                  <a:pt x="163609" y="257193"/>
                  <a:pt x="171468" y="257193"/>
                </a:cubicBezTo>
                <a:lnTo>
                  <a:pt x="207189" y="257193"/>
                </a:lnTo>
                <a:lnTo>
                  <a:pt x="207189" y="375064"/>
                </a:lnTo>
                <a:cubicBezTo>
                  <a:pt x="207189" y="396763"/>
                  <a:pt x="189596" y="414356"/>
                  <a:pt x="167898" y="414356"/>
                </a:cubicBezTo>
                <a:cubicBezTo>
                  <a:pt x="152001" y="414356"/>
                  <a:pt x="138253" y="404892"/>
                  <a:pt x="132090" y="391226"/>
                </a:cubicBezTo>
                <a:cubicBezTo>
                  <a:pt x="128697" y="383723"/>
                  <a:pt x="121373" y="378813"/>
                  <a:pt x="113157" y="378635"/>
                </a:cubicBezTo>
                <a:cubicBezTo>
                  <a:pt x="90027" y="378008"/>
                  <a:pt x="71456" y="359080"/>
                  <a:pt x="71456" y="335772"/>
                </a:cubicBezTo>
                <a:cubicBezTo>
                  <a:pt x="71456" y="333450"/>
                  <a:pt x="71634" y="331127"/>
                  <a:pt x="71991" y="328987"/>
                </a:cubicBezTo>
                <a:cubicBezTo>
                  <a:pt x="73239" y="321398"/>
                  <a:pt x="70203" y="313717"/>
                  <a:pt x="64223" y="308893"/>
                </a:cubicBezTo>
                <a:cubicBezTo>
                  <a:pt x="51184" y="298355"/>
                  <a:pt x="42881" y="282371"/>
                  <a:pt x="42881" y="264335"/>
                </a:cubicBezTo>
                <a:cubicBezTo>
                  <a:pt x="42881" y="247098"/>
                  <a:pt x="50470" y="231654"/>
                  <a:pt x="62614" y="221203"/>
                </a:cubicBezTo>
                <a:cubicBezTo>
                  <a:pt x="69760" y="215039"/>
                  <a:pt x="71991" y="204862"/>
                  <a:pt x="68059" y="196198"/>
                </a:cubicBezTo>
                <a:cubicBezTo>
                  <a:pt x="65649" y="190840"/>
                  <a:pt x="64310" y="184947"/>
                  <a:pt x="64310" y="178605"/>
                </a:cubicBezTo>
                <a:cubicBezTo>
                  <a:pt x="64310" y="161817"/>
                  <a:pt x="73952" y="147264"/>
                  <a:pt x="88153" y="140210"/>
                </a:cubicBezTo>
                <a:cubicBezTo>
                  <a:pt x="95386" y="136639"/>
                  <a:pt x="100031" y="129228"/>
                  <a:pt x="100031" y="121190"/>
                </a:cubicBezTo>
                <a:cubicBezTo>
                  <a:pt x="100122" y="103954"/>
                  <a:pt x="110478" y="89044"/>
                  <a:pt x="125300" y="82346"/>
                </a:cubicBezTo>
                <a:cubicBezTo>
                  <a:pt x="131015" y="79759"/>
                  <a:pt x="135391" y="74757"/>
                  <a:pt x="137087" y="68685"/>
                </a:cubicBezTo>
                <a:cubicBezTo>
                  <a:pt x="141375" y="53771"/>
                  <a:pt x="155215" y="42876"/>
                  <a:pt x="171468" y="42876"/>
                </a:cubicBezTo>
                <a:lnTo>
                  <a:pt x="171450" y="42863"/>
                </a:lnTo>
                <a:moveTo>
                  <a:pt x="167879" y="457200"/>
                </a:moveTo>
                <a:cubicBezTo>
                  <a:pt x="191901" y="457200"/>
                  <a:pt x="213599" y="446840"/>
                  <a:pt x="228600" y="430413"/>
                </a:cubicBezTo>
                <a:cubicBezTo>
                  <a:pt x="243601" y="446931"/>
                  <a:pt x="265299" y="457200"/>
                  <a:pt x="289321" y="457200"/>
                </a:cubicBezTo>
                <a:cubicBezTo>
                  <a:pt x="318074" y="457200"/>
                  <a:pt x="343343" y="442464"/>
                  <a:pt x="357992" y="420144"/>
                </a:cubicBezTo>
                <a:cubicBezTo>
                  <a:pt x="398175" y="413002"/>
                  <a:pt x="428625" y="377908"/>
                  <a:pt x="428625" y="335759"/>
                </a:cubicBezTo>
                <a:cubicBezTo>
                  <a:pt x="428625" y="335310"/>
                  <a:pt x="428625" y="334776"/>
                  <a:pt x="428625" y="334328"/>
                </a:cubicBezTo>
                <a:cubicBezTo>
                  <a:pt x="446305" y="316291"/>
                  <a:pt x="457200" y="291556"/>
                  <a:pt x="457200" y="264321"/>
                </a:cubicBezTo>
                <a:cubicBezTo>
                  <a:pt x="457200" y="239495"/>
                  <a:pt x="448179" y="216813"/>
                  <a:pt x="433270" y="199403"/>
                </a:cubicBezTo>
                <a:cubicBezTo>
                  <a:pt x="434879" y="192705"/>
                  <a:pt x="435771" y="185742"/>
                  <a:pt x="435771" y="178596"/>
                </a:cubicBezTo>
                <a:cubicBezTo>
                  <a:pt x="435771" y="149486"/>
                  <a:pt x="421214" y="123677"/>
                  <a:pt x="399072" y="108228"/>
                </a:cubicBezTo>
                <a:cubicBezTo>
                  <a:pt x="395053" y="82419"/>
                  <a:pt x="379604" y="60456"/>
                  <a:pt x="358084" y="47686"/>
                </a:cubicBezTo>
                <a:cubicBezTo>
                  <a:pt x="346027" y="19646"/>
                  <a:pt x="318170" y="0"/>
                  <a:pt x="285755" y="0"/>
                </a:cubicBezTo>
                <a:cubicBezTo>
                  <a:pt x="263251" y="0"/>
                  <a:pt x="242892" y="9464"/>
                  <a:pt x="228605" y="24648"/>
                </a:cubicBezTo>
                <a:cubicBezTo>
                  <a:pt x="214317" y="9469"/>
                  <a:pt x="193958" y="0"/>
                  <a:pt x="171455" y="0"/>
                </a:cubicBezTo>
                <a:cubicBezTo>
                  <a:pt x="139039" y="0"/>
                  <a:pt x="111177" y="19646"/>
                  <a:pt x="99212" y="47686"/>
                </a:cubicBezTo>
                <a:cubicBezTo>
                  <a:pt x="77601" y="60456"/>
                  <a:pt x="62156" y="82424"/>
                  <a:pt x="58138" y="108228"/>
                </a:cubicBezTo>
                <a:cubicBezTo>
                  <a:pt x="35991" y="123677"/>
                  <a:pt x="21438" y="149482"/>
                  <a:pt x="21438" y="178596"/>
                </a:cubicBezTo>
                <a:cubicBezTo>
                  <a:pt x="21438" y="185742"/>
                  <a:pt x="22330" y="192705"/>
                  <a:pt x="23939" y="199403"/>
                </a:cubicBezTo>
                <a:cubicBezTo>
                  <a:pt x="9025" y="216818"/>
                  <a:pt x="9" y="239500"/>
                  <a:pt x="9" y="264321"/>
                </a:cubicBezTo>
                <a:cubicBezTo>
                  <a:pt x="9" y="291556"/>
                  <a:pt x="10904" y="316291"/>
                  <a:pt x="28584" y="334328"/>
                </a:cubicBezTo>
                <a:cubicBezTo>
                  <a:pt x="28584" y="334776"/>
                  <a:pt x="28584" y="335310"/>
                  <a:pt x="28584" y="335759"/>
                </a:cubicBezTo>
                <a:cubicBezTo>
                  <a:pt x="28584" y="377995"/>
                  <a:pt x="59034" y="413002"/>
                  <a:pt x="99217" y="420144"/>
                </a:cubicBezTo>
                <a:cubicBezTo>
                  <a:pt x="113861" y="442469"/>
                  <a:pt x="139131" y="457200"/>
                  <a:pt x="167888" y="457200"/>
                </a:cubicBezTo>
                <a:lnTo>
                  <a:pt x="167879" y="457200"/>
                </a:lnTo>
                <a:moveTo>
                  <a:pt x="289321" y="414338"/>
                </a:moveTo>
                <a:cubicBezTo>
                  <a:pt x="267622" y="414338"/>
                  <a:pt x="250029" y="396744"/>
                  <a:pt x="250029" y="375046"/>
                </a:cubicBezTo>
                <a:lnTo>
                  <a:pt x="250029" y="314325"/>
                </a:lnTo>
                <a:lnTo>
                  <a:pt x="295840" y="314325"/>
                </a:lnTo>
                <a:cubicBezTo>
                  <a:pt x="301377" y="326916"/>
                  <a:pt x="313968" y="335759"/>
                  <a:pt x="328613" y="335759"/>
                </a:cubicBezTo>
                <a:cubicBezTo>
                  <a:pt x="348345" y="335759"/>
                  <a:pt x="364334" y="319775"/>
                  <a:pt x="364334" y="300042"/>
                </a:cubicBezTo>
                <a:cubicBezTo>
                  <a:pt x="364334" y="280309"/>
                  <a:pt x="348350" y="264326"/>
                  <a:pt x="328617" y="264326"/>
                </a:cubicBezTo>
                <a:cubicBezTo>
                  <a:pt x="313973" y="264326"/>
                  <a:pt x="301382" y="273168"/>
                  <a:pt x="295845" y="285759"/>
                </a:cubicBezTo>
                <a:lnTo>
                  <a:pt x="250034" y="285759"/>
                </a:lnTo>
                <a:lnTo>
                  <a:pt x="250034" y="142884"/>
                </a:lnTo>
                <a:lnTo>
                  <a:pt x="285755" y="142884"/>
                </a:lnTo>
                <a:cubicBezTo>
                  <a:pt x="293614" y="142884"/>
                  <a:pt x="300042" y="149312"/>
                  <a:pt x="300042" y="157172"/>
                </a:cubicBezTo>
                <a:lnTo>
                  <a:pt x="300042" y="167262"/>
                </a:lnTo>
                <a:cubicBezTo>
                  <a:pt x="287451" y="172799"/>
                  <a:pt x="278613" y="185390"/>
                  <a:pt x="278613" y="200034"/>
                </a:cubicBezTo>
                <a:cubicBezTo>
                  <a:pt x="278613" y="219767"/>
                  <a:pt x="294597" y="235755"/>
                  <a:pt x="314334" y="235755"/>
                </a:cubicBezTo>
                <a:cubicBezTo>
                  <a:pt x="334067" y="235755"/>
                  <a:pt x="350055" y="219771"/>
                  <a:pt x="350055" y="200039"/>
                </a:cubicBezTo>
                <a:cubicBezTo>
                  <a:pt x="350055" y="185395"/>
                  <a:pt x="341213" y="172803"/>
                  <a:pt x="328626" y="167267"/>
                </a:cubicBezTo>
                <a:lnTo>
                  <a:pt x="328626" y="157176"/>
                </a:lnTo>
                <a:cubicBezTo>
                  <a:pt x="328626" y="133512"/>
                  <a:pt x="309428" y="114314"/>
                  <a:pt x="285764" y="114314"/>
                </a:cubicBezTo>
                <a:lnTo>
                  <a:pt x="250047" y="114314"/>
                </a:lnTo>
                <a:lnTo>
                  <a:pt x="250047" y="78597"/>
                </a:lnTo>
                <a:cubicBezTo>
                  <a:pt x="250047" y="58864"/>
                  <a:pt x="266031" y="42881"/>
                  <a:pt x="285768" y="42881"/>
                </a:cubicBezTo>
                <a:cubicBezTo>
                  <a:pt x="302022" y="42881"/>
                  <a:pt x="315861" y="53776"/>
                  <a:pt x="320150" y="68690"/>
                </a:cubicBezTo>
                <a:cubicBezTo>
                  <a:pt x="321846" y="74761"/>
                  <a:pt x="326221" y="79763"/>
                  <a:pt x="331936" y="82351"/>
                </a:cubicBezTo>
                <a:cubicBezTo>
                  <a:pt x="346759" y="89049"/>
                  <a:pt x="357119" y="103871"/>
                  <a:pt x="357206" y="121195"/>
                </a:cubicBezTo>
                <a:cubicBezTo>
                  <a:pt x="357297" y="129319"/>
                  <a:pt x="361851" y="136643"/>
                  <a:pt x="369084" y="140214"/>
                </a:cubicBezTo>
                <a:cubicBezTo>
                  <a:pt x="383280" y="147269"/>
                  <a:pt x="392927" y="161826"/>
                  <a:pt x="392927" y="178610"/>
                </a:cubicBezTo>
                <a:cubicBezTo>
                  <a:pt x="392927" y="184951"/>
                  <a:pt x="391587" y="190844"/>
                  <a:pt x="389178" y="196203"/>
                </a:cubicBezTo>
                <a:cubicBezTo>
                  <a:pt x="385250" y="204867"/>
                  <a:pt x="387482" y="214957"/>
                  <a:pt x="394623" y="221207"/>
                </a:cubicBezTo>
                <a:cubicBezTo>
                  <a:pt x="406679" y="231746"/>
                  <a:pt x="414356" y="247103"/>
                  <a:pt x="414356" y="264339"/>
                </a:cubicBezTo>
                <a:cubicBezTo>
                  <a:pt x="414356" y="282376"/>
                  <a:pt x="406053" y="298360"/>
                  <a:pt x="393014" y="308898"/>
                </a:cubicBezTo>
                <a:cubicBezTo>
                  <a:pt x="387029" y="313721"/>
                  <a:pt x="384085" y="321398"/>
                  <a:pt x="385246" y="328992"/>
                </a:cubicBezTo>
                <a:cubicBezTo>
                  <a:pt x="385602" y="331223"/>
                  <a:pt x="385781" y="333459"/>
                  <a:pt x="385781" y="335777"/>
                </a:cubicBezTo>
                <a:cubicBezTo>
                  <a:pt x="385781" y="359085"/>
                  <a:pt x="367205" y="378013"/>
                  <a:pt x="344080" y="378639"/>
                </a:cubicBezTo>
                <a:cubicBezTo>
                  <a:pt x="335864" y="378909"/>
                  <a:pt x="328544" y="383728"/>
                  <a:pt x="325147" y="391231"/>
                </a:cubicBezTo>
                <a:cubicBezTo>
                  <a:pt x="318984" y="404892"/>
                  <a:pt x="305236" y="414360"/>
                  <a:pt x="289339" y="414360"/>
                </a:cubicBezTo>
                <a:lnTo>
                  <a:pt x="289321" y="414338"/>
                </a:lnTo>
                <a:moveTo>
                  <a:pt x="157163" y="114300"/>
                </a:moveTo>
                <a:cubicBezTo>
                  <a:pt x="165054" y="114300"/>
                  <a:pt x="171450" y="120696"/>
                  <a:pt x="171450" y="128588"/>
                </a:cubicBezTo>
                <a:cubicBezTo>
                  <a:pt x="171450" y="136479"/>
                  <a:pt x="165054" y="142875"/>
                  <a:pt x="157163" y="142875"/>
                </a:cubicBezTo>
                <a:cubicBezTo>
                  <a:pt x="149271" y="142875"/>
                  <a:pt x="142875" y="136479"/>
                  <a:pt x="142875" y="128588"/>
                </a:cubicBezTo>
                <a:cubicBezTo>
                  <a:pt x="142875" y="120696"/>
                  <a:pt x="149271" y="114300"/>
                  <a:pt x="157163" y="114300"/>
                </a:cubicBezTo>
                <a:moveTo>
                  <a:pt x="142875" y="300038"/>
                </a:moveTo>
                <a:cubicBezTo>
                  <a:pt x="150766" y="300038"/>
                  <a:pt x="157163" y="306434"/>
                  <a:pt x="157163" y="314325"/>
                </a:cubicBezTo>
                <a:cubicBezTo>
                  <a:pt x="157163" y="322216"/>
                  <a:pt x="150766" y="328613"/>
                  <a:pt x="142875" y="328613"/>
                </a:cubicBezTo>
                <a:cubicBezTo>
                  <a:pt x="134984" y="328613"/>
                  <a:pt x="128588" y="322216"/>
                  <a:pt x="128588" y="314325"/>
                </a:cubicBezTo>
                <a:cubicBezTo>
                  <a:pt x="128588" y="306434"/>
                  <a:pt x="134984" y="300038"/>
                  <a:pt x="142875" y="300038"/>
                </a:cubicBezTo>
                <a:moveTo>
                  <a:pt x="300038" y="200025"/>
                </a:moveTo>
                <a:cubicBezTo>
                  <a:pt x="300038" y="192134"/>
                  <a:pt x="306434" y="185738"/>
                  <a:pt x="314325" y="185738"/>
                </a:cubicBezTo>
                <a:cubicBezTo>
                  <a:pt x="322216" y="185738"/>
                  <a:pt x="328613" y="192134"/>
                  <a:pt x="328613" y="200025"/>
                </a:cubicBezTo>
                <a:cubicBezTo>
                  <a:pt x="328613" y="207916"/>
                  <a:pt x="322216" y="214313"/>
                  <a:pt x="314325" y="214313"/>
                </a:cubicBezTo>
                <a:cubicBezTo>
                  <a:pt x="306434" y="214313"/>
                  <a:pt x="300038" y="207916"/>
                  <a:pt x="300038" y="200025"/>
                </a:cubicBezTo>
                <a:moveTo>
                  <a:pt x="328613" y="285750"/>
                </a:moveTo>
                <a:cubicBezTo>
                  <a:pt x="336504" y="285750"/>
                  <a:pt x="342900" y="292146"/>
                  <a:pt x="342900" y="300038"/>
                </a:cubicBezTo>
                <a:cubicBezTo>
                  <a:pt x="342900" y="307929"/>
                  <a:pt x="336504" y="314325"/>
                  <a:pt x="328613" y="314325"/>
                </a:cubicBezTo>
                <a:cubicBezTo>
                  <a:pt x="320721" y="314325"/>
                  <a:pt x="314325" y="307929"/>
                  <a:pt x="314325" y="300038"/>
                </a:cubicBezTo>
                <a:cubicBezTo>
                  <a:pt x="314325" y="292146"/>
                  <a:pt x="320721" y="285750"/>
                  <a:pt x="328613" y="285750"/>
                </a:cubicBez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50993" y="3995387"/>
            <a:ext cx="457200" cy="320040"/>
          </a:xfrm>
          <a:custGeom>
            <a:avLst/>
            <a:gdLst/>
            <a:ahLst/>
            <a:cxnLst/>
            <a:rect l="l" t="t" r="r" b="b"/>
            <a:pathLst>
              <a:path w="457200" h="320040">
                <a:moveTo>
                  <a:pt x="293468" y="73008"/>
                </a:moveTo>
                <a:cubicBezTo>
                  <a:pt x="279678" y="79152"/>
                  <a:pt x="263462" y="75507"/>
                  <a:pt x="253536" y="64078"/>
                </a:cubicBezTo>
                <a:cubicBezTo>
                  <a:pt x="237749" y="45791"/>
                  <a:pt x="214532" y="34289"/>
                  <a:pt x="188600" y="34289"/>
                </a:cubicBezTo>
                <a:cubicBezTo>
                  <a:pt x="141238" y="34289"/>
                  <a:pt x="102875" y="72652"/>
                  <a:pt x="102875" y="120015"/>
                </a:cubicBezTo>
                <a:lnTo>
                  <a:pt x="102875" y="120015"/>
                </a:lnTo>
                <a:lnTo>
                  <a:pt x="102875" y="120015"/>
                </a:lnTo>
                <a:lnTo>
                  <a:pt x="102875" y="120159"/>
                </a:lnTo>
                <a:cubicBezTo>
                  <a:pt x="102875" y="134734"/>
                  <a:pt x="93731" y="147663"/>
                  <a:pt x="80015" y="152521"/>
                </a:cubicBezTo>
                <a:cubicBezTo>
                  <a:pt x="53296" y="161950"/>
                  <a:pt x="34295" y="187383"/>
                  <a:pt x="34295" y="217173"/>
                </a:cubicBezTo>
                <a:cubicBezTo>
                  <a:pt x="34295" y="255033"/>
                  <a:pt x="65014" y="285754"/>
                  <a:pt x="102875" y="285754"/>
                </a:cubicBezTo>
                <a:lnTo>
                  <a:pt x="360050" y="285754"/>
                </a:lnTo>
                <a:lnTo>
                  <a:pt x="362409" y="285754"/>
                </a:lnTo>
                <a:cubicBezTo>
                  <a:pt x="362838" y="285684"/>
                  <a:pt x="363337" y="285684"/>
                  <a:pt x="363767" y="285610"/>
                </a:cubicBezTo>
                <a:cubicBezTo>
                  <a:pt x="396772" y="283680"/>
                  <a:pt x="422919" y="256320"/>
                  <a:pt x="422919" y="222889"/>
                </a:cubicBezTo>
                <a:cubicBezTo>
                  <a:pt x="422919" y="197170"/>
                  <a:pt x="407489" y="174953"/>
                  <a:pt x="385200" y="165240"/>
                </a:cubicBezTo>
                <a:cubicBezTo>
                  <a:pt x="370839" y="158954"/>
                  <a:pt x="362624" y="143810"/>
                  <a:pt x="365124" y="128307"/>
                </a:cubicBezTo>
                <a:cubicBezTo>
                  <a:pt x="365554" y="125593"/>
                  <a:pt x="365769" y="122806"/>
                  <a:pt x="365769" y="119948"/>
                </a:cubicBezTo>
                <a:cubicBezTo>
                  <a:pt x="365769" y="91515"/>
                  <a:pt x="342767" y="68514"/>
                  <a:pt x="314334" y="68514"/>
                </a:cubicBezTo>
                <a:cubicBezTo>
                  <a:pt x="306831" y="68514"/>
                  <a:pt x="299763" y="70086"/>
                  <a:pt x="293477" y="72943"/>
                </a:cubicBezTo>
                <a:lnTo>
                  <a:pt x="293468" y="73008"/>
                </a:lnTo>
                <a:moveTo>
                  <a:pt x="365760" y="319896"/>
                </a:moveTo>
                <a:lnTo>
                  <a:pt x="365760" y="320040"/>
                </a:lnTo>
                <a:lnTo>
                  <a:pt x="360045" y="320040"/>
                </a:lnTo>
                <a:lnTo>
                  <a:pt x="331470" y="320040"/>
                </a:lnTo>
                <a:lnTo>
                  <a:pt x="102870" y="320040"/>
                </a:lnTo>
                <a:cubicBezTo>
                  <a:pt x="46077" y="320040"/>
                  <a:pt x="0" y="273964"/>
                  <a:pt x="0" y="217170"/>
                </a:cubicBezTo>
                <a:cubicBezTo>
                  <a:pt x="0" y="172377"/>
                  <a:pt x="28648" y="134302"/>
                  <a:pt x="68580" y="120159"/>
                </a:cubicBezTo>
                <a:lnTo>
                  <a:pt x="68580" y="120015"/>
                </a:lnTo>
                <a:cubicBezTo>
                  <a:pt x="68580" y="53722"/>
                  <a:pt x="122301" y="0"/>
                  <a:pt x="188595" y="0"/>
                </a:cubicBezTo>
                <a:cubicBezTo>
                  <a:pt x="224956" y="0"/>
                  <a:pt x="257458" y="16146"/>
                  <a:pt x="279537" y="41647"/>
                </a:cubicBezTo>
                <a:cubicBezTo>
                  <a:pt x="290180" y="36933"/>
                  <a:pt x="301898" y="34289"/>
                  <a:pt x="314325" y="34289"/>
                </a:cubicBezTo>
                <a:cubicBezTo>
                  <a:pt x="361686" y="34289"/>
                  <a:pt x="400050" y="72652"/>
                  <a:pt x="400050" y="120015"/>
                </a:cubicBezTo>
                <a:cubicBezTo>
                  <a:pt x="400050" y="124729"/>
                  <a:pt x="399693" y="129303"/>
                  <a:pt x="398980" y="133802"/>
                </a:cubicBezTo>
                <a:cubicBezTo>
                  <a:pt x="433270" y="148806"/>
                  <a:pt x="457200" y="183021"/>
                  <a:pt x="457200" y="222886"/>
                </a:cubicBezTo>
                <a:cubicBezTo>
                  <a:pt x="457200" y="274607"/>
                  <a:pt x="416765" y="316897"/>
                  <a:pt x="365760" y="319896"/>
                </a:cubicBezTo>
                <a:lnTo>
                  <a:pt x="365760" y="319896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50993" y="2851324"/>
            <a:ext cx="457200" cy="274320"/>
          </a:xfrm>
          <a:custGeom>
            <a:avLst/>
            <a:gdLst/>
            <a:ahLst/>
            <a:cxnLst/>
            <a:rect l="l" t="t" r="r" b="b"/>
            <a:pathLst>
              <a:path w="457200" h="274320">
                <a:moveTo>
                  <a:pt x="120015" y="34290"/>
                </a:moveTo>
                <a:cubicBezTo>
                  <a:pt x="116869" y="34290"/>
                  <a:pt x="114300" y="36860"/>
                  <a:pt x="114300" y="40004"/>
                </a:cubicBezTo>
                <a:lnTo>
                  <a:pt x="114300" y="96511"/>
                </a:lnTo>
                <a:cubicBezTo>
                  <a:pt x="114300" y="112655"/>
                  <a:pt x="101229" y="125729"/>
                  <a:pt x="85080" y="125729"/>
                </a:cubicBezTo>
                <a:cubicBezTo>
                  <a:pt x="74364" y="125729"/>
                  <a:pt x="66148" y="119944"/>
                  <a:pt x="61151" y="114084"/>
                </a:cubicBezTo>
                <a:cubicBezTo>
                  <a:pt x="57648" y="109871"/>
                  <a:pt x="54151" y="108584"/>
                  <a:pt x="51435" y="108584"/>
                </a:cubicBezTo>
                <a:cubicBezTo>
                  <a:pt x="48578" y="108584"/>
                  <a:pt x="44650" y="110085"/>
                  <a:pt x="40933" y="115085"/>
                </a:cubicBezTo>
                <a:cubicBezTo>
                  <a:pt x="37216" y="120086"/>
                  <a:pt x="34290" y="127872"/>
                  <a:pt x="34290" y="137160"/>
                </a:cubicBezTo>
                <a:cubicBezTo>
                  <a:pt x="34290" y="146446"/>
                  <a:pt x="37148" y="154162"/>
                  <a:pt x="40933" y="159235"/>
                </a:cubicBezTo>
                <a:cubicBezTo>
                  <a:pt x="44719" y="164307"/>
                  <a:pt x="48578" y="165736"/>
                  <a:pt x="51435" y="165736"/>
                </a:cubicBezTo>
                <a:cubicBezTo>
                  <a:pt x="54078" y="165736"/>
                  <a:pt x="57580" y="164449"/>
                  <a:pt x="61151" y="160236"/>
                </a:cubicBezTo>
                <a:cubicBezTo>
                  <a:pt x="66152" y="154308"/>
                  <a:pt x="74368" y="148591"/>
                  <a:pt x="85080" y="148591"/>
                </a:cubicBezTo>
                <a:cubicBezTo>
                  <a:pt x="101224" y="148591"/>
                  <a:pt x="114300" y="161665"/>
                  <a:pt x="114300" y="177809"/>
                </a:cubicBezTo>
                <a:lnTo>
                  <a:pt x="114300" y="234316"/>
                </a:lnTo>
                <a:cubicBezTo>
                  <a:pt x="114300" y="237460"/>
                  <a:pt x="116869" y="240030"/>
                  <a:pt x="120015" y="240030"/>
                </a:cubicBezTo>
                <a:lnTo>
                  <a:pt x="174664" y="240030"/>
                </a:lnTo>
                <a:cubicBezTo>
                  <a:pt x="172593" y="234744"/>
                  <a:pt x="171450" y="228958"/>
                  <a:pt x="171450" y="222885"/>
                </a:cubicBezTo>
                <a:cubicBezTo>
                  <a:pt x="171450" y="192095"/>
                  <a:pt x="199595" y="171450"/>
                  <a:pt x="228600" y="171450"/>
                </a:cubicBezTo>
                <a:cubicBezTo>
                  <a:pt x="257605" y="171450"/>
                  <a:pt x="285750" y="192095"/>
                  <a:pt x="285750" y="222885"/>
                </a:cubicBezTo>
                <a:cubicBezTo>
                  <a:pt x="285750" y="228958"/>
                  <a:pt x="284607" y="234744"/>
                  <a:pt x="282536" y="240030"/>
                </a:cubicBezTo>
                <a:lnTo>
                  <a:pt x="337185" y="240030"/>
                </a:lnTo>
                <a:cubicBezTo>
                  <a:pt x="340326" y="240030"/>
                  <a:pt x="342900" y="237457"/>
                  <a:pt x="342900" y="234316"/>
                </a:cubicBezTo>
                <a:lnTo>
                  <a:pt x="342900" y="177809"/>
                </a:lnTo>
                <a:cubicBezTo>
                  <a:pt x="342900" y="161665"/>
                  <a:pt x="355971" y="148591"/>
                  <a:pt x="372120" y="148591"/>
                </a:cubicBezTo>
                <a:cubicBezTo>
                  <a:pt x="382836" y="148591"/>
                  <a:pt x="391052" y="154376"/>
                  <a:pt x="396050" y="160236"/>
                </a:cubicBezTo>
                <a:cubicBezTo>
                  <a:pt x="399552" y="164449"/>
                  <a:pt x="403049" y="165736"/>
                  <a:pt x="405765" y="165736"/>
                </a:cubicBezTo>
                <a:cubicBezTo>
                  <a:pt x="408623" y="165736"/>
                  <a:pt x="412550" y="164235"/>
                  <a:pt x="416267" y="159235"/>
                </a:cubicBezTo>
                <a:cubicBezTo>
                  <a:pt x="419984" y="154234"/>
                  <a:pt x="422910" y="146448"/>
                  <a:pt x="422910" y="137160"/>
                </a:cubicBezTo>
                <a:cubicBezTo>
                  <a:pt x="422910" y="127874"/>
                  <a:pt x="420053" y="120158"/>
                  <a:pt x="416267" y="115085"/>
                </a:cubicBezTo>
                <a:cubicBezTo>
                  <a:pt x="412481" y="110013"/>
                  <a:pt x="408623" y="108584"/>
                  <a:pt x="405765" y="108584"/>
                </a:cubicBezTo>
                <a:cubicBezTo>
                  <a:pt x="403122" y="108584"/>
                  <a:pt x="399620" y="109871"/>
                  <a:pt x="396050" y="114084"/>
                </a:cubicBezTo>
                <a:cubicBezTo>
                  <a:pt x="391048" y="120012"/>
                  <a:pt x="382832" y="125729"/>
                  <a:pt x="372120" y="125729"/>
                </a:cubicBezTo>
                <a:cubicBezTo>
                  <a:pt x="355976" y="125729"/>
                  <a:pt x="342900" y="112655"/>
                  <a:pt x="342900" y="96511"/>
                </a:cubicBezTo>
                <a:lnTo>
                  <a:pt x="342900" y="40004"/>
                </a:lnTo>
                <a:cubicBezTo>
                  <a:pt x="342900" y="36860"/>
                  <a:pt x="340331" y="34290"/>
                  <a:pt x="337185" y="34290"/>
                </a:cubicBezTo>
                <a:lnTo>
                  <a:pt x="282536" y="34290"/>
                </a:lnTo>
                <a:cubicBezTo>
                  <a:pt x="284607" y="39576"/>
                  <a:pt x="285750" y="45362"/>
                  <a:pt x="285750" y="51435"/>
                </a:cubicBezTo>
                <a:cubicBezTo>
                  <a:pt x="285750" y="82225"/>
                  <a:pt x="257605" y="102870"/>
                  <a:pt x="228600" y="102870"/>
                </a:cubicBezTo>
                <a:cubicBezTo>
                  <a:pt x="199595" y="102870"/>
                  <a:pt x="171450" y="82225"/>
                  <a:pt x="171450" y="51435"/>
                </a:cubicBezTo>
                <a:cubicBezTo>
                  <a:pt x="171450" y="45362"/>
                  <a:pt x="172593" y="39576"/>
                  <a:pt x="174664" y="34290"/>
                </a:cubicBezTo>
                <a:lnTo>
                  <a:pt x="120015" y="34290"/>
                </a:lnTo>
                <a:moveTo>
                  <a:pt x="80010" y="40004"/>
                </a:moveTo>
                <a:cubicBezTo>
                  <a:pt x="80010" y="17929"/>
                  <a:pt x="97941" y="0"/>
                  <a:pt x="120015" y="0"/>
                </a:cubicBezTo>
                <a:lnTo>
                  <a:pt x="192952" y="0"/>
                </a:lnTo>
                <a:cubicBezTo>
                  <a:pt x="206312" y="0"/>
                  <a:pt x="217170" y="10858"/>
                  <a:pt x="217170" y="24217"/>
                </a:cubicBezTo>
                <a:cubicBezTo>
                  <a:pt x="217170" y="31432"/>
                  <a:pt x="213956" y="37434"/>
                  <a:pt x="210097" y="41505"/>
                </a:cubicBezTo>
                <a:cubicBezTo>
                  <a:pt x="207098" y="44577"/>
                  <a:pt x="205740" y="48077"/>
                  <a:pt x="205740" y="51435"/>
                </a:cubicBezTo>
                <a:cubicBezTo>
                  <a:pt x="205740" y="58507"/>
                  <a:pt x="213384" y="68580"/>
                  <a:pt x="228600" y="68580"/>
                </a:cubicBezTo>
                <a:cubicBezTo>
                  <a:pt x="243816" y="68580"/>
                  <a:pt x="251460" y="58507"/>
                  <a:pt x="251460" y="51435"/>
                </a:cubicBezTo>
                <a:cubicBezTo>
                  <a:pt x="251460" y="48077"/>
                  <a:pt x="250102" y="44648"/>
                  <a:pt x="247103" y="41505"/>
                </a:cubicBezTo>
                <a:cubicBezTo>
                  <a:pt x="243176" y="37434"/>
                  <a:pt x="240030" y="31432"/>
                  <a:pt x="240030" y="24217"/>
                </a:cubicBezTo>
                <a:cubicBezTo>
                  <a:pt x="240030" y="10858"/>
                  <a:pt x="250889" y="0"/>
                  <a:pt x="264248" y="0"/>
                </a:cubicBezTo>
                <a:lnTo>
                  <a:pt x="337185" y="0"/>
                </a:lnTo>
                <a:cubicBezTo>
                  <a:pt x="359259" y="0"/>
                  <a:pt x="377190" y="17930"/>
                  <a:pt x="377190" y="40004"/>
                </a:cubicBezTo>
                <a:lnTo>
                  <a:pt x="377190" y="84724"/>
                </a:lnTo>
                <a:cubicBezTo>
                  <a:pt x="384976" y="78436"/>
                  <a:pt x="394765" y="74294"/>
                  <a:pt x="405765" y="74294"/>
                </a:cubicBezTo>
                <a:cubicBezTo>
                  <a:pt x="421840" y="74294"/>
                  <a:pt x="435053" y="83009"/>
                  <a:pt x="443699" y="94511"/>
                </a:cubicBezTo>
                <a:cubicBezTo>
                  <a:pt x="452345" y="106014"/>
                  <a:pt x="457200" y="121159"/>
                  <a:pt x="457200" y="137160"/>
                </a:cubicBezTo>
                <a:cubicBezTo>
                  <a:pt x="457200" y="153161"/>
                  <a:pt x="452345" y="168235"/>
                  <a:pt x="443699" y="179809"/>
                </a:cubicBezTo>
                <a:cubicBezTo>
                  <a:pt x="435053" y="191382"/>
                  <a:pt x="421840" y="200026"/>
                  <a:pt x="405765" y="200026"/>
                </a:cubicBezTo>
                <a:cubicBezTo>
                  <a:pt x="394765" y="200026"/>
                  <a:pt x="384976" y="195884"/>
                  <a:pt x="377190" y="189596"/>
                </a:cubicBezTo>
                <a:lnTo>
                  <a:pt x="377190" y="234316"/>
                </a:lnTo>
                <a:cubicBezTo>
                  <a:pt x="377190" y="256391"/>
                  <a:pt x="359259" y="274320"/>
                  <a:pt x="337185" y="274320"/>
                </a:cubicBezTo>
                <a:lnTo>
                  <a:pt x="264248" y="274320"/>
                </a:lnTo>
                <a:cubicBezTo>
                  <a:pt x="250889" y="274320"/>
                  <a:pt x="240030" y="263462"/>
                  <a:pt x="240030" y="250103"/>
                </a:cubicBezTo>
                <a:cubicBezTo>
                  <a:pt x="240030" y="242888"/>
                  <a:pt x="243244" y="236886"/>
                  <a:pt x="247103" y="232815"/>
                </a:cubicBezTo>
                <a:cubicBezTo>
                  <a:pt x="250102" y="229743"/>
                  <a:pt x="251460" y="226243"/>
                  <a:pt x="251460" y="222885"/>
                </a:cubicBezTo>
                <a:cubicBezTo>
                  <a:pt x="251460" y="215813"/>
                  <a:pt x="243816" y="205740"/>
                  <a:pt x="228600" y="205740"/>
                </a:cubicBezTo>
                <a:cubicBezTo>
                  <a:pt x="213384" y="205740"/>
                  <a:pt x="205740" y="215813"/>
                  <a:pt x="205740" y="222885"/>
                </a:cubicBezTo>
                <a:cubicBezTo>
                  <a:pt x="205740" y="226243"/>
                  <a:pt x="207098" y="229672"/>
                  <a:pt x="210097" y="232815"/>
                </a:cubicBezTo>
                <a:cubicBezTo>
                  <a:pt x="214024" y="236886"/>
                  <a:pt x="217170" y="242888"/>
                  <a:pt x="217170" y="250103"/>
                </a:cubicBezTo>
                <a:cubicBezTo>
                  <a:pt x="217170" y="263462"/>
                  <a:pt x="206312" y="274320"/>
                  <a:pt x="192952" y="274320"/>
                </a:cubicBezTo>
                <a:lnTo>
                  <a:pt x="120015" y="274320"/>
                </a:lnTo>
                <a:cubicBezTo>
                  <a:pt x="97941" y="274320"/>
                  <a:pt x="80010" y="256390"/>
                  <a:pt x="80010" y="234316"/>
                </a:cubicBezTo>
                <a:lnTo>
                  <a:pt x="80010" y="189596"/>
                </a:lnTo>
                <a:cubicBezTo>
                  <a:pt x="72224" y="195884"/>
                  <a:pt x="62435" y="200026"/>
                  <a:pt x="51435" y="200026"/>
                </a:cubicBezTo>
                <a:cubicBezTo>
                  <a:pt x="35360" y="200026"/>
                  <a:pt x="22147" y="191311"/>
                  <a:pt x="13501" y="179809"/>
                </a:cubicBezTo>
                <a:cubicBezTo>
                  <a:pt x="4855" y="168306"/>
                  <a:pt x="0" y="153161"/>
                  <a:pt x="0" y="137160"/>
                </a:cubicBezTo>
                <a:cubicBezTo>
                  <a:pt x="0" y="121159"/>
                  <a:pt x="4860" y="106085"/>
                  <a:pt x="13501" y="94511"/>
                </a:cubicBezTo>
                <a:cubicBezTo>
                  <a:pt x="22147" y="82938"/>
                  <a:pt x="35360" y="74294"/>
                  <a:pt x="51435" y="74294"/>
                </a:cubicBezTo>
                <a:cubicBezTo>
                  <a:pt x="62435" y="74294"/>
                  <a:pt x="72224" y="78436"/>
                  <a:pt x="80010" y="84724"/>
                </a:cubicBezTo>
                <a:lnTo>
                  <a:pt x="80010" y="40004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0993" y="158457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0"/>
                </a:moveTo>
                <a:cubicBezTo>
                  <a:pt x="431574" y="0"/>
                  <a:pt x="457200" y="25626"/>
                  <a:pt x="457200" y="57150"/>
                </a:cubicBezTo>
                <a:lnTo>
                  <a:pt x="457200" y="171450"/>
                </a:lnTo>
                <a:cubicBezTo>
                  <a:pt x="457200" y="179309"/>
                  <a:pt x="450772" y="185738"/>
                  <a:pt x="442913" y="185738"/>
                </a:cubicBezTo>
                <a:lnTo>
                  <a:pt x="396479" y="185738"/>
                </a:lnTo>
                <a:cubicBezTo>
                  <a:pt x="390586" y="185738"/>
                  <a:pt x="385763" y="190561"/>
                  <a:pt x="385763" y="196454"/>
                </a:cubicBezTo>
                <a:lnTo>
                  <a:pt x="385763" y="200025"/>
                </a:lnTo>
                <a:cubicBezTo>
                  <a:pt x="385763" y="215830"/>
                  <a:pt x="372993" y="228600"/>
                  <a:pt x="357188" y="228600"/>
                </a:cubicBezTo>
                <a:cubicBezTo>
                  <a:pt x="341382" y="228600"/>
                  <a:pt x="328613" y="215830"/>
                  <a:pt x="328613" y="200025"/>
                </a:cubicBezTo>
                <a:lnTo>
                  <a:pt x="328613" y="196454"/>
                </a:lnTo>
                <a:cubicBezTo>
                  <a:pt x="328613" y="190561"/>
                  <a:pt x="323789" y="185738"/>
                  <a:pt x="317896" y="185738"/>
                </a:cubicBezTo>
                <a:lnTo>
                  <a:pt x="285750" y="185738"/>
                </a:lnTo>
                <a:cubicBezTo>
                  <a:pt x="277891" y="185738"/>
                  <a:pt x="271462" y="179309"/>
                  <a:pt x="271462" y="171450"/>
                </a:cubicBezTo>
                <a:lnTo>
                  <a:pt x="271462" y="142875"/>
                </a:lnTo>
                <a:cubicBezTo>
                  <a:pt x="271462" y="135016"/>
                  <a:pt x="277891" y="128588"/>
                  <a:pt x="285750" y="128588"/>
                </a:cubicBezTo>
                <a:lnTo>
                  <a:pt x="300037" y="128588"/>
                </a:lnTo>
                <a:cubicBezTo>
                  <a:pt x="315843" y="128588"/>
                  <a:pt x="328613" y="115818"/>
                  <a:pt x="328613" y="100013"/>
                </a:cubicBezTo>
                <a:cubicBezTo>
                  <a:pt x="328613" y="84207"/>
                  <a:pt x="315843" y="71438"/>
                  <a:pt x="300038" y="71438"/>
                </a:cubicBezTo>
                <a:lnTo>
                  <a:pt x="285750" y="71438"/>
                </a:lnTo>
                <a:cubicBezTo>
                  <a:pt x="277891" y="71438"/>
                  <a:pt x="271463" y="65009"/>
                  <a:pt x="271463" y="57150"/>
                </a:cubicBezTo>
                <a:lnTo>
                  <a:pt x="271463" y="14288"/>
                </a:lnTo>
                <a:cubicBezTo>
                  <a:pt x="271463" y="6428"/>
                  <a:pt x="277891" y="0"/>
                  <a:pt x="285750" y="0"/>
                </a:cubicBezTo>
                <a:lnTo>
                  <a:pt x="400050" y="0"/>
                </a:lnTo>
              </a:path>
              <a:path w="457200" h="457200">
                <a:moveTo>
                  <a:pt x="0" y="214313"/>
                </a:moveTo>
                <a:lnTo>
                  <a:pt x="0" y="114300"/>
                </a:lnTo>
                <a:cubicBezTo>
                  <a:pt x="0" y="82776"/>
                  <a:pt x="25626" y="57150"/>
                  <a:pt x="57150" y="57150"/>
                </a:cubicBezTo>
                <a:lnTo>
                  <a:pt x="185738" y="57150"/>
                </a:lnTo>
                <a:cubicBezTo>
                  <a:pt x="193597" y="57150"/>
                  <a:pt x="200025" y="63578"/>
                  <a:pt x="200025" y="71438"/>
                </a:cubicBezTo>
                <a:lnTo>
                  <a:pt x="200025" y="117871"/>
                </a:lnTo>
                <a:cubicBezTo>
                  <a:pt x="200025" y="123764"/>
                  <a:pt x="204848" y="128588"/>
                  <a:pt x="210742" y="128588"/>
                </a:cubicBezTo>
                <a:lnTo>
                  <a:pt x="214313" y="128588"/>
                </a:lnTo>
                <a:cubicBezTo>
                  <a:pt x="230118" y="128588"/>
                  <a:pt x="242888" y="141357"/>
                  <a:pt x="242888" y="157163"/>
                </a:cubicBezTo>
                <a:cubicBezTo>
                  <a:pt x="242888" y="172968"/>
                  <a:pt x="230118" y="185738"/>
                  <a:pt x="214313" y="185738"/>
                </a:cubicBezTo>
                <a:lnTo>
                  <a:pt x="210742" y="185738"/>
                </a:lnTo>
                <a:cubicBezTo>
                  <a:pt x="204848" y="185738"/>
                  <a:pt x="200025" y="190561"/>
                  <a:pt x="200025" y="196454"/>
                </a:cubicBezTo>
                <a:lnTo>
                  <a:pt x="200025" y="242888"/>
                </a:lnTo>
                <a:cubicBezTo>
                  <a:pt x="200025" y="250747"/>
                  <a:pt x="193597" y="257175"/>
                  <a:pt x="185738" y="257175"/>
                </a:cubicBezTo>
                <a:lnTo>
                  <a:pt x="157163" y="257175"/>
                </a:lnTo>
                <a:cubicBezTo>
                  <a:pt x="149303" y="257175"/>
                  <a:pt x="142875" y="250747"/>
                  <a:pt x="142875" y="242888"/>
                </a:cubicBezTo>
                <a:lnTo>
                  <a:pt x="142875" y="228600"/>
                </a:lnTo>
                <a:cubicBezTo>
                  <a:pt x="142875" y="212795"/>
                  <a:pt x="130105" y="200025"/>
                  <a:pt x="114300" y="200025"/>
                </a:cubicBezTo>
                <a:cubicBezTo>
                  <a:pt x="98495" y="200025"/>
                  <a:pt x="85725" y="212795"/>
                  <a:pt x="85725" y="228600"/>
                </a:cubicBezTo>
                <a:lnTo>
                  <a:pt x="85725" y="242888"/>
                </a:lnTo>
                <a:cubicBezTo>
                  <a:pt x="85725" y="250747"/>
                  <a:pt x="79297" y="257175"/>
                  <a:pt x="71438" y="257175"/>
                </a:cubicBezTo>
                <a:lnTo>
                  <a:pt x="42863" y="257175"/>
                </a:lnTo>
                <a:lnTo>
                  <a:pt x="42863" y="392909"/>
                </a:lnTo>
                <a:cubicBezTo>
                  <a:pt x="42863" y="404787"/>
                  <a:pt x="52418" y="414342"/>
                  <a:pt x="64296" y="414342"/>
                </a:cubicBezTo>
                <a:lnTo>
                  <a:pt x="200030" y="414342"/>
                </a:lnTo>
                <a:lnTo>
                  <a:pt x="200030" y="382196"/>
                </a:lnTo>
                <a:cubicBezTo>
                  <a:pt x="200030" y="376303"/>
                  <a:pt x="195206" y="371480"/>
                  <a:pt x="189313" y="371480"/>
                </a:cubicBezTo>
                <a:lnTo>
                  <a:pt x="185742" y="371480"/>
                </a:lnTo>
                <a:cubicBezTo>
                  <a:pt x="169937" y="371480"/>
                  <a:pt x="157167" y="358710"/>
                  <a:pt x="157167" y="342905"/>
                </a:cubicBezTo>
                <a:cubicBezTo>
                  <a:pt x="157167" y="327099"/>
                  <a:pt x="169937" y="314330"/>
                  <a:pt x="185742" y="314330"/>
                </a:cubicBezTo>
                <a:lnTo>
                  <a:pt x="189313" y="314330"/>
                </a:lnTo>
                <a:cubicBezTo>
                  <a:pt x="195206" y="314330"/>
                  <a:pt x="200030" y="309506"/>
                  <a:pt x="200030" y="303613"/>
                </a:cubicBezTo>
                <a:lnTo>
                  <a:pt x="200030" y="271467"/>
                </a:lnTo>
                <a:cubicBezTo>
                  <a:pt x="200030" y="263608"/>
                  <a:pt x="206458" y="257180"/>
                  <a:pt x="214317" y="257180"/>
                </a:cubicBezTo>
                <a:lnTo>
                  <a:pt x="257180" y="257180"/>
                </a:lnTo>
                <a:cubicBezTo>
                  <a:pt x="265039" y="257180"/>
                  <a:pt x="271467" y="263608"/>
                  <a:pt x="271467" y="271467"/>
                </a:cubicBezTo>
                <a:lnTo>
                  <a:pt x="271467" y="285755"/>
                </a:lnTo>
                <a:cubicBezTo>
                  <a:pt x="271467" y="301560"/>
                  <a:pt x="284237" y="314330"/>
                  <a:pt x="300042" y="314330"/>
                </a:cubicBezTo>
                <a:cubicBezTo>
                  <a:pt x="315847" y="314330"/>
                  <a:pt x="328617" y="301560"/>
                  <a:pt x="328617" y="285755"/>
                </a:cubicBezTo>
                <a:lnTo>
                  <a:pt x="328617" y="271467"/>
                </a:lnTo>
                <a:cubicBezTo>
                  <a:pt x="328617" y="263608"/>
                  <a:pt x="335045" y="257180"/>
                  <a:pt x="342905" y="257180"/>
                </a:cubicBezTo>
                <a:lnTo>
                  <a:pt x="385767" y="257180"/>
                </a:lnTo>
                <a:cubicBezTo>
                  <a:pt x="393626" y="257180"/>
                  <a:pt x="400055" y="263608"/>
                  <a:pt x="400055" y="271467"/>
                </a:cubicBezTo>
                <a:lnTo>
                  <a:pt x="400055" y="400055"/>
                </a:lnTo>
                <a:cubicBezTo>
                  <a:pt x="400055" y="431579"/>
                  <a:pt x="374429" y="457205"/>
                  <a:pt x="342905" y="457205"/>
                </a:cubicBezTo>
                <a:lnTo>
                  <a:pt x="228605" y="457205"/>
                </a:lnTo>
                <a:lnTo>
                  <a:pt x="214317" y="457205"/>
                </a:lnTo>
                <a:lnTo>
                  <a:pt x="64301" y="457205"/>
                </a:lnTo>
                <a:cubicBezTo>
                  <a:pt x="28762" y="457205"/>
                  <a:pt x="9" y="428451"/>
                  <a:pt x="9" y="392913"/>
                </a:cubicBezTo>
                <a:lnTo>
                  <a:pt x="9" y="242897"/>
                </a:lnTo>
                <a:lnTo>
                  <a:pt x="0" y="21431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40075" y="1605869"/>
            <a:ext cx="10918305" cy="534939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5996" y="2143743"/>
            <a:ext cx="9525" cy="3657600"/>
          </a:xfrm>
          <a:custGeom>
            <a:avLst/>
            <a:gdLst/>
            <a:ahLst/>
            <a:cxnLst/>
            <a:rect l="l" t="t" r="r" b="b"/>
            <a:pathLst>
              <a:path w="9525" h="3657600">
                <a:moveTo>
                  <a:pt x="0" y="0"/>
                </a:moveTo>
                <a:lnTo>
                  <a:pt x="9525" y="3657600"/>
                </a:lnTo>
              </a:path>
            </a:pathLst>
          </a:custGeom>
          <a:noFill/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0079" y="2143743"/>
            <a:ext cx="10911840" cy="9525"/>
          </a:xfrm>
          <a:custGeom>
            <a:avLst/>
            <a:gdLst/>
            <a:ahLst/>
            <a:cxnLst/>
            <a:rect l="l" t="t" r="r" b="b"/>
            <a:pathLst>
              <a:path w="10911840" h="9525">
                <a:moveTo>
                  <a:pt x="0" y="0"/>
                </a:moveTo>
                <a:lnTo>
                  <a:pt x="10911840" y="9525"/>
                </a:lnTo>
              </a:path>
            </a:pathLst>
          </a:custGeom>
          <a:noFill/>
          <a:ln w="12700"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080" y="1164617"/>
            <a:ext cx="10881360" cy="10672"/>
          </a:xfrm>
          <a:custGeom>
            <a:avLst/>
            <a:gdLst/>
            <a:ahLst/>
            <a:cxnLst/>
            <a:rect l="l" t="t" r="r" b="b"/>
            <a:pathLst>
              <a:path w="10881360" h="10672">
                <a:moveTo>
                  <a:pt x="0" y="0"/>
                </a:moveTo>
                <a:lnTo>
                  <a:pt x="10881360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79" y="1"/>
            <a:ext cx="10915441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应用场景对比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ZenFlux AI智能Agent框架全面解析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9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78876" y="2315048"/>
            <a:ext cx="4815843" cy="3350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自动化数据处理</a:t>
            </a:r>
            <a:endParaRPr lang="en-US" sz="1400" dirty="0"/>
          </a:p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文档生成</a:t>
            </a:r>
            <a:endParaRPr lang="en-US" sz="1400" dirty="0"/>
          </a:p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邮件发送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59" y="2326623"/>
            <a:ext cx="4815840" cy="3338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支持复杂查询</a:t>
            </a:r>
            <a:endParaRPr lang="en-US" sz="1400" dirty="0"/>
          </a:p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报告生成</a:t>
            </a:r>
            <a:endParaRPr lang="en-US" sz="1400" dirty="0"/>
          </a:p>
          <a:p>
            <a:pPr algn="l" marL="182880" indent="-182880">
              <a:lnSpc>
                <a:spcPct val="100000"/>
              </a:lnSpc>
              <a:spcAft>
                <a:spcPts val="2400"/>
              </a:spcAft>
              <a:buSzPct val="1200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日程安排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81747" y="1743030"/>
            <a:ext cx="3884430" cy="251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自动化工作流的功能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32285" y="1743030"/>
            <a:ext cx="3871508" cy="251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0" indent="0">
              <a:lnSpc>
                <a:spcPct val="9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企业智能助手的功能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76014" y="1424763"/>
            <a:ext cx="839972" cy="839972"/>
          </a:xfrm>
          <a:custGeom>
            <a:avLst/>
            <a:gdLst/>
            <a:ahLst/>
            <a:cxnLst/>
            <a:rect l="l" t="t" r="r" b="b"/>
            <a:pathLst>
              <a:path w="839972" h="839972">
                <a:moveTo>
                  <a:pt x="0" y="419986"/>
                </a:moveTo>
                <a:cubicBezTo>
                  <a:pt x="0" y="188036"/>
                  <a:pt x="188036" y="0"/>
                  <a:pt x="419986" y="0"/>
                </a:cubicBezTo>
                <a:cubicBezTo>
                  <a:pt x="651936" y="0"/>
                  <a:pt x="839972" y="188036"/>
                  <a:pt x="839972" y="419986"/>
                </a:cubicBezTo>
                <a:cubicBezTo>
                  <a:pt x="839972" y="651936"/>
                  <a:pt x="651936" y="839972"/>
                  <a:pt x="419986" y="839972"/>
                </a:cubicBezTo>
                <a:cubicBezTo>
                  <a:pt x="188036" y="839972"/>
                  <a:pt x="0" y="651936"/>
                  <a:pt x="0" y="419986"/>
                </a:cubicBezTo>
              </a:path>
            </a:pathLst>
          </a:custGeom>
          <a:solidFill>
            <a:srgbClr val="FFFFFF"/>
          </a:solidFill>
          <a:ln w="28575">
            <a:solidFill>
              <a:srgbClr val="F2F2F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66014" y="1471563"/>
            <a:ext cx="659972" cy="746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VS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08379" y="1164795"/>
            <a:ext cx="10546525" cy="45719"/>
          </a:xfrm>
          <a:custGeom>
            <a:avLst/>
            <a:gdLst/>
            <a:ahLst/>
            <a:cxnLst/>
            <a:rect l="l" t="t" r="r" b="b"/>
            <a:pathLst>
              <a:path w="10546525" h="45719">
                <a:moveTo>
                  <a:pt x="0" y="0"/>
                </a:moveTo>
                <a:lnTo>
                  <a:pt x="10546525" y="0"/>
                </a:lnTo>
              </a:path>
            </a:pathLst>
          </a:custGeom>
          <a:noFill/>
          <a:ln w="25400">
            <a:solidFill>
              <a:srgbClr val="EAECF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9390" y="6318000"/>
            <a:ext cx="108375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 /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008380" y="1"/>
            <a:ext cx="10550004" cy="103479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24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为什么选择ZenFlux AI？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7765" y="6309360"/>
            <a:ext cx="787738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80808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ZenFlux AI智能Agent框架全面解析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30891" y="6308725"/>
            <a:ext cx="287113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8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8379" y="4087138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89649" y="1730804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08379" y="1730329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85958" y="4091368"/>
            <a:ext cx="731520" cy="731520"/>
          </a:xfrm>
          <a:prstGeom prst="rect">
            <a:avLst/>
          </a:prstGeom>
          <a:solidFill>
            <a:srgbClr val="1570EF">
              <a:alpha val="5000"/>
            </a:srgbClr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35253" y="4504163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开源社区活跃，持续更新迭代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435253" y="4087632"/>
            <a:ext cx="36576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生态完善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57674" y="4504162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相比传统框架，响应速度提升40%，成本降低50%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57674" y="4087632"/>
            <a:ext cx="36576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性能优越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35252" y="2146286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5分钟快速上手，丰富的文档和示例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35252" y="1729756"/>
            <a:ext cx="36576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易用性强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57674" y="1735919"/>
            <a:ext cx="3657600" cy="309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400" dirty="0">
                <a:solidFill>
                  <a:srgbClr val="000000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技术领先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57674" y="2152449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0" indent="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000000"/>
                </a:solidFill>
                <a:latin typeface="Figtree Regular" pitchFamily="34" charset="0"/>
                <a:ea typeface="Figtree Regular" pitchFamily="34" charset="-122"/>
                <a:cs typeface="Figtree Regular" pitchFamily="34" charset="-120"/>
              </a:rPr>
              <a:t>国内首个集成能力路由和记忆管理的AI框架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-5568" y="0"/>
            <a:ext cx="536759" cy="6858000"/>
          </a:xfrm>
          <a:prstGeom prst="rect">
            <a:avLst/>
          </a:pr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-5566" y="0"/>
            <a:ext cx="536757" cy="6858000"/>
          </a:xfrm>
          <a:prstGeom prst="rect">
            <a:avLst/>
          </a:prstGeom>
          <a:blipFill>
            <a:blip r:embed="rId1"/>
            <a:srcRect l="0" t="0" r="80488" b="0"/>
            <a:stretch>
              <a:fillRect l="0" t="0" r="0" b="0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009743" y="6137907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623118" y="422852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74411" y="184846"/>
                </a:moveTo>
                <a:cubicBezTo>
                  <a:pt x="348437" y="176722"/>
                  <a:pt x="406926" y="117336"/>
                  <a:pt x="413716" y="42863"/>
                </a:cubicBezTo>
                <a:lnTo>
                  <a:pt x="407196" y="42863"/>
                </a:lnTo>
                <a:cubicBezTo>
                  <a:pt x="338707" y="42863"/>
                  <a:pt x="280396" y="86708"/>
                  <a:pt x="258876" y="147785"/>
                </a:cubicBezTo>
                <a:cubicBezTo>
                  <a:pt x="251017" y="132785"/>
                  <a:pt x="241552" y="118675"/>
                  <a:pt x="230657" y="105728"/>
                </a:cubicBezTo>
                <a:cubicBezTo>
                  <a:pt x="264412" y="42863"/>
                  <a:pt x="330848" y="0"/>
                  <a:pt x="407196" y="0"/>
                </a:cubicBezTo>
                <a:lnTo>
                  <a:pt x="428630" y="0"/>
                </a:lnTo>
                <a:cubicBezTo>
                  <a:pt x="444435" y="0"/>
                  <a:pt x="457205" y="12770"/>
                  <a:pt x="457205" y="28575"/>
                </a:cubicBezTo>
                <a:cubicBezTo>
                  <a:pt x="457205" y="130019"/>
                  <a:pt x="381661" y="213778"/>
                  <a:pt x="283789" y="226812"/>
                </a:cubicBezTo>
                <a:cubicBezTo>
                  <a:pt x="281914" y="212347"/>
                  <a:pt x="278787" y="198329"/>
                  <a:pt x="274411" y="184755"/>
                </a:cubicBezTo>
                <a:lnTo>
                  <a:pt x="274411" y="184846"/>
                </a:lnTo>
                <a:moveTo>
                  <a:pt x="42863" y="100013"/>
                </a:moveTo>
                <a:lnTo>
                  <a:pt x="42863" y="114300"/>
                </a:lnTo>
                <a:cubicBezTo>
                  <a:pt x="42863" y="201095"/>
                  <a:pt x="113230" y="271463"/>
                  <a:pt x="200025" y="271463"/>
                </a:cubicBezTo>
                <a:lnTo>
                  <a:pt x="207171" y="271463"/>
                </a:lnTo>
                <a:lnTo>
                  <a:pt x="207171" y="257175"/>
                </a:lnTo>
                <a:lnTo>
                  <a:pt x="207171" y="257175"/>
                </a:lnTo>
                <a:cubicBezTo>
                  <a:pt x="207171" y="170380"/>
                  <a:pt x="136803" y="100013"/>
                  <a:pt x="50009" y="100013"/>
                </a:cubicBezTo>
                <a:lnTo>
                  <a:pt x="42863" y="100013"/>
                </a:lnTo>
                <a:moveTo>
                  <a:pt x="250034" y="257175"/>
                </a:moveTo>
                <a:lnTo>
                  <a:pt x="250034" y="271463"/>
                </a:lnTo>
                <a:lnTo>
                  <a:pt x="250034" y="314325"/>
                </a:lnTo>
                <a:lnTo>
                  <a:pt x="250034" y="435771"/>
                </a:lnTo>
                <a:cubicBezTo>
                  <a:pt x="250034" y="447649"/>
                  <a:pt x="240478" y="457205"/>
                  <a:pt x="228605" y="457205"/>
                </a:cubicBezTo>
                <a:cubicBezTo>
                  <a:pt x="216727" y="457205"/>
                  <a:pt x="207176" y="447649"/>
                  <a:pt x="207176" y="435776"/>
                </a:cubicBezTo>
                <a:lnTo>
                  <a:pt x="207176" y="314334"/>
                </a:lnTo>
                <a:lnTo>
                  <a:pt x="200034" y="314334"/>
                </a:lnTo>
                <a:cubicBezTo>
                  <a:pt x="89575" y="314334"/>
                  <a:pt x="9" y="224769"/>
                  <a:pt x="9" y="114309"/>
                </a:cubicBezTo>
                <a:lnTo>
                  <a:pt x="9" y="85734"/>
                </a:lnTo>
                <a:cubicBezTo>
                  <a:pt x="9" y="69929"/>
                  <a:pt x="12779" y="57159"/>
                  <a:pt x="28584" y="57159"/>
                </a:cubicBezTo>
                <a:lnTo>
                  <a:pt x="50018" y="57159"/>
                </a:lnTo>
                <a:cubicBezTo>
                  <a:pt x="160477" y="57159"/>
                  <a:pt x="250043" y="146725"/>
                  <a:pt x="250043" y="257184"/>
                </a:cubicBezTo>
                <a:lnTo>
                  <a:pt x="250034" y="257175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145628" y="4224298"/>
            <a:ext cx="457021" cy="457200"/>
          </a:xfrm>
          <a:custGeom>
            <a:avLst/>
            <a:gdLst/>
            <a:ahLst/>
            <a:cxnLst/>
            <a:rect l="l" t="t" r="r" b="b"/>
            <a:pathLst>
              <a:path w="457021" h="457200">
                <a:moveTo>
                  <a:pt x="328758" y="236551"/>
                </a:moveTo>
                <a:cubicBezTo>
                  <a:pt x="289034" y="263420"/>
                  <a:pt x="213328" y="297436"/>
                  <a:pt x="171909" y="315111"/>
                </a:cubicBezTo>
                <a:lnTo>
                  <a:pt x="140662" y="283866"/>
                </a:lnTo>
                <a:cubicBezTo>
                  <a:pt x="158874" y="242714"/>
                  <a:pt x="193512" y="167811"/>
                  <a:pt x="220380" y="128176"/>
                </a:cubicBezTo>
                <a:cubicBezTo>
                  <a:pt x="275908" y="46401"/>
                  <a:pt x="355627" y="37298"/>
                  <a:pt x="412137" y="44883"/>
                </a:cubicBezTo>
                <a:cubicBezTo>
                  <a:pt x="419724" y="101393"/>
                  <a:pt x="410620" y="181115"/>
                  <a:pt x="328845" y="236551"/>
                </a:cubicBezTo>
                <a:lnTo>
                  <a:pt x="328758" y="236551"/>
                </a:lnTo>
                <a:moveTo>
                  <a:pt x="105755" y="257084"/>
                </a:moveTo>
                <a:cubicBezTo>
                  <a:pt x="102542" y="264225"/>
                  <a:pt x="99686" y="270653"/>
                  <a:pt x="97364" y="276012"/>
                </a:cubicBezTo>
                <a:cubicBezTo>
                  <a:pt x="92720" y="286637"/>
                  <a:pt x="95134" y="298954"/>
                  <a:pt x="103346" y="307170"/>
                </a:cubicBezTo>
                <a:lnTo>
                  <a:pt x="148610" y="352433"/>
                </a:lnTo>
                <a:cubicBezTo>
                  <a:pt x="156735" y="360557"/>
                  <a:pt x="168874" y="363058"/>
                  <a:pt x="179408" y="358591"/>
                </a:cubicBezTo>
                <a:cubicBezTo>
                  <a:pt x="185212" y="356182"/>
                  <a:pt x="192173" y="353233"/>
                  <a:pt x="199942" y="349840"/>
                </a:cubicBezTo>
                <a:lnTo>
                  <a:pt x="199942" y="435721"/>
                </a:lnTo>
                <a:cubicBezTo>
                  <a:pt x="199942" y="443397"/>
                  <a:pt x="204051" y="450539"/>
                  <a:pt x="210746" y="454379"/>
                </a:cubicBezTo>
                <a:cubicBezTo>
                  <a:pt x="217442" y="458220"/>
                  <a:pt x="225654" y="458128"/>
                  <a:pt x="232263" y="454201"/>
                </a:cubicBezTo>
                <a:lnTo>
                  <a:pt x="311268" y="407333"/>
                </a:lnTo>
                <a:cubicBezTo>
                  <a:pt x="330820" y="395729"/>
                  <a:pt x="342780" y="374749"/>
                  <a:pt x="342780" y="352071"/>
                </a:cubicBezTo>
                <a:lnTo>
                  <a:pt x="342780" y="278778"/>
                </a:lnTo>
                <a:cubicBezTo>
                  <a:pt x="346349" y="276547"/>
                  <a:pt x="349653" y="274402"/>
                  <a:pt x="352866" y="272263"/>
                </a:cubicBezTo>
                <a:cubicBezTo>
                  <a:pt x="460710" y="198969"/>
                  <a:pt x="464279" y="90059"/>
                  <a:pt x="452314" y="25068"/>
                </a:cubicBezTo>
                <a:cubicBezTo>
                  <a:pt x="450440" y="14713"/>
                  <a:pt x="442315" y="6680"/>
                  <a:pt x="431958" y="4714"/>
                </a:cubicBezTo>
                <a:cubicBezTo>
                  <a:pt x="366970" y="-7247"/>
                  <a:pt x="258057" y="-3676"/>
                  <a:pt x="184943" y="104164"/>
                </a:cubicBezTo>
                <a:cubicBezTo>
                  <a:pt x="182799" y="107378"/>
                  <a:pt x="180569" y="110679"/>
                  <a:pt x="178426" y="114250"/>
                </a:cubicBezTo>
                <a:lnTo>
                  <a:pt x="105133" y="114250"/>
                </a:lnTo>
                <a:cubicBezTo>
                  <a:pt x="82456" y="114250"/>
                  <a:pt x="61392" y="126210"/>
                  <a:pt x="49875" y="145765"/>
                </a:cubicBezTo>
                <a:lnTo>
                  <a:pt x="3007" y="224769"/>
                </a:lnTo>
                <a:cubicBezTo>
                  <a:pt x="-919" y="231375"/>
                  <a:pt x="-1010" y="239587"/>
                  <a:pt x="2829" y="246284"/>
                </a:cubicBezTo>
                <a:cubicBezTo>
                  <a:pt x="6668" y="252978"/>
                  <a:pt x="13720" y="257088"/>
                  <a:pt x="21398" y="257088"/>
                </a:cubicBezTo>
                <a:lnTo>
                  <a:pt x="105755" y="257084"/>
                </a:lnTo>
                <a:moveTo>
                  <a:pt x="364200" y="128533"/>
                </a:moveTo>
                <a:cubicBezTo>
                  <a:pt x="364200" y="108809"/>
                  <a:pt x="348214" y="92825"/>
                  <a:pt x="328493" y="92825"/>
                </a:cubicBezTo>
                <a:cubicBezTo>
                  <a:pt x="308773" y="92825"/>
                  <a:pt x="292786" y="108814"/>
                  <a:pt x="292786" y="128533"/>
                </a:cubicBezTo>
                <a:cubicBezTo>
                  <a:pt x="292786" y="148256"/>
                  <a:pt x="308773" y="164240"/>
                  <a:pt x="328493" y="164240"/>
                </a:cubicBezTo>
                <a:cubicBezTo>
                  <a:pt x="348214" y="164240"/>
                  <a:pt x="364200" y="148252"/>
                  <a:pt x="364200" y="128533"/>
                </a:cubicBezTo>
                <a:lnTo>
                  <a:pt x="364200" y="128533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669635" y="1867964"/>
            <a:ext cx="371548" cy="457200"/>
          </a:xfrm>
          <a:custGeom>
            <a:avLst/>
            <a:gdLst/>
            <a:ahLst/>
            <a:cxnLst/>
            <a:rect l="l" t="t" r="r" b="b"/>
            <a:pathLst>
              <a:path w="371548" h="457200">
                <a:moveTo>
                  <a:pt x="114321" y="21434"/>
                </a:moveTo>
                <a:cubicBezTo>
                  <a:pt x="114321" y="9555"/>
                  <a:pt x="123878" y="0"/>
                  <a:pt x="135756" y="0"/>
                </a:cubicBezTo>
                <a:lnTo>
                  <a:pt x="235788" y="0"/>
                </a:lnTo>
                <a:cubicBezTo>
                  <a:pt x="247666" y="0"/>
                  <a:pt x="257222" y="9555"/>
                  <a:pt x="257222" y="21434"/>
                </a:cubicBezTo>
                <a:cubicBezTo>
                  <a:pt x="257222" y="33312"/>
                  <a:pt x="247666" y="42867"/>
                  <a:pt x="235788" y="42867"/>
                </a:cubicBezTo>
                <a:lnTo>
                  <a:pt x="207208" y="42867"/>
                </a:lnTo>
                <a:lnTo>
                  <a:pt x="207208" y="86987"/>
                </a:lnTo>
                <a:cubicBezTo>
                  <a:pt x="245972" y="91454"/>
                  <a:pt x="281161" y="107799"/>
                  <a:pt x="308849" y="132446"/>
                </a:cubicBezTo>
                <a:lnTo>
                  <a:pt x="334928" y="106276"/>
                </a:lnTo>
                <a:cubicBezTo>
                  <a:pt x="343325" y="97882"/>
                  <a:pt x="356897" y="97882"/>
                  <a:pt x="365205" y="106276"/>
                </a:cubicBezTo>
                <a:cubicBezTo>
                  <a:pt x="373513" y="114670"/>
                  <a:pt x="373602" y="128249"/>
                  <a:pt x="365205" y="136552"/>
                </a:cubicBezTo>
                <a:lnTo>
                  <a:pt x="337517" y="164240"/>
                </a:lnTo>
                <a:cubicBezTo>
                  <a:pt x="358952" y="194516"/>
                  <a:pt x="371547" y="231494"/>
                  <a:pt x="371547" y="271417"/>
                </a:cubicBezTo>
                <a:cubicBezTo>
                  <a:pt x="371547" y="374040"/>
                  <a:pt x="288395" y="457191"/>
                  <a:pt x="185774" y="457191"/>
                </a:cubicBezTo>
                <a:cubicBezTo>
                  <a:pt x="83152" y="457191"/>
                  <a:pt x="0" y="374127"/>
                  <a:pt x="0" y="271508"/>
                </a:cubicBezTo>
                <a:cubicBezTo>
                  <a:pt x="0" y="176123"/>
                  <a:pt x="71809" y="97612"/>
                  <a:pt x="164339" y="86987"/>
                </a:cubicBezTo>
                <a:lnTo>
                  <a:pt x="164339" y="42867"/>
                </a:lnTo>
                <a:lnTo>
                  <a:pt x="135760" y="42867"/>
                </a:lnTo>
                <a:cubicBezTo>
                  <a:pt x="123881" y="42867"/>
                  <a:pt x="114325" y="33312"/>
                  <a:pt x="114325" y="21434"/>
                </a:cubicBezTo>
                <a:lnTo>
                  <a:pt x="114321" y="21434"/>
                </a:lnTo>
                <a:moveTo>
                  <a:pt x="185774" y="414420"/>
                </a:moveTo>
                <a:cubicBezTo>
                  <a:pt x="264698" y="414420"/>
                  <a:pt x="328678" y="350439"/>
                  <a:pt x="328678" y="271517"/>
                </a:cubicBezTo>
                <a:cubicBezTo>
                  <a:pt x="328678" y="192596"/>
                  <a:pt x="264698" y="128615"/>
                  <a:pt x="185774" y="128615"/>
                </a:cubicBezTo>
                <a:cubicBezTo>
                  <a:pt x="106850" y="128615"/>
                  <a:pt x="42869" y="192596"/>
                  <a:pt x="42869" y="271517"/>
                </a:cubicBezTo>
                <a:cubicBezTo>
                  <a:pt x="42869" y="350439"/>
                  <a:pt x="106850" y="414420"/>
                  <a:pt x="185774" y="414420"/>
                </a:cubicBezTo>
                <a:moveTo>
                  <a:pt x="207208" y="192920"/>
                </a:moveTo>
                <a:lnTo>
                  <a:pt x="207208" y="285805"/>
                </a:lnTo>
                <a:cubicBezTo>
                  <a:pt x="207208" y="297683"/>
                  <a:pt x="197652" y="307238"/>
                  <a:pt x="185774" y="307238"/>
                </a:cubicBezTo>
                <a:cubicBezTo>
                  <a:pt x="173895" y="307238"/>
                  <a:pt x="164339" y="297683"/>
                  <a:pt x="164339" y="285805"/>
                </a:cubicBezTo>
                <a:lnTo>
                  <a:pt x="164339" y="192920"/>
                </a:lnTo>
                <a:cubicBezTo>
                  <a:pt x="164339" y="181042"/>
                  <a:pt x="173895" y="171487"/>
                  <a:pt x="185774" y="171487"/>
                </a:cubicBezTo>
                <a:cubicBezTo>
                  <a:pt x="197652" y="171487"/>
                  <a:pt x="207208" y="181042"/>
                  <a:pt x="207208" y="192920"/>
                </a:cubicBezTo>
                <a:lnTo>
                  <a:pt x="207208" y="192920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45539" y="186748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64309" y="21434"/>
                </a:moveTo>
                <a:cubicBezTo>
                  <a:pt x="164309" y="9555"/>
                  <a:pt x="154753" y="5"/>
                  <a:pt x="142880" y="5"/>
                </a:cubicBezTo>
                <a:cubicBezTo>
                  <a:pt x="131002" y="5"/>
                  <a:pt x="121451" y="9560"/>
                  <a:pt x="121451" y="21438"/>
                </a:cubicBezTo>
                <a:lnTo>
                  <a:pt x="121451" y="57159"/>
                </a:lnTo>
                <a:lnTo>
                  <a:pt x="114309" y="57159"/>
                </a:lnTo>
                <a:cubicBezTo>
                  <a:pt x="82785" y="57159"/>
                  <a:pt x="57159" y="82785"/>
                  <a:pt x="57159" y="114309"/>
                </a:cubicBezTo>
                <a:lnTo>
                  <a:pt x="57159" y="121455"/>
                </a:lnTo>
                <a:lnTo>
                  <a:pt x="21443" y="121455"/>
                </a:lnTo>
                <a:cubicBezTo>
                  <a:pt x="9565" y="121455"/>
                  <a:pt x="14" y="131011"/>
                  <a:pt x="14" y="142889"/>
                </a:cubicBezTo>
                <a:cubicBezTo>
                  <a:pt x="14" y="154767"/>
                  <a:pt x="9569" y="164322"/>
                  <a:pt x="21447" y="164322"/>
                </a:cubicBezTo>
                <a:lnTo>
                  <a:pt x="57168" y="164322"/>
                </a:lnTo>
                <a:lnTo>
                  <a:pt x="57168" y="207185"/>
                </a:lnTo>
                <a:lnTo>
                  <a:pt x="21452" y="207185"/>
                </a:lnTo>
                <a:cubicBezTo>
                  <a:pt x="9574" y="207185"/>
                  <a:pt x="23" y="216740"/>
                  <a:pt x="23" y="228618"/>
                </a:cubicBezTo>
                <a:cubicBezTo>
                  <a:pt x="23" y="240496"/>
                  <a:pt x="9578" y="250052"/>
                  <a:pt x="21456" y="250052"/>
                </a:cubicBezTo>
                <a:lnTo>
                  <a:pt x="57177" y="250052"/>
                </a:lnTo>
                <a:lnTo>
                  <a:pt x="57177" y="292914"/>
                </a:lnTo>
                <a:lnTo>
                  <a:pt x="21461" y="292914"/>
                </a:lnTo>
                <a:cubicBezTo>
                  <a:pt x="9583" y="292914"/>
                  <a:pt x="32" y="302470"/>
                  <a:pt x="32" y="314348"/>
                </a:cubicBezTo>
                <a:cubicBezTo>
                  <a:pt x="32" y="326226"/>
                  <a:pt x="9587" y="335781"/>
                  <a:pt x="21466" y="335781"/>
                </a:cubicBezTo>
                <a:lnTo>
                  <a:pt x="57187" y="335781"/>
                </a:lnTo>
                <a:lnTo>
                  <a:pt x="57187" y="342927"/>
                </a:lnTo>
                <a:cubicBezTo>
                  <a:pt x="57187" y="374451"/>
                  <a:pt x="82813" y="400077"/>
                  <a:pt x="114337" y="400077"/>
                </a:cubicBezTo>
                <a:lnTo>
                  <a:pt x="121483" y="400077"/>
                </a:lnTo>
                <a:lnTo>
                  <a:pt x="121483" y="435798"/>
                </a:lnTo>
                <a:cubicBezTo>
                  <a:pt x="121483" y="447677"/>
                  <a:pt x="131038" y="457232"/>
                  <a:pt x="142916" y="457232"/>
                </a:cubicBezTo>
                <a:cubicBezTo>
                  <a:pt x="154794" y="457232"/>
                  <a:pt x="164350" y="447677"/>
                  <a:pt x="164350" y="435803"/>
                </a:cubicBezTo>
                <a:lnTo>
                  <a:pt x="164350" y="400087"/>
                </a:lnTo>
                <a:lnTo>
                  <a:pt x="207212" y="400087"/>
                </a:lnTo>
                <a:lnTo>
                  <a:pt x="207212" y="435808"/>
                </a:lnTo>
                <a:cubicBezTo>
                  <a:pt x="207212" y="447686"/>
                  <a:pt x="216768" y="457241"/>
                  <a:pt x="228646" y="457241"/>
                </a:cubicBezTo>
                <a:cubicBezTo>
                  <a:pt x="240524" y="457241"/>
                  <a:pt x="250079" y="447686"/>
                  <a:pt x="250079" y="435812"/>
                </a:cubicBezTo>
                <a:lnTo>
                  <a:pt x="250079" y="400096"/>
                </a:lnTo>
                <a:lnTo>
                  <a:pt x="292942" y="400096"/>
                </a:lnTo>
                <a:lnTo>
                  <a:pt x="292942" y="435817"/>
                </a:lnTo>
                <a:cubicBezTo>
                  <a:pt x="292942" y="447695"/>
                  <a:pt x="302497" y="457250"/>
                  <a:pt x="314375" y="457250"/>
                </a:cubicBezTo>
                <a:cubicBezTo>
                  <a:pt x="326253" y="457250"/>
                  <a:pt x="335809" y="447695"/>
                  <a:pt x="335809" y="435821"/>
                </a:cubicBezTo>
                <a:lnTo>
                  <a:pt x="335809" y="400105"/>
                </a:lnTo>
                <a:lnTo>
                  <a:pt x="342955" y="400105"/>
                </a:lnTo>
                <a:cubicBezTo>
                  <a:pt x="374479" y="400105"/>
                  <a:pt x="400105" y="374479"/>
                  <a:pt x="400105" y="342955"/>
                </a:cubicBezTo>
                <a:lnTo>
                  <a:pt x="400105" y="335813"/>
                </a:lnTo>
                <a:lnTo>
                  <a:pt x="435826" y="335813"/>
                </a:lnTo>
                <a:cubicBezTo>
                  <a:pt x="447704" y="335813"/>
                  <a:pt x="457259" y="326258"/>
                  <a:pt x="457259" y="314384"/>
                </a:cubicBezTo>
                <a:cubicBezTo>
                  <a:pt x="457259" y="302506"/>
                  <a:pt x="447704" y="292955"/>
                  <a:pt x="435830" y="292955"/>
                </a:cubicBezTo>
                <a:lnTo>
                  <a:pt x="400114" y="292955"/>
                </a:lnTo>
                <a:lnTo>
                  <a:pt x="400114" y="250093"/>
                </a:lnTo>
                <a:lnTo>
                  <a:pt x="435835" y="250093"/>
                </a:lnTo>
                <a:cubicBezTo>
                  <a:pt x="447713" y="250093"/>
                  <a:pt x="457269" y="240537"/>
                  <a:pt x="457269" y="228664"/>
                </a:cubicBezTo>
                <a:cubicBezTo>
                  <a:pt x="457269" y="216786"/>
                  <a:pt x="447713" y="207235"/>
                  <a:pt x="435840" y="207235"/>
                </a:cubicBezTo>
                <a:lnTo>
                  <a:pt x="400123" y="207235"/>
                </a:lnTo>
                <a:lnTo>
                  <a:pt x="400123" y="164373"/>
                </a:lnTo>
                <a:lnTo>
                  <a:pt x="435844" y="164373"/>
                </a:lnTo>
                <a:cubicBezTo>
                  <a:pt x="447722" y="164373"/>
                  <a:pt x="457278" y="154817"/>
                  <a:pt x="457278" y="142944"/>
                </a:cubicBezTo>
                <a:cubicBezTo>
                  <a:pt x="457278" y="131066"/>
                  <a:pt x="447722" y="121515"/>
                  <a:pt x="435849" y="121515"/>
                </a:cubicBezTo>
                <a:lnTo>
                  <a:pt x="400132" y="121515"/>
                </a:lnTo>
                <a:lnTo>
                  <a:pt x="400132" y="114373"/>
                </a:lnTo>
                <a:cubicBezTo>
                  <a:pt x="400132" y="82849"/>
                  <a:pt x="374506" y="57223"/>
                  <a:pt x="342982" y="57223"/>
                </a:cubicBezTo>
                <a:lnTo>
                  <a:pt x="335841" y="57223"/>
                </a:lnTo>
                <a:lnTo>
                  <a:pt x="335841" y="21507"/>
                </a:lnTo>
                <a:cubicBezTo>
                  <a:pt x="335841" y="9629"/>
                  <a:pt x="326285" y="78"/>
                  <a:pt x="314412" y="78"/>
                </a:cubicBezTo>
                <a:cubicBezTo>
                  <a:pt x="302534" y="78"/>
                  <a:pt x="292983" y="9633"/>
                  <a:pt x="292983" y="21511"/>
                </a:cubicBezTo>
                <a:lnTo>
                  <a:pt x="292983" y="57232"/>
                </a:lnTo>
                <a:lnTo>
                  <a:pt x="250120" y="57232"/>
                </a:lnTo>
                <a:lnTo>
                  <a:pt x="250120" y="21516"/>
                </a:lnTo>
                <a:cubicBezTo>
                  <a:pt x="250120" y="9638"/>
                  <a:pt x="240565" y="87"/>
                  <a:pt x="228691" y="87"/>
                </a:cubicBezTo>
                <a:cubicBezTo>
                  <a:pt x="216813" y="87"/>
                  <a:pt x="207262" y="9642"/>
                  <a:pt x="207262" y="21520"/>
                </a:cubicBezTo>
                <a:lnTo>
                  <a:pt x="207262" y="57241"/>
                </a:lnTo>
                <a:lnTo>
                  <a:pt x="164400" y="57241"/>
                </a:lnTo>
                <a:lnTo>
                  <a:pt x="164309" y="21434"/>
                </a:lnTo>
                <a:moveTo>
                  <a:pt x="357188" y="114300"/>
                </a:moveTo>
                <a:lnTo>
                  <a:pt x="357188" y="342900"/>
                </a:lnTo>
                <a:cubicBezTo>
                  <a:pt x="357188" y="350759"/>
                  <a:pt x="350759" y="357188"/>
                  <a:pt x="342900" y="357188"/>
                </a:cubicBezTo>
                <a:lnTo>
                  <a:pt x="114300" y="357188"/>
                </a:lnTo>
                <a:cubicBezTo>
                  <a:pt x="106441" y="357188"/>
                  <a:pt x="100013" y="350759"/>
                  <a:pt x="100013" y="342900"/>
                </a:cubicBezTo>
                <a:lnTo>
                  <a:pt x="100013" y="114300"/>
                </a:lnTo>
                <a:cubicBezTo>
                  <a:pt x="100013" y="106441"/>
                  <a:pt x="106441" y="100013"/>
                  <a:pt x="114300" y="100013"/>
                </a:cubicBezTo>
                <a:lnTo>
                  <a:pt x="342900" y="100013"/>
                </a:lnTo>
                <a:cubicBezTo>
                  <a:pt x="350759" y="100013"/>
                  <a:pt x="357188" y="106441"/>
                  <a:pt x="357188" y="114300"/>
                </a:cubicBezTo>
                <a:moveTo>
                  <a:pt x="171450" y="142875"/>
                </a:moveTo>
                <a:cubicBezTo>
                  <a:pt x="155645" y="142875"/>
                  <a:pt x="142875" y="155645"/>
                  <a:pt x="142875" y="171450"/>
                </a:cubicBezTo>
                <a:lnTo>
                  <a:pt x="142875" y="285750"/>
                </a:lnTo>
                <a:cubicBezTo>
                  <a:pt x="142875" y="301555"/>
                  <a:pt x="155645" y="314325"/>
                  <a:pt x="171450" y="314325"/>
                </a:cubicBezTo>
                <a:lnTo>
                  <a:pt x="285750" y="314325"/>
                </a:lnTo>
                <a:cubicBezTo>
                  <a:pt x="301555" y="314325"/>
                  <a:pt x="314325" y="301555"/>
                  <a:pt x="314325" y="285750"/>
                </a:cubicBezTo>
                <a:lnTo>
                  <a:pt x="314325" y="171450"/>
                </a:lnTo>
                <a:cubicBezTo>
                  <a:pt x="314325" y="155645"/>
                  <a:pt x="301555" y="142875"/>
                  <a:pt x="285750" y="142875"/>
                </a:cubicBezTo>
                <a:lnTo>
                  <a:pt x="171450" y="142875"/>
                </a:lnTo>
                <a:moveTo>
                  <a:pt x="185738" y="185738"/>
                </a:moveTo>
                <a:lnTo>
                  <a:pt x="271463" y="185738"/>
                </a:lnTo>
                <a:lnTo>
                  <a:pt x="271463" y="271463"/>
                </a:lnTo>
                <a:lnTo>
                  <a:pt x="185738" y="271463"/>
                </a:lnTo>
                <a:lnTo>
                  <a:pt x="185738" y="185738"/>
                </a:lnTo>
              </a:path>
            </a:pathLst>
          </a:custGeom>
          <a:solidFill>
            <a:srgbClr val="1570E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8387A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blipFill>
            <a:blip r:embed="rId1"/>
            <a:srcRect/>
            <a:stretch>
              <a:fillRect l="0" r="0" t="-4555" b="-4555"/>
            </a:stretch>
          </a:blip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3108960"/>
            <a:ext cx="12192000" cy="3749040"/>
          </a:xfrm>
          <a:prstGeom prst="rect">
            <a:avLst/>
          </a:prstGeom>
          <a:gradFill>
            <a:gsLst>
              <a:gs pos="15000">
                <a:srgbClr val="000000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17487" y="2238703"/>
            <a:ext cx="8157028" cy="2380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marL="0" indent="0">
              <a:lnSpc>
                <a:spcPct val="100000"/>
              </a:lnSpc>
              <a:spcBef>
                <a:spcPts val="1000"/>
              </a:spcBef>
              <a:buNone/>
            </a:pPr>
            <a:r>
              <a:rPr lang="en-US" sz="54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感谢观看！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364480" y="856343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SlideSpeak</dc:creator>
  <cp:lastModifiedBy>SlideSpeak</cp:lastModifiedBy>
  <cp:revision>1</cp:revision>
  <dcterms:created xsi:type="dcterms:W3CDTF">2025-12-25T03:22:11Z</dcterms:created>
  <dcterms:modified xsi:type="dcterms:W3CDTF">2025-12-25T03:22:11Z</dcterms:modified>
</cp:coreProperties>
</file>