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fntdata" ContentType="application/x-fontdata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embeddedFontLst>
    <p:embeddedFont>
      <p:font typeface="Figtree SemiBold" pitchFamily="2" charset="0"/>
      <p:regular r:id="rId100"/>
    </p:embeddedFont>
    <p:embeddedFont>
      <p:font typeface="Figtree Bold" pitchFamily="2" charset="0"/>
      <p:regular r:id="rId101"/>
    </p:embeddedFont>
    <p:embeddedFont>
      <p:font typeface="Figtree Regular" pitchFamily="2" charset="0"/>
      <p:regular r:id="rId10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
    <Relationship Id="rId100" Type="http://schemas.openxmlformats.org/officeDocument/2006/relationships/font" Target="fonts/font1.fntdata"/>
    <Relationship Id="rId101" Type="http://schemas.openxmlformats.org/officeDocument/2006/relationships/font" Target="fonts/font2.fntdata"/>
    <Relationship Id="rId10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21a9add17137d1ac1234aad51f6cad000b4636a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2826f49e183c78d3e804456c5960f808d5cbaf3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108960"/>
            <a:ext cx="12192000" cy="3749040"/>
          </a:xfrm>
          <a:prstGeom prst="rect">
            <a:avLst/>
          </a:prstGeom>
          <a:gradFill>
            <a:gsLst>
              <a:gs pos="15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19" y="5473446"/>
            <a:ext cx="10728960" cy="952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723241"/>
            <a:ext cx="10728960" cy="35292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智能招聘管理系统设计与实施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9583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5712716"/>
            <a:ext cx="10728960" cy="82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优化招聘流程，实现数据驱动的人才管理全流程可视化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04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05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06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07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08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09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13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14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系统概述与设计目标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系统核心功能架构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登录设计方案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主页-招聘目标看板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招聘计划管理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候选人来源与初筛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完整招聘流程设计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面试管理功能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候选人管理-交互设计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招聘漏斗分析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流失原因分析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数据分析价值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16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系统技术架构建议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实施路线图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343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343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15221" r="-115221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系统概述与设计目标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5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业务负责人与HR无缝配合提升招聘效率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5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高效协同机制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39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从计划制定到候选人入职全链路追踪.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39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全流程可视化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5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通过招聘漏斗和数据分析定位流程瓶颈.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5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数据驱动决策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39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降低日常操作复杂度和管理成本.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39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简化招聘管理流程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22154" y="1502320"/>
            <a:ext cx="350251" cy="365760"/>
          </a:xfrm>
          <a:custGeom>
            <a:avLst/>
            <a:gdLst/>
            <a:ahLst/>
            <a:cxnLst/>
            <a:rect l="l" t="t" r="r" b="b"/>
            <a:pathLst>
              <a:path w="350251" h="365760">
                <a:moveTo>
                  <a:pt x="175129" y="0"/>
                </a:moveTo>
                <a:cubicBezTo>
                  <a:pt x="187272" y="0"/>
                  <a:pt x="199132" y="1214"/>
                  <a:pt x="210704" y="3431"/>
                </a:cubicBezTo>
                <a:cubicBezTo>
                  <a:pt x="216346" y="4502"/>
                  <a:pt x="226276" y="7787"/>
                  <a:pt x="231705" y="17791"/>
                </a:cubicBezTo>
                <a:cubicBezTo>
                  <a:pt x="233134" y="20435"/>
                  <a:pt x="234276" y="23218"/>
                  <a:pt x="234990" y="26221"/>
                </a:cubicBezTo>
                <a:lnTo>
                  <a:pt x="241634" y="53726"/>
                </a:lnTo>
                <a:cubicBezTo>
                  <a:pt x="242636" y="57870"/>
                  <a:pt x="249634" y="61941"/>
                  <a:pt x="253708" y="60727"/>
                </a:cubicBezTo>
                <a:lnTo>
                  <a:pt x="280855" y="52724"/>
                </a:lnTo>
                <a:cubicBezTo>
                  <a:pt x="283714" y="51868"/>
                  <a:pt x="286642" y="51437"/>
                  <a:pt x="289570" y="51367"/>
                </a:cubicBezTo>
                <a:cubicBezTo>
                  <a:pt x="301072" y="51009"/>
                  <a:pt x="308858" y="58083"/>
                  <a:pt x="312644" y="62369"/>
                </a:cubicBezTo>
                <a:cubicBezTo>
                  <a:pt x="328434" y="80299"/>
                  <a:pt x="340577" y="101374"/>
                  <a:pt x="348293" y="124018"/>
                </a:cubicBezTo>
                <a:cubicBezTo>
                  <a:pt x="350149" y="129446"/>
                  <a:pt x="352293" y="139592"/>
                  <a:pt x="346363" y="149307"/>
                </a:cubicBezTo>
                <a:cubicBezTo>
                  <a:pt x="344790" y="151878"/>
                  <a:pt x="342864" y="154307"/>
                  <a:pt x="340647" y="156450"/>
                </a:cubicBezTo>
                <a:lnTo>
                  <a:pt x="320143" y="175953"/>
                </a:lnTo>
                <a:cubicBezTo>
                  <a:pt x="317142" y="178809"/>
                  <a:pt x="317142" y="187024"/>
                  <a:pt x="320143" y="189884"/>
                </a:cubicBezTo>
                <a:lnTo>
                  <a:pt x="340647" y="209387"/>
                </a:lnTo>
                <a:cubicBezTo>
                  <a:pt x="342860" y="211530"/>
                  <a:pt x="344790" y="213959"/>
                  <a:pt x="346363" y="216530"/>
                </a:cubicBezTo>
                <a:cubicBezTo>
                  <a:pt x="352219" y="226245"/>
                  <a:pt x="350079" y="236391"/>
                  <a:pt x="348293" y="241819"/>
                </a:cubicBezTo>
                <a:cubicBezTo>
                  <a:pt x="340577" y="264463"/>
                  <a:pt x="328434" y="285469"/>
                  <a:pt x="312644" y="303468"/>
                </a:cubicBezTo>
                <a:cubicBezTo>
                  <a:pt x="308858" y="307754"/>
                  <a:pt x="300998" y="314824"/>
                  <a:pt x="289570" y="314470"/>
                </a:cubicBezTo>
                <a:cubicBezTo>
                  <a:pt x="286642" y="314396"/>
                  <a:pt x="283714" y="313899"/>
                  <a:pt x="280855" y="313113"/>
                </a:cubicBezTo>
                <a:lnTo>
                  <a:pt x="253708" y="305040"/>
                </a:lnTo>
                <a:cubicBezTo>
                  <a:pt x="249634" y="303826"/>
                  <a:pt x="242636" y="307897"/>
                  <a:pt x="241634" y="312041"/>
                </a:cubicBezTo>
                <a:lnTo>
                  <a:pt x="234990" y="339546"/>
                </a:lnTo>
                <a:cubicBezTo>
                  <a:pt x="234276" y="342545"/>
                  <a:pt x="233134" y="345406"/>
                  <a:pt x="231705" y="347977"/>
                </a:cubicBezTo>
                <a:cubicBezTo>
                  <a:pt x="226202" y="357977"/>
                  <a:pt x="216273" y="361192"/>
                  <a:pt x="210704" y="362337"/>
                </a:cubicBezTo>
                <a:cubicBezTo>
                  <a:pt x="199131" y="364549"/>
                  <a:pt x="187272" y="365764"/>
                  <a:pt x="175129" y="365764"/>
                </a:cubicBezTo>
                <a:cubicBezTo>
                  <a:pt x="162986" y="365764"/>
                  <a:pt x="151126" y="364549"/>
                  <a:pt x="139554" y="362333"/>
                </a:cubicBezTo>
                <a:cubicBezTo>
                  <a:pt x="133911" y="361261"/>
                  <a:pt x="123982" y="357977"/>
                  <a:pt x="118553" y="347973"/>
                </a:cubicBezTo>
                <a:cubicBezTo>
                  <a:pt x="117124" y="345329"/>
                  <a:pt x="115982" y="342545"/>
                  <a:pt x="115268" y="339543"/>
                </a:cubicBezTo>
                <a:lnTo>
                  <a:pt x="108623" y="312037"/>
                </a:lnTo>
                <a:cubicBezTo>
                  <a:pt x="107622" y="307893"/>
                  <a:pt x="100624" y="303822"/>
                  <a:pt x="96550" y="305037"/>
                </a:cubicBezTo>
                <a:lnTo>
                  <a:pt x="69402" y="313036"/>
                </a:lnTo>
                <a:cubicBezTo>
                  <a:pt x="66544" y="313892"/>
                  <a:pt x="63616" y="314323"/>
                  <a:pt x="60688" y="314393"/>
                </a:cubicBezTo>
                <a:cubicBezTo>
                  <a:pt x="49186" y="314751"/>
                  <a:pt x="41400" y="307678"/>
                  <a:pt x="37613" y="303391"/>
                </a:cubicBezTo>
                <a:cubicBezTo>
                  <a:pt x="21898" y="285461"/>
                  <a:pt x="9681" y="264386"/>
                  <a:pt x="1965" y="241742"/>
                </a:cubicBezTo>
                <a:cubicBezTo>
                  <a:pt x="109" y="236314"/>
                  <a:pt x="-2035" y="226168"/>
                  <a:pt x="3895" y="216453"/>
                </a:cubicBezTo>
                <a:cubicBezTo>
                  <a:pt x="5467" y="213882"/>
                  <a:pt x="7394" y="211453"/>
                  <a:pt x="9611" y="209310"/>
                </a:cubicBezTo>
                <a:lnTo>
                  <a:pt x="30115" y="189808"/>
                </a:lnTo>
                <a:cubicBezTo>
                  <a:pt x="33116" y="186951"/>
                  <a:pt x="33116" y="178736"/>
                  <a:pt x="30115" y="175876"/>
                </a:cubicBezTo>
                <a:lnTo>
                  <a:pt x="9541" y="156373"/>
                </a:lnTo>
                <a:cubicBezTo>
                  <a:pt x="7327" y="154230"/>
                  <a:pt x="5397" y="151801"/>
                  <a:pt x="3825" y="149230"/>
                </a:cubicBezTo>
                <a:cubicBezTo>
                  <a:pt x="-2031" y="139516"/>
                  <a:pt x="109" y="129369"/>
                  <a:pt x="1968" y="124011"/>
                </a:cubicBezTo>
                <a:cubicBezTo>
                  <a:pt x="9684" y="101367"/>
                  <a:pt x="21828" y="80361"/>
                  <a:pt x="37617" y="62362"/>
                </a:cubicBezTo>
                <a:cubicBezTo>
                  <a:pt x="41403" y="58075"/>
                  <a:pt x="49263" y="51005"/>
                  <a:pt x="60691" y="51360"/>
                </a:cubicBezTo>
                <a:cubicBezTo>
                  <a:pt x="63620" y="51433"/>
                  <a:pt x="66548" y="51931"/>
                  <a:pt x="69406" y="52717"/>
                </a:cubicBezTo>
                <a:lnTo>
                  <a:pt x="96554" y="60720"/>
                </a:lnTo>
                <a:cubicBezTo>
                  <a:pt x="100627" y="61934"/>
                  <a:pt x="107625" y="57863"/>
                  <a:pt x="108627" y="53719"/>
                </a:cubicBezTo>
                <a:lnTo>
                  <a:pt x="115271" y="26214"/>
                </a:lnTo>
                <a:cubicBezTo>
                  <a:pt x="115986" y="23215"/>
                  <a:pt x="117127" y="20355"/>
                  <a:pt x="118556" y="17783"/>
                </a:cubicBezTo>
                <a:cubicBezTo>
                  <a:pt x="124059" y="7783"/>
                  <a:pt x="133988" y="4568"/>
                  <a:pt x="139557" y="3424"/>
                </a:cubicBezTo>
                <a:cubicBezTo>
                  <a:pt x="151130" y="1211"/>
                  <a:pt x="162989" y="-7"/>
                  <a:pt x="175132" y="-7"/>
                </a:cubicBezTo>
                <a:lnTo>
                  <a:pt x="175129" y="0"/>
                </a:lnTo>
                <a:moveTo>
                  <a:pt x="148055" y="36719"/>
                </a:moveTo>
                <a:lnTo>
                  <a:pt x="141981" y="61792"/>
                </a:lnTo>
                <a:cubicBezTo>
                  <a:pt x="136409" y="84867"/>
                  <a:pt x="109622" y="100295"/>
                  <a:pt x="86831" y="93653"/>
                </a:cubicBezTo>
                <a:lnTo>
                  <a:pt x="62183" y="86367"/>
                </a:lnTo>
                <a:cubicBezTo>
                  <a:pt x="50398" y="100156"/>
                  <a:pt x="41109" y="116158"/>
                  <a:pt x="35036" y="133301"/>
                </a:cubicBezTo>
                <a:lnTo>
                  <a:pt x="53753" y="151088"/>
                </a:lnTo>
                <a:cubicBezTo>
                  <a:pt x="70898" y="167375"/>
                  <a:pt x="70898" y="198381"/>
                  <a:pt x="53753" y="214668"/>
                </a:cubicBezTo>
                <a:lnTo>
                  <a:pt x="35036" y="232455"/>
                </a:lnTo>
                <a:cubicBezTo>
                  <a:pt x="41109" y="249602"/>
                  <a:pt x="50394" y="265600"/>
                  <a:pt x="62183" y="279389"/>
                </a:cubicBezTo>
                <a:lnTo>
                  <a:pt x="86901" y="272103"/>
                </a:lnTo>
                <a:cubicBezTo>
                  <a:pt x="109618" y="265388"/>
                  <a:pt x="136479" y="280889"/>
                  <a:pt x="142051" y="303965"/>
                </a:cubicBezTo>
                <a:lnTo>
                  <a:pt x="148125" y="329038"/>
                </a:lnTo>
                <a:cubicBezTo>
                  <a:pt x="165697" y="332253"/>
                  <a:pt x="184771" y="332253"/>
                  <a:pt x="202347" y="329038"/>
                </a:cubicBezTo>
                <a:lnTo>
                  <a:pt x="208420" y="303965"/>
                </a:lnTo>
                <a:cubicBezTo>
                  <a:pt x="213993" y="280889"/>
                  <a:pt x="240780" y="265461"/>
                  <a:pt x="263571" y="272103"/>
                </a:cubicBezTo>
                <a:lnTo>
                  <a:pt x="288288" y="279389"/>
                </a:lnTo>
                <a:cubicBezTo>
                  <a:pt x="300074" y="265600"/>
                  <a:pt x="309362" y="249598"/>
                  <a:pt x="315436" y="232455"/>
                </a:cubicBezTo>
                <a:lnTo>
                  <a:pt x="296718" y="214668"/>
                </a:lnTo>
                <a:cubicBezTo>
                  <a:pt x="279574" y="198381"/>
                  <a:pt x="279574" y="167375"/>
                  <a:pt x="296718" y="151088"/>
                </a:cubicBezTo>
                <a:lnTo>
                  <a:pt x="315436" y="133301"/>
                </a:lnTo>
                <a:cubicBezTo>
                  <a:pt x="309362" y="116158"/>
                  <a:pt x="300077" y="100152"/>
                  <a:pt x="288288" y="86367"/>
                </a:cubicBezTo>
                <a:lnTo>
                  <a:pt x="263571" y="93653"/>
                </a:lnTo>
                <a:cubicBezTo>
                  <a:pt x="240853" y="100368"/>
                  <a:pt x="213993" y="84867"/>
                  <a:pt x="208420" y="61792"/>
                </a:cubicBezTo>
                <a:lnTo>
                  <a:pt x="202347" y="36719"/>
                </a:lnTo>
                <a:cubicBezTo>
                  <a:pt x="184775" y="33504"/>
                  <a:pt x="165700" y="33504"/>
                  <a:pt x="148125" y="36719"/>
                </a:cubicBezTo>
                <a:lnTo>
                  <a:pt x="148055" y="36719"/>
                </a:lnTo>
                <a:moveTo>
                  <a:pt x="140839" y="182880"/>
                </a:moveTo>
                <a:cubicBezTo>
                  <a:pt x="140839" y="201819"/>
                  <a:pt x="156191" y="217170"/>
                  <a:pt x="175129" y="217170"/>
                </a:cubicBezTo>
                <a:cubicBezTo>
                  <a:pt x="194067" y="217170"/>
                  <a:pt x="209418" y="201819"/>
                  <a:pt x="209418" y="182880"/>
                </a:cubicBezTo>
                <a:cubicBezTo>
                  <a:pt x="209418" y="163941"/>
                  <a:pt x="194067" y="148590"/>
                  <a:pt x="175129" y="148590"/>
                </a:cubicBezTo>
                <a:cubicBezTo>
                  <a:pt x="156191" y="148590"/>
                  <a:pt x="140839" y="163941"/>
                  <a:pt x="140839" y="182880"/>
                </a:cubicBezTo>
                <a:lnTo>
                  <a:pt x="140839" y="182880"/>
                </a:lnTo>
                <a:moveTo>
                  <a:pt x="175129" y="251460"/>
                </a:moveTo>
                <a:cubicBezTo>
                  <a:pt x="137253" y="251460"/>
                  <a:pt x="106550" y="220754"/>
                  <a:pt x="106550" y="182880"/>
                </a:cubicBezTo>
                <a:cubicBezTo>
                  <a:pt x="106550" y="145006"/>
                  <a:pt x="137253" y="114300"/>
                  <a:pt x="175129" y="114300"/>
                </a:cubicBezTo>
                <a:cubicBezTo>
                  <a:pt x="213005" y="114300"/>
                  <a:pt x="243708" y="145006"/>
                  <a:pt x="243708" y="182880"/>
                </a:cubicBezTo>
                <a:cubicBezTo>
                  <a:pt x="243708" y="220754"/>
                  <a:pt x="213005" y="251460"/>
                  <a:pt x="175129" y="25146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37759" y="1525180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17147" y="0"/>
                </a:moveTo>
                <a:cubicBezTo>
                  <a:pt x="26649" y="0"/>
                  <a:pt x="34294" y="7643"/>
                  <a:pt x="34294" y="17145"/>
                </a:cubicBezTo>
                <a:lnTo>
                  <a:pt x="34294" y="268603"/>
                </a:lnTo>
                <a:cubicBezTo>
                  <a:pt x="34294" y="278105"/>
                  <a:pt x="41938" y="285748"/>
                  <a:pt x="51440" y="285748"/>
                </a:cubicBezTo>
                <a:lnTo>
                  <a:pt x="348620" y="285748"/>
                </a:lnTo>
                <a:cubicBezTo>
                  <a:pt x="358123" y="285748"/>
                  <a:pt x="365767" y="293390"/>
                  <a:pt x="365767" y="302892"/>
                </a:cubicBezTo>
                <a:cubicBezTo>
                  <a:pt x="365767" y="312394"/>
                  <a:pt x="358123" y="320037"/>
                  <a:pt x="348624" y="320037"/>
                </a:cubicBezTo>
                <a:lnTo>
                  <a:pt x="51444" y="320037"/>
                </a:lnTo>
                <a:cubicBezTo>
                  <a:pt x="23014" y="320037"/>
                  <a:pt x="11" y="297032"/>
                  <a:pt x="11" y="268603"/>
                </a:cubicBezTo>
                <a:lnTo>
                  <a:pt x="11" y="17144"/>
                </a:lnTo>
                <a:cubicBezTo>
                  <a:pt x="11" y="7642"/>
                  <a:pt x="7655" y="0"/>
                  <a:pt x="17158" y="0"/>
                </a:cubicBezTo>
                <a:lnTo>
                  <a:pt x="17147" y="0"/>
                </a:lnTo>
              </a:path>
              <a:path w="365760" h="320040">
                <a:moveTo>
                  <a:pt x="120017" y="137160"/>
                </a:moveTo>
                <a:cubicBezTo>
                  <a:pt x="129519" y="137160"/>
                  <a:pt x="137164" y="144802"/>
                  <a:pt x="137164" y="154304"/>
                </a:cubicBezTo>
                <a:lnTo>
                  <a:pt x="137164" y="211454"/>
                </a:lnTo>
                <a:cubicBezTo>
                  <a:pt x="137164" y="220956"/>
                  <a:pt x="129519" y="228598"/>
                  <a:pt x="120020" y="228598"/>
                </a:cubicBezTo>
                <a:cubicBezTo>
                  <a:pt x="110518" y="228598"/>
                  <a:pt x="102877" y="220956"/>
                  <a:pt x="102877" y="211454"/>
                </a:cubicBezTo>
                <a:lnTo>
                  <a:pt x="102877" y="154304"/>
                </a:lnTo>
                <a:cubicBezTo>
                  <a:pt x="102877" y="144802"/>
                  <a:pt x="110522" y="137160"/>
                  <a:pt x="120024" y="137160"/>
                </a:cubicBezTo>
                <a:lnTo>
                  <a:pt x="120017" y="137160"/>
                </a:lnTo>
              </a:path>
              <a:path w="365760" h="320040">
                <a:moveTo>
                  <a:pt x="205740" y="85726"/>
                </a:moveTo>
                <a:lnTo>
                  <a:pt x="205740" y="211457"/>
                </a:lnTo>
                <a:cubicBezTo>
                  <a:pt x="205740" y="220959"/>
                  <a:pt x="198096" y="228601"/>
                  <a:pt x="188597" y="228601"/>
                </a:cubicBezTo>
                <a:cubicBezTo>
                  <a:pt x="179094" y="228601"/>
                  <a:pt x="171454" y="220959"/>
                  <a:pt x="171454" y="211457"/>
                </a:cubicBezTo>
                <a:lnTo>
                  <a:pt x="171454" y="85726"/>
                </a:lnTo>
                <a:cubicBezTo>
                  <a:pt x="171454" y="76224"/>
                  <a:pt x="179098" y="68581"/>
                  <a:pt x="188600" y="68581"/>
                </a:cubicBezTo>
                <a:cubicBezTo>
                  <a:pt x="198103" y="68581"/>
                  <a:pt x="205747" y="76224"/>
                  <a:pt x="205747" y="85726"/>
                </a:cubicBezTo>
                <a:lnTo>
                  <a:pt x="205740" y="85726"/>
                </a:lnTo>
              </a:path>
              <a:path w="365760" h="320040">
                <a:moveTo>
                  <a:pt x="257177" y="114299"/>
                </a:moveTo>
                <a:cubicBezTo>
                  <a:pt x="266679" y="114299"/>
                  <a:pt x="274324" y="121942"/>
                  <a:pt x="274324" y="131444"/>
                </a:cubicBezTo>
                <a:lnTo>
                  <a:pt x="274324" y="211454"/>
                </a:lnTo>
                <a:cubicBezTo>
                  <a:pt x="274324" y="220956"/>
                  <a:pt x="266679" y="228598"/>
                  <a:pt x="257180" y="228598"/>
                </a:cubicBezTo>
                <a:cubicBezTo>
                  <a:pt x="247678" y="228598"/>
                  <a:pt x="240037" y="220956"/>
                  <a:pt x="240037" y="211454"/>
                </a:cubicBezTo>
                <a:lnTo>
                  <a:pt x="240037" y="131444"/>
                </a:lnTo>
                <a:cubicBezTo>
                  <a:pt x="240037" y="121942"/>
                  <a:pt x="247682" y="114299"/>
                  <a:pt x="257184" y="114299"/>
                </a:cubicBezTo>
                <a:lnTo>
                  <a:pt x="257177" y="114299"/>
                </a:lnTo>
              </a:path>
              <a:path w="365760" h="320040">
                <a:moveTo>
                  <a:pt x="342900" y="40005"/>
                </a:moveTo>
                <a:lnTo>
                  <a:pt x="342900" y="211454"/>
                </a:lnTo>
                <a:cubicBezTo>
                  <a:pt x="342900" y="220956"/>
                  <a:pt x="335256" y="228598"/>
                  <a:pt x="325757" y="228598"/>
                </a:cubicBezTo>
                <a:cubicBezTo>
                  <a:pt x="316254" y="228598"/>
                  <a:pt x="308614" y="220956"/>
                  <a:pt x="308614" y="211454"/>
                </a:cubicBezTo>
                <a:lnTo>
                  <a:pt x="308614" y="40005"/>
                </a:lnTo>
                <a:cubicBezTo>
                  <a:pt x="308614" y="30503"/>
                  <a:pt x="316258" y="22860"/>
                  <a:pt x="325760" y="22860"/>
                </a:cubicBezTo>
                <a:cubicBezTo>
                  <a:pt x="335263" y="22860"/>
                  <a:pt x="342907" y="30503"/>
                  <a:pt x="342907" y="40005"/>
                </a:cubicBezTo>
                <a:lnTo>
                  <a:pt x="342900" y="4000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60119" y="4011982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00026" y="45720"/>
                </a:moveTo>
                <a:lnTo>
                  <a:pt x="228602" y="45720"/>
                </a:lnTo>
                <a:cubicBezTo>
                  <a:pt x="253820" y="45720"/>
                  <a:pt x="274323" y="66221"/>
                  <a:pt x="274323" y="91440"/>
                </a:cubicBezTo>
                <a:lnTo>
                  <a:pt x="274323" y="320040"/>
                </a:lnTo>
                <a:cubicBezTo>
                  <a:pt x="274323" y="345259"/>
                  <a:pt x="253820" y="365760"/>
                  <a:pt x="228602" y="365760"/>
                </a:cubicBezTo>
                <a:lnTo>
                  <a:pt x="45721" y="365760"/>
                </a:lnTo>
                <a:cubicBezTo>
                  <a:pt x="20503" y="365760"/>
                  <a:pt x="0" y="345259"/>
                  <a:pt x="0" y="320040"/>
                </a:cubicBezTo>
                <a:lnTo>
                  <a:pt x="0" y="91440"/>
                </a:lnTo>
                <a:cubicBezTo>
                  <a:pt x="0" y="66221"/>
                  <a:pt x="20503" y="45720"/>
                  <a:pt x="45721" y="45720"/>
                </a:cubicBezTo>
                <a:lnTo>
                  <a:pt x="74297" y="45720"/>
                </a:lnTo>
                <a:lnTo>
                  <a:pt x="81155" y="45720"/>
                </a:lnTo>
                <a:cubicBezTo>
                  <a:pt x="86441" y="19645"/>
                  <a:pt x="109517" y="0"/>
                  <a:pt x="137163" y="0"/>
                </a:cubicBezTo>
                <a:cubicBezTo>
                  <a:pt x="164809" y="0"/>
                  <a:pt x="187885" y="19645"/>
                  <a:pt x="193171" y="45720"/>
                </a:cubicBezTo>
                <a:lnTo>
                  <a:pt x="200026" y="45720"/>
                </a:lnTo>
                <a:moveTo>
                  <a:pt x="45721" y="80010"/>
                </a:moveTo>
                <a:cubicBezTo>
                  <a:pt x="39434" y="80010"/>
                  <a:pt x="34290" y="85153"/>
                  <a:pt x="34290" y="91440"/>
                </a:cubicBezTo>
                <a:lnTo>
                  <a:pt x="34290" y="320040"/>
                </a:lnTo>
                <a:cubicBezTo>
                  <a:pt x="34290" y="326327"/>
                  <a:pt x="39434" y="331470"/>
                  <a:pt x="45721" y="331470"/>
                </a:cubicBezTo>
                <a:lnTo>
                  <a:pt x="228602" y="331470"/>
                </a:lnTo>
                <a:cubicBezTo>
                  <a:pt x="234889" y="331470"/>
                  <a:pt x="240033" y="326327"/>
                  <a:pt x="240033" y="320040"/>
                </a:cubicBezTo>
                <a:lnTo>
                  <a:pt x="240033" y="91440"/>
                </a:lnTo>
                <a:cubicBezTo>
                  <a:pt x="240033" y="85153"/>
                  <a:pt x="234889" y="80010"/>
                  <a:pt x="228602" y="80010"/>
                </a:cubicBezTo>
                <a:lnTo>
                  <a:pt x="217171" y="80010"/>
                </a:lnTo>
                <a:lnTo>
                  <a:pt x="217171" y="97157"/>
                </a:lnTo>
                <a:cubicBezTo>
                  <a:pt x="217171" y="106659"/>
                  <a:pt x="209528" y="114304"/>
                  <a:pt x="200026" y="114304"/>
                </a:cubicBezTo>
                <a:lnTo>
                  <a:pt x="137160" y="114304"/>
                </a:lnTo>
                <a:lnTo>
                  <a:pt x="74294" y="114304"/>
                </a:lnTo>
                <a:cubicBezTo>
                  <a:pt x="64792" y="114304"/>
                  <a:pt x="57149" y="106659"/>
                  <a:pt x="57149" y="97160"/>
                </a:cubicBezTo>
                <a:lnTo>
                  <a:pt x="57149" y="80017"/>
                </a:lnTo>
                <a:lnTo>
                  <a:pt x="45721" y="80010"/>
                </a:lnTo>
                <a:moveTo>
                  <a:pt x="137160" y="74297"/>
                </a:moveTo>
                <a:cubicBezTo>
                  <a:pt x="146630" y="74297"/>
                  <a:pt x="154305" y="66619"/>
                  <a:pt x="154305" y="57154"/>
                </a:cubicBezTo>
                <a:cubicBezTo>
                  <a:pt x="154305" y="47684"/>
                  <a:pt x="146630" y="40010"/>
                  <a:pt x="137160" y="40010"/>
                </a:cubicBezTo>
                <a:cubicBezTo>
                  <a:pt x="127690" y="40010"/>
                  <a:pt x="120015" y="47688"/>
                  <a:pt x="120015" y="57157"/>
                </a:cubicBezTo>
                <a:cubicBezTo>
                  <a:pt x="120015" y="66627"/>
                  <a:pt x="127690" y="74304"/>
                  <a:pt x="137160" y="74304"/>
                </a:cubicBezTo>
                <a:lnTo>
                  <a:pt x="137160" y="742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37759" y="4084631"/>
            <a:ext cx="365760" cy="220463"/>
          </a:xfrm>
          <a:custGeom>
            <a:avLst/>
            <a:gdLst/>
            <a:ahLst/>
            <a:cxnLst/>
            <a:rect l="l" t="t" r="r" b="b"/>
            <a:pathLst>
              <a:path w="365760" h="220463">
                <a:moveTo>
                  <a:pt x="155561" y="344"/>
                </a:moveTo>
                <a:lnTo>
                  <a:pt x="126359" y="29549"/>
                </a:lnTo>
                <a:cubicBezTo>
                  <a:pt x="117614" y="31950"/>
                  <a:pt x="109501" y="36350"/>
                  <a:pt x="102643" y="42408"/>
                </a:cubicBezTo>
                <a:lnTo>
                  <a:pt x="87442" y="55953"/>
                </a:lnTo>
                <a:cubicBezTo>
                  <a:pt x="81612" y="61154"/>
                  <a:pt x="74011" y="64011"/>
                  <a:pt x="66181" y="64011"/>
                </a:cubicBezTo>
                <a:lnTo>
                  <a:pt x="54864" y="64011"/>
                </a:lnTo>
                <a:lnTo>
                  <a:pt x="54864" y="137163"/>
                </a:lnTo>
                <a:cubicBezTo>
                  <a:pt x="66521" y="137507"/>
                  <a:pt x="77611" y="142249"/>
                  <a:pt x="85895" y="150536"/>
                </a:cubicBezTo>
                <a:lnTo>
                  <a:pt x="106239" y="170881"/>
                </a:lnTo>
                <a:lnTo>
                  <a:pt x="110240" y="174882"/>
                </a:lnTo>
                <a:lnTo>
                  <a:pt x="110240" y="174882"/>
                </a:lnTo>
                <a:lnTo>
                  <a:pt x="125672" y="190312"/>
                </a:lnTo>
                <a:cubicBezTo>
                  <a:pt x="129216" y="193855"/>
                  <a:pt x="135046" y="193855"/>
                  <a:pt x="138586" y="190312"/>
                </a:cubicBezTo>
                <a:cubicBezTo>
                  <a:pt x="139559" y="189340"/>
                  <a:pt x="140302" y="188198"/>
                  <a:pt x="140701" y="186997"/>
                </a:cubicBezTo>
                <a:cubicBezTo>
                  <a:pt x="142303" y="182596"/>
                  <a:pt x="146015" y="179280"/>
                  <a:pt x="150587" y="178253"/>
                </a:cubicBezTo>
                <a:cubicBezTo>
                  <a:pt x="155159" y="177223"/>
                  <a:pt x="159958" y="178597"/>
                  <a:pt x="163275" y="181968"/>
                </a:cubicBezTo>
                <a:lnTo>
                  <a:pt x="169449" y="188026"/>
                </a:lnTo>
                <a:cubicBezTo>
                  <a:pt x="176080" y="194655"/>
                  <a:pt x="186823" y="194655"/>
                  <a:pt x="193396" y="188026"/>
                </a:cubicBezTo>
                <a:cubicBezTo>
                  <a:pt x="196483" y="184939"/>
                  <a:pt x="198140" y="180998"/>
                  <a:pt x="198311" y="176939"/>
                </a:cubicBezTo>
                <a:cubicBezTo>
                  <a:pt x="198538" y="171910"/>
                  <a:pt x="201512" y="167452"/>
                  <a:pt x="206084" y="165281"/>
                </a:cubicBezTo>
                <a:cubicBezTo>
                  <a:pt x="210656" y="163109"/>
                  <a:pt x="215970" y="163566"/>
                  <a:pt x="220027" y="166480"/>
                </a:cubicBezTo>
                <a:cubicBezTo>
                  <a:pt x="225400" y="170310"/>
                  <a:pt x="232887" y="169796"/>
                  <a:pt x="237686" y="164994"/>
                </a:cubicBezTo>
                <a:cubicBezTo>
                  <a:pt x="243059" y="159622"/>
                  <a:pt x="243059" y="150935"/>
                  <a:pt x="237686" y="145620"/>
                </a:cubicBezTo>
                <a:lnTo>
                  <a:pt x="194365" y="102301"/>
                </a:lnTo>
                <a:lnTo>
                  <a:pt x="173904" y="121162"/>
                </a:lnTo>
                <a:cubicBezTo>
                  <a:pt x="158301" y="135565"/>
                  <a:pt x="134358" y="135792"/>
                  <a:pt x="118470" y="121675"/>
                </a:cubicBezTo>
                <a:cubicBezTo>
                  <a:pt x="100354" y="105560"/>
                  <a:pt x="99951" y="77442"/>
                  <a:pt x="117555" y="60810"/>
                </a:cubicBezTo>
                <a:lnTo>
                  <a:pt x="157617" y="22977"/>
                </a:lnTo>
                <a:cubicBezTo>
                  <a:pt x="173275" y="8232"/>
                  <a:pt x="193963" y="2"/>
                  <a:pt x="215509" y="2"/>
                </a:cubicBezTo>
                <a:cubicBezTo>
                  <a:pt x="236142" y="2"/>
                  <a:pt x="256087" y="7604"/>
                  <a:pt x="271460" y="21261"/>
                </a:cubicBezTo>
                <a:lnTo>
                  <a:pt x="288661" y="36577"/>
                </a:lnTo>
                <a:lnTo>
                  <a:pt x="310892" y="36577"/>
                </a:lnTo>
                <a:lnTo>
                  <a:pt x="333752" y="36577"/>
                </a:lnTo>
                <a:lnTo>
                  <a:pt x="356612" y="36577"/>
                </a:lnTo>
                <a:cubicBezTo>
                  <a:pt x="361641" y="36577"/>
                  <a:pt x="365756" y="40691"/>
                  <a:pt x="365756" y="45722"/>
                </a:cubicBezTo>
                <a:lnTo>
                  <a:pt x="365756" y="164593"/>
                </a:lnTo>
                <a:cubicBezTo>
                  <a:pt x="365756" y="174708"/>
                  <a:pt x="357585" y="182880"/>
                  <a:pt x="347468" y="182880"/>
                </a:cubicBezTo>
                <a:lnTo>
                  <a:pt x="329180" y="182880"/>
                </a:lnTo>
                <a:cubicBezTo>
                  <a:pt x="322436" y="182880"/>
                  <a:pt x="316492" y="179223"/>
                  <a:pt x="313350" y="173736"/>
                </a:cubicBezTo>
                <a:lnTo>
                  <a:pt x="264829" y="173736"/>
                </a:lnTo>
                <a:cubicBezTo>
                  <a:pt x="262886" y="177565"/>
                  <a:pt x="260315" y="181223"/>
                  <a:pt x="257115" y="184424"/>
                </a:cubicBezTo>
                <a:cubicBezTo>
                  <a:pt x="247341" y="194197"/>
                  <a:pt x="233797" y="198026"/>
                  <a:pt x="221109" y="195910"/>
                </a:cubicBezTo>
                <a:cubicBezTo>
                  <a:pt x="219054" y="200081"/>
                  <a:pt x="216252" y="203968"/>
                  <a:pt x="212766" y="207453"/>
                </a:cubicBezTo>
                <a:cubicBezTo>
                  <a:pt x="197163" y="223055"/>
                  <a:pt x="172763" y="224599"/>
                  <a:pt x="155389" y="212083"/>
                </a:cubicBezTo>
                <a:cubicBezTo>
                  <a:pt x="141044" y="223970"/>
                  <a:pt x="119669" y="223227"/>
                  <a:pt x="106242" y="209739"/>
                </a:cubicBezTo>
                <a:lnTo>
                  <a:pt x="90869" y="194309"/>
                </a:lnTo>
                <a:lnTo>
                  <a:pt x="86868" y="190308"/>
                </a:lnTo>
                <a:lnTo>
                  <a:pt x="66521" y="169964"/>
                </a:lnTo>
                <a:cubicBezTo>
                  <a:pt x="63379" y="166820"/>
                  <a:pt x="59264" y="164992"/>
                  <a:pt x="54864" y="164648"/>
                </a:cubicBezTo>
                <a:cubicBezTo>
                  <a:pt x="54864" y="174706"/>
                  <a:pt x="46634" y="182878"/>
                  <a:pt x="36576" y="182878"/>
                </a:cubicBezTo>
                <a:lnTo>
                  <a:pt x="18288" y="182878"/>
                </a:lnTo>
                <a:cubicBezTo>
                  <a:pt x="8171" y="182878"/>
                  <a:pt x="0" y="174706"/>
                  <a:pt x="0" y="164591"/>
                </a:cubicBezTo>
                <a:lnTo>
                  <a:pt x="0" y="45720"/>
                </a:lnTo>
                <a:cubicBezTo>
                  <a:pt x="0" y="40691"/>
                  <a:pt x="4115" y="36575"/>
                  <a:pt x="9144" y="36575"/>
                </a:cubicBezTo>
                <a:lnTo>
                  <a:pt x="32004" y="36575"/>
                </a:lnTo>
                <a:lnTo>
                  <a:pt x="54864" y="36575"/>
                </a:lnTo>
                <a:lnTo>
                  <a:pt x="66181" y="36575"/>
                </a:lnTo>
                <a:cubicBezTo>
                  <a:pt x="67325" y="36575"/>
                  <a:pt x="68408" y="36176"/>
                  <a:pt x="69209" y="35433"/>
                </a:cubicBezTo>
                <a:lnTo>
                  <a:pt x="84355" y="21945"/>
                </a:lnTo>
                <a:cubicBezTo>
                  <a:pt x="100299" y="7829"/>
                  <a:pt x="120818" y="0"/>
                  <a:pt x="142134" y="0"/>
                </a:cubicBezTo>
                <a:lnTo>
                  <a:pt x="148019" y="0"/>
                </a:lnTo>
                <a:cubicBezTo>
                  <a:pt x="150532" y="0"/>
                  <a:pt x="153107" y="115"/>
                  <a:pt x="155561" y="344"/>
                </a:cubicBezTo>
                <a:lnTo>
                  <a:pt x="155561" y="344"/>
                </a:lnTo>
                <a:moveTo>
                  <a:pt x="310896" y="146304"/>
                </a:moveTo>
                <a:lnTo>
                  <a:pt x="310896" y="64007"/>
                </a:lnTo>
                <a:lnTo>
                  <a:pt x="283464" y="64007"/>
                </a:lnTo>
                <a:cubicBezTo>
                  <a:pt x="280092" y="64007"/>
                  <a:pt x="276833" y="62750"/>
                  <a:pt x="274378" y="60521"/>
                </a:cubicBezTo>
                <a:lnTo>
                  <a:pt x="253289" y="41776"/>
                </a:lnTo>
                <a:cubicBezTo>
                  <a:pt x="242887" y="32518"/>
                  <a:pt x="229456" y="27430"/>
                  <a:pt x="215513" y="27430"/>
                </a:cubicBezTo>
                <a:cubicBezTo>
                  <a:pt x="200996" y="27430"/>
                  <a:pt x="187053" y="32975"/>
                  <a:pt x="176479" y="42918"/>
                </a:cubicBezTo>
                <a:lnTo>
                  <a:pt x="136418" y="80751"/>
                </a:lnTo>
                <a:cubicBezTo>
                  <a:pt x="130532" y="86351"/>
                  <a:pt x="130646" y="95782"/>
                  <a:pt x="136703" y="101153"/>
                </a:cubicBezTo>
                <a:cubicBezTo>
                  <a:pt x="142017" y="105897"/>
                  <a:pt x="150075" y="105782"/>
                  <a:pt x="155276" y="100981"/>
                </a:cubicBezTo>
                <a:lnTo>
                  <a:pt x="196366" y="63033"/>
                </a:lnTo>
                <a:cubicBezTo>
                  <a:pt x="201910" y="57889"/>
                  <a:pt x="210597" y="58231"/>
                  <a:pt x="215740" y="63833"/>
                </a:cubicBezTo>
                <a:cubicBezTo>
                  <a:pt x="220882" y="69433"/>
                  <a:pt x="220542" y="78064"/>
                  <a:pt x="214939" y="83207"/>
                </a:cubicBezTo>
                <a:lnTo>
                  <a:pt x="214482" y="83663"/>
                </a:lnTo>
                <a:lnTo>
                  <a:pt x="257001" y="126184"/>
                </a:lnTo>
                <a:cubicBezTo>
                  <a:pt x="262718" y="131898"/>
                  <a:pt x="266431" y="138929"/>
                  <a:pt x="268087" y="146244"/>
                </a:cubicBezTo>
                <a:lnTo>
                  <a:pt x="310834" y="146244"/>
                </a:lnTo>
                <a:lnTo>
                  <a:pt x="310896" y="146304"/>
                </a:lnTo>
                <a:moveTo>
                  <a:pt x="36576" y="155448"/>
                </a:moveTo>
                <a:cubicBezTo>
                  <a:pt x="36576" y="150397"/>
                  <a:pt x="32483" y="146304"/>
                  <a:pt x="27432" y="146304"/>
                </a:cubicBezTo>
                <a:cubicBezTo>
                  <a:pt x="22381" y="146304"/>
                  <a:pt x="18288" y="150398"/>
                  <a:pt x="18288" y="155448"/>
                </a:cubicBezTo>
                <a:cubicBezTo>
                  <a:pt x="18288" y="160499"/>
                  <a:pt x="22381" y="164593"/>
                  <a:pt x="27432" y="164593"/>
                </a:cubicBezTo>
                <a:cubicBezTo>
                  <a:pt x="32483" y="164593"/>
                  <a:pt x="36576" y="160499"/>
                  <a:pt x="36576" y="155448"/>
                </a:cubicBezTo>
                <a:moveTo>
                  <a:pt x="338328" y="164593"/>
                </a:moveTo>
                <a:cubicBezTo>
                  <a:pt x="343379" y="164593"/>
                  <a:pt x="347472" y="160499"/>
                  <a:pt x="347472" y="155448"/>
                </a:cubicBezTo>
                <a:cubicBezTo>
                  <a:pt x="347472" y="150397"/>
                  <a:pt x="343379" y="146304"/>
                  <a:pt x="338328" y="146304"/>
                </a:cubicBezTo>
                <a:cubicBezTo>
                  <a:pt x="333277" y="146304"/>
                  <a:pt x="329184" y="150398"/>
                  <a:pt x="329184" y="155448"/>
                </a:cubicBezTo>
                <a:cubicBezTo>
                  <a:pt x="329184" y="160499"/>
                  <a:pt x="333277" y="164593"/>
                  <a:pt x="338328" y="164593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3373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739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105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14718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43318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招聘漏斗转化率分析流失原因统计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43318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数据分析看板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49659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多轮面试记录面试官评价结果留存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49659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面试管理系统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599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从简历筛选到入职完整生命周期跟踪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599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候选人全流程管理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233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按月制定计划岗位优先级目标人数业务负责人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233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招聘计划管理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701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简化认证机制单账号共享数据无需复杂权限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701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登录与权限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系统核心功能架构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43318" y="1738862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297180" y="34289"/>
                </a:moveTo>
                <a:cubicBezTo>
                  <a:pt x="303467" y="34289"/>
                  <a:pt x="308610" y="39432"/>
                  <a:pt x="308610" y="45718"/>
                </a:cubicBezTo>
                <a:cubicBezTo>
                  <a:pt x="308610" y="52003"/>
                  <a:pt x="303467" y="57146"/>
                  <a:pt x="297180" y="57146"/>
                </a:cubicBezTo>
                <a:lnTo>
                  <a:pt x="68580" y="57146"/>
                </a:lnTo>
                <a:cubicBezTo>
                  <a:pt x="62293" y="57146"/>
                  <a:pt x="57150" y="52003"/>
                  <a:pt x="57150" y="45718"/>
                </a:cubicBezTo>
                <a:cubicBezTo>
                  <a:pt x="57150" y="39432"/>
                  <a:pt x="62293" y="34289"/>
                  <a:pt x="68580" y="34289"/>
                </a:cubicBezTo>
                <a:lnTo>
                  <a:pt x="297180" y="34289"/>
                </a:lnTo>
                <a:moveTo>
                  <a:pt x="68580" y="0"/>
                </a:moveTo>
                <a:cubicBezTo>
                  <a:pt x="43361" y="0"/>
                  <a:pt x="22860" y="20502"/>
                  <a:pt x="22860" y="45721"/>
                </a:cubicBezTo>
                <a:cubicBezTo>
                  <a:pt x="22860" y="70937"/>
                  <a:pt x="43361" y="91442"/>
                  <a:pt x="68580" y="91442"/>
                </a:cubicBezTo>
                <a:lnTo>
                  <a:pt x="165737" y="91442"/>
                </a:lnTo>
                <a:lnTo>
                  <a:pt x="165737" y="102871"/>
                </a:lnTo>
                <a:lnTo>
                  <a:pt x="158663" y="109943"/>
                </a:lnTo>
                <a:lnTo>
                  <a:pt x="138590" y="130016"/>
                </a:lnTo>
                <a:lnTo>
                  <a:pt x="131447" y="137160"/>
                </a:lnTo>
                <a:lnTo>
                  <a:pt x="91444" y="137160"/>
                </a:lnTo>
                <a:cubicBezTo>
                  <a:pt x="56726" y="137160"/>
                  <a:pt x="28580" y="165307"/>
                  <a:pt x="28580" y="200025"/>
                </a:cubicBezTo>
                <a:lnTo>
                  <a:pt x="28580" y="228601"/>
                </a:lnTo>
                <a:lnTo>
                  <a:pt x="22867" y="228601"/>
                </a:lnTo>
                <a:cubicBezTo>
                  <a:pt x="10223" y="228601"/>
                  <a:pt x="7" y="238817"/>
                  <a:pt x="7" y="251462"/>
                </a:cubicBezTo>
                <a:lnTo>
                  <a:pt x="7" y="297183"/>
                </a:lnTo>
                <a:cubicBezTo>
                  <a:pt x="7" y="309828"/>
                  <a:pt x="10223" y="320043"/>
                  <a:pt x="22867" y="320043"/>
                </a:cubicBezTo>
                <a:lnTo>
                  <a:pt x="68587" y="320043"/>
                </a:lnTo>
                <a:cubicBezTo>
                  <a:pt x="81232" y="320043"/>
                  <a:pt x="91447" y="309828"/>
                  <a:pt x="91447" y="297183"/>
                </a:cubicBezTo>
                <a:lnTo>
                  <a:pt x="91447" y="251462"/>
                </a:lnTo>
                <a:cubicBezTo>
                  <a:pt x="91447" y="238817"/>
                  <a:pt x="81232" y="228601"/>
                  <a:pt x="68587" y="228601"/>
                </a:cubicBezTo>
                <a:lnTo>
                  <a:pt x="62874" y="228601"/>
                </a:lnTo>
                <a:lnTo>
                  <a:pt x="62874" y="200025"/>
                </a:lnTo>
                <a:cubicBezTo>
                  <a:pt x="62874" y="184238"/>
                  <a:pt x="75661" y="171449"/>
                  <a:pt x="91451" y="171449"/>
                </a:cubicBezTo>
                <a:lnTo>
                  <a:pt x="131458" y="171449"/>
                </a:lnTo>
                <a:lnTo>
                  <a:pt x="138532" y="178522"/>
                </a:lnTo>
                <a:lnTo>
                  <a:pt x="158604" y="198595"/>
                </a:lnTo>
                <a:lnTo>
                  <a:pt x="165748" y="205738"/>
                </a:lnTo>
                <a:lnTo>
                  <a:pt x="165748" y="228598"/>
                </a:lnTo>
                <a:lnTo>
                  <a:pt x="160034" y="228598"/>
                </a:lnTo>
                <a:cubicBezTo>
                  <a:pt x="147390" y="228598"/>
                  <a:pt x="137174" y="238814"/>
                  <a:pt x="137174" y="251459"/>
                </a:cubicBezTo>
                <a:lnTo>
                  <a:pt x="137174" y="297180"/>
                </a:lnTo>
                <a:cubicBezTo>
                  <a:pt x="137174" y="309825"/>
                  <a:pt x="147390" y="320040"/>
                  <a:pt x="160034" y="320040"/>
                </a:cubicBezTo>
                <a:lnTo>
                  <a:pt x="205754" y="320040"/>
                </a:lnTo>
                <a:cubicBezTo>
                  <a:pt x="218399" y="320040"/>
                  <a:pt x="228614" y="309825"/>
                  <a:pt x="228614" y="297180"/>
                </a:cubicBezTo>
                <a:lnTo>
                  <a:pt x="228614" y="251459"/>
                </a:lnTo>
                <a:cubicBezTo>
                  <a:pt x="228614" y="238814"/>
                  <a:pt x="218399" y="228598"/>
                  <a:pt x="205754" y="228598"/>
                </a:cubicBezTo>
                <a:lnTo>
                  <a:pt x="200041" y="228598"/>
                </a:lnTo>
                <a:lnTo>
                  <a:pt x="200041" y="205738"/>
                </a:lnTo>
                <a:lnTo>
                  <a:pt x="207115" y="198665"/>
                </a:lnTo>
                <a:lnTo>
                  <a:pt x="227188" y="178592"/>
                </a:lnTo>
                <a:lnTo>
                  <a:pt x="234331" y="171449"/>
                </a:lnTo>
                <a:lnTo>
                  <a:pt x="274338" y="171449"/>
                </a:lnTo>
                <a:cubicBezTo>
                  <a:pt x="290124" y="171449"/>
                  <a:pt x="302915" y="184238"/>
                  <a:pt x="302915" y="200025"/>
                </a:cubicBezTo>
                <a:lnTo>
                  <a:pt x="302915" y="228601"/>
                </a:lnTo>
                <a:lnTo>
                  <a:pt x="297202" y="228601"/>
                </a:lnTo>
                <a:cubicBezTo>
                  <a:pt x="284557" y="228601"/>
                  <a:pt x="274342" y="238817"/>
                  <a:pt x="274342" y="251462"/>
                </a:cubicBezTo>
                <a:lnTo>
                  <a:pt x="274342" y="297183"/>
                </a:lnTo>
                <a:cubicBezTo>
                  <a:pt x="274342" y="309828"/>
                  <a:pt x="284557" y="320043"/>
                  <a:pt x="297202" y="320043"/>
                </a:cubicBezTo>
                <a:lnTo>
                  <a:pt x="342922" y="320043"/>
                </a:lnTo>
                <a:cubicBezTo>
                  <a:pt x="355566" y="320043"/>
                  <a:pt x="365782" y="309828"/>
                  <a:pt x="365782" y="297183"/>
                </a:cubicBezTo>
                <a:lnTo>
                  <a:pt x="365782" y="251462"/>
                </a:lnTo>
                <a:cubicBezTo>
                  <a:pt x="365782" y="238817"/>
                  <a:pt x="355566" y="228601"/>
                  <a:pt x="342922" y="228601"/>
                </a:cubicBezTo>
                <a:lnTo>
                  <a:pt x="337209" y="228601"/>
                </a:lnTo>
                <a:lnTo>
                  <a:pt x="337209" y="200025"/>
                </a:lnTo>
                <a:cubicBezTo>
                  <a:pt x="337209" y="165307"/>
                  <a:pt x="309063" y="137160"/>
                  <a:pt x="274345" y="137160"/>
                </a:cubicBezTo>
                <a:lnTo>
                  <a:pt x="234342" y="137160"/>
                </a:lnTo>
                <a:lnTo>
                  <a:pt x="227268" y="130087"/>
                </a:lnTo>
                <a:lnTo>
                  <a:pt x="207195" y="110014"/>
                </a:lnTo>
                <a:lnTo>
                  <a:pt x="200052" y="102871"/>
                </a:lnTo>
                <a:lnTo>
                  <a:pt x="200052" y="91442"/>
                </a:lnTo>
                <a:lnTo>
                  <a:pt x="297209" y="91442"/>
                </a:lnTo>
                <a:cubicBezTo>
                  <a:pt x="322428" y="91442"/>
                  <a:pt x="342929" y="70940"/>
                  <a:pt x="342929" y="45721"/>
                </a:cubicBezTo>
                <a:cubicBezTo>
                  <a:pt x="342929" y="20505"/>
                  <a:pt x="322428" y="0"/>
                  <a:pt x="297209" y="0"/>
                </a:cubicBezTo>
                <a:lnTo>
                  <a:pt x="68580" y="0"/>
                </a:lnTo>
                <a:moveTo>
                  <a:pt x="34290" y="285751"/>
                </a:moveTo>
                <a:lnTo>
                  <a:pt x="34290" y="262890"/>
                </a:lnTo>
                <a:lnTo>
                  <a:pt x="57150" y="262890"/>
                </a:lnTo>
                <a:lnTo>
                  <a:pt x="57150" y="285751"/>
                </a:lnTo>
                <a:lnTo>
                  <a:pt x="34290" y="285751"/>
                </a:lnTo>
                <a:moveTo>
                  <a:pt x="171450" y="285751"/>
                </a:moveTo>
                <a:lnTo>
                  <a:pt x="171450" y="262890"/>
                </a:lnTo>
                <a:lnTo>
                  <a:pt x="194310" y="262890"/>
                </a:lnTo>
                <a:lnTo>
                  <a:pt x="194310" y="285751"/>
                </a:lnTo>
                <a:lnTo>
                  <a:pt x="171450" y="285751"/>
                </a:lnTo>
                <a:moveTo>
                  <a:pt x="308610" y="285751"/>
                </a:moveTo>
                <a:lnTo>
                  <a:pt x="308610" y="262890"/>
                </a:lnTo>
                <a:lnTo>
                  <a:pt x="331470" y="262890"/>
                </a:lnTo>
                <a:lnTo>
                  <a:pt x="331470" y="285751"/>
                </a:lnTo>
                <a:lnTo>
                  <a:pt x="308610" y="285751"/>
                </a:lnTo>
                <a:moveTo>
                  <a:pt x="162807" y="154304"/>
                </a:moveTo>
                <a:lnTo>
                  <a:pt x="182880" y="134231"/>
                </a:lnTo>
                <a:lnTo>
                  <a:pt x="202953" y="154304"/>
                </a:lnTo>
                <a:lnTo>
                  <a:pt x="182880" y="174377"/>
                </a:lnTo>
                <a:lnTo>
                  <a:pt x="162807" y="15430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61089" y="1716002"/>
            <a:ext cx="342900" cy="365760"/>
          </a:xfrm>
          <a:custGeom>
            <a:avLst/>
            <a:gdLst/>
            <a:ahLst/>
            <a:cxnLst/>
            <a:rect l="l" t="t" r="r" b="b"/>
            <a:pathLst>
              <a:path w="342900" h="365760">
                <a:moveTo>
                  <a:pt x="171450" y="34290"/>
                </a:moveTo>
                <a:lnTo>
                  <a:pt x="297181" y="34290"/>
                </a:lnTo>
                <a:cubicBezTo>
                  <a:pt x="303467" y="34290"/>
                  <a:pt x="308610" y="39433"/>
                  <a:pt x="308610" y="45720"/>
                </a:cubicBezTo>
                <a:lnTo>
                  <a:pt x="308610" y="320040"/>
                </a:lnTo>
                <a:cubicBezTo>
                  <a:pt x="308610" y="326327"/>
                  <a:pt x="303467" y="331470"/>
                  <a:pt x="297181" y="331470"/>
                </a:cubicBezTo>
                <a:lnTo>
                  <a:pt x="171450" y="331470"/>
                </a:lnTo>
                <a:lnTo>
                  <a:pt x="171450" y="34290"/>
                </a:lnTo>
                <a:moveTo>
                  <a:pt x="137160" y="34290"/>
                </a:moveTo>
                <a:lnTo>
                  <a:pt x="137160" y="331470"/>
                </a:lnTo>
                <a:lnTo>
                  <a:pt x="91441" y="331470"/>
                </a:lnTo>
                <a:cubicBezTo>
                  <a:pt x="85156" y="331470"/>
                  <a:pt x="80012" y="326327"/>
                  <a:pt x="80012" y="320040"/>
                </a:cubicBezTo>
                <a:lnTo>
                  <a:pt x="80012" y="297180"/>
                </a:lnTo>
                <a:lnTo>
                  <a:pt x="97157" y="297180"/>
                </a:lnTo>
                <a:cubicBezTo>
                  <a:pt x="106659" y="297180"/>
                  <a:pt x="114302" y="289536"/>
                  <a:pt x="114302" y="280037"/>
                </a:cubicBezTo>
                <a:cubicBezTo>
                  <a:pt x="114302" y="270534"/>
                  <a:pt x="106659" y="262894"/>
                  <a:pt x="97157" y="262894"/>
                </a:cubicBezTo>
                <a:lnTo>
                  <a:pt x="80012" y="262894"/>
                </a:lnTo>
                <a:lnTo>
                  <a:pt x="80012" y="200030"/>
                </a:lnTo>
                <a:lnTo>
                  <a:pt x="97157" y="200030"/>
                </a:lnTo>
                <a:cubicBezTo>
                  <a:pt x="106659" y="200030"/>
                  <a:pt x="114302" y="192386"/>
                  <a:pt x="114302" y="182887"/>
                </a:cubicBezTo>
                <a:cubicBezTo>
                  <a:pt x="114302" y="173385"/>
                  <a:pt x="106659" y="165744"/>
                  <a:pt x="97157" y="165744"/>
                </a:cubicBezTo>
                <a:lnTo>
                  <a:pt x="80012" y="165744"/>
                </a:lnTo>
                <a:lnTo>
                  <a:pt x="80012" y="102881"/>
                </a:lnTo>
                <a:lnTo>
                  <a:pt x="97157" y="102881"/>
                </a:lnTo>
                <a:cubicBezTo>
                  <a:pt x="106659" y="102881"/>
                  <a:pt x="114302" y="95236"/>
                  <a:pt x="114302" y="85738"/>
                </a:cubicBezTo>
                <a:cubicBezTo>
                  <a:pt x="114302" y="76235"/>
                  <a:pt x="106659" y="68594"/>
                  <a:pt x="97157" y="68594"/>
                </a:cubicBezTo>
                <a:lnTo>
                  <a:pt x="80012" y="68594"/>
                </a:lnTo>
                <a:lnTo>
                  <a:pt x="80012" y="45734"/>
                </a:lnTo>
                <a:cubicBezTo>
                  <a:pt x="80012" y="39447"/>
                  <a:pt x="85156" y="34304"/>
                  <a:pt x="91441" y="34304"/>
                </a:cubicBezTo>
                <a:lnTo>
                  <a:pt x="137160" y="34290"/>
                </a:lnTo>
                <a:moveTo>
                  <a:pt x="45719" y="297180"/>
                </a:moveTo>
                <a:lnTo>
                  <a:pt x="45719" y="320040"/>
                </a:lnTo>
                <a:cubicBezTo>
                  <a:pt x="45719" y="345259"/>
                  <a:pt x="66221" y="365760"/>
                  <a:pt x="91438" y="365760"/>
                </a:cubicBezTo>
                <a:lnTo>
                  <a:pt x="297178" y="365760"/>
                </a:lnTo>
                <a:cubicBezTo>
                  <a:pt x="322395" y="365760"/>
                  <a:pt x="342897" y="345259"/>
                  <a:pt x="342897" y="320040"/>
                </a:cubicBezTo>
                <a:lnTo>
                  <a:pt x="342897" y="45720"/>
                </a:lnTo>
                <a:cubicBezTo>
                  <a:pt x="342897" y="20501"/>
                  <a:pt x="322395" y="0"/>
                  <a:pt x="297178" y="0"/>
                </a:cubicBezTo>
                <a:lnTo>
                  <a:pt x="91438" y="0"/>
                </a:lnTo>
                <a:cubicBezTo>
                  <a:pt x="66221" y="0"/>
                  <a:pt x="45719" y="20501"/>
                  <a:pt x="45719" y="45720"/>
                </a:cubicBezTo>
                <a:lnTo>
                  <a:pt x="45719" y="68580"/>
                </a:lnTo>
                <a:lnTo>
                  <a:pt x="17145" y="68580"/>
                </a:lnTo>
                <a:cubicBezTo>
                  <a:pt x="7643" y="68580"/>
                  <a:pt x="0" y="76224"/>
                  <a:pt x="0" y="85727"/>
                </a:cubicBezTo>
                <a:cubicBezTo>
                  <a:pt x="0" y="95229"/>
                  <a:pt x="7643" y="102874"/>
                  <a:pt x="17145" y="102874"/>
                </a:cubicBezTo>
                <a:lnTo>
                  <a:pt x="45719" y="102874"/>
                </a:lnTo>
                <a:lnTo>
                  <a:pt x="45719" y="165740"/>
                </a:lnTo>
                <a:lnTo>
                  <a:pt x="17145" y="165740"/>
                </a:lnTo>
                <a:cubicBezTo>
                  <a:pt x="7643" y="165740"/>
                  <a:pt x="0" y="173385"/>
                  <a:pt x="0" y="182887"/>
                </a:cubicBezTo>
                <a:cubicBezTo>
                  <a:pt x="0" y="192390"/>
                  <a:pt x="7643" y="200034"/>
                  <a:pt x="17145" y="200034"/>
                </a:cubicBezTo>
                <a:lnTo>
                  <a:pt x="45719" y="200034"/>
                </a:lnTo>
                <a:lnTo>
                  <a:pt x="45719" y="262901"/>
                </a:lnTo>
                <a:lnTo>
                  <a:pt x="17145" y="262901"/>
                </a:lnTo>
                <a:cubicBezTo>
                  <a:pt x="7643" y="262901"/>
                  <a:pt x="0" y="270545"/>
                  <a:pt x="0" y="280048"/>
                </a:cubicBezTo>
                <a:cubicBezTo>
                  <a:pt x="0" y="289550"/>
                  <a:pt x="7643" y="297194"/>
                  <a:pt x="17145" y="297194"/>
                </a:cubicBezTo>
                <a:lnTo>
                  <a:pt x="45719" y="29718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01719" y="1716002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00026" y="45720"/>
                </a:moveTo>
                <a:lnTo>
                  <a:pt x="228602" y="45720"/>
                </a:lnTo>
                <a:cubicBezTo>
                  <a:pt x="253820" y="45720"/>
                  <a:pt x="274323" y="66221"/>
                  <a:pt x="274323" y="91440"/>
                </a:cubicBezTo>
                <a:lnTo>
                  <a:pt x="274323" y="320040"/>
                </a:lnTo>
                <a:cubicBezTo>
                  <a:pt x="274323" y="345259"/>
                  <a:pt x="253820" y="365760"/>
                  <a:pt x="228602" y="365760"/>
                </a:cubicBezTo>
                <a:lnTo>
                  <a:pt x="45721" y="365760"/>
                </a:lnTo>
                <a:cubicBezTo>
                  <a:pt x="20503" y="365760"/>
                  <a:pt x="0" y="345259"/>
                  <a:pt x="0" y="320040"/>
                </a:cubicBezTo>
                <a:lnTo>
                  <a:pt x="0" y="91440"/>
                </a:lnTo>
                <a:cubicBezTo>
                  <a:pt x="0" y="66221"/>
                  <a:pt x="20503" y="45720"/>
                  <a:pt x="45721" y="45720"/>
                </a:cubicBezTo>
                <a:lnTo>
                  <a:pt x="74297" y="45720"/>
                </a:lnTo>
                <a:lnTo>
                  <a:pt x="81155" y="45720"/>
                </a:lnTo>
                <a:cubicBezTo>
                  <a:pt x="86441" y="19645"/>
                  <a:pt x="109517" y="0"/>
                  <a:pt x="137163" y="0"/>
                </a:cubicBezTo>
                <a:cubicBezTo>
                  <a:pt x="164809" y="0"/>
                  <a:pt x="187885" y="19645"/>
                  <a:pt x="193171" y="45720"/>
                </a:cubicBezTo>
                <a:lnTo>
                  <a:pt x="200026" y="45720"/>
                </a:lnTo>
                <a:moveTo>
                  <a:pt x="45721" y="80010"/>
                </a:moveTo>
                <a:cubicBezTo>
                  <a:pt x="39434" y="80010"/>
                  <a:pt x="34290" y="85153"/>
                  <a:pt x="34290" y="91440"/>
                </a:cubicBezTo>
                <a:lnTo>
                  <a:pt x="34290" y="320040"/>
                </a:lnTo>
                <a:cubicBezTo>
                  <a:pt x="34290" y="326327"/>
                  <a:pt x="39434" y="331470"/>
                  <a:pt x="45721" y="331470"/>
                </a:cubicBezTo>
                <a:lnTo>
                  <a:pt x="228602" y="331470"/>
                </a:lnTo>
                <a:cubicBezTo>
                  <a:pt x="234889" y="331470"/>
                  <a:pt x="240033" y="326327"/>
                  <a:pt x="240033" y="320040"/>
                </a:cubicBezTo>
                <a:lnTo>
                  <a:pt x="240033" y="91440"/>
                </a:lnTo>
                <a:cubicBezTo>
                  <a:pt x="240033" y="85153"/>
                  <a:pt x="234889" y="80010"/>
                  <a:pt x="228602" y="80010"/>
                </a:cubicBezTo>
                <a:lnTo>
                  <a:pt x="217171" y="80010"/>
                </a:lnTo>
                <a:lnTo>
                  <a:pt x="217171" y="97157"/>
                </a:lnTo>
                <a:cubicBezTo>
                  <a:pt x="217171" y="106659"/>
                  <a:pt x="209528" y="114304"/>
                  <a:pt x="200026" y="114304"/>
                </a:cubicBezTo>
                <a:lnTo>
                  <a:pt x="137160" y="114304"/>
                </a:lnTo>
                <a:lnTo>
                  <a:pt x="74294" y="114304"/>
                </a:lnTo>
                <a:cubicBezTo>
                  <a:pt x="64792" y="114304"/>
                  <a:pt x="57149" y="106659"/>
                  <a:pt x="57149" y="97160"/>
                </a:cubicBezTo>
                <a:lnTo>
                  <a:pt x="57149" y="80017"/>
                </a:lnTo>
                <a:lnTo>
                  <a:pt x="45721" y="80010"/>
                </a:lnTo>
                <a:moveTo>
                  <a:pt x="137160" y="74297"/>
                </a:moveTo>
                <a:cubicBezTo>
                  <a:pt x="146630" y="74297"/>
                  <a:pt x="154305" y="66619"/>
                  <a:pt x="154305" y="57154"/>
                </a:cubicBezTo>
                <a:cubicBezTo>
                  <a:pt x="154305" y="47684"/>
                  <a:pt x="146630" y="40010"/>
                  <a:pt x="137160" y="40010"/>
                </a:cubicBezTo>
                <a:cubicBezTo>
                  <a:pt x="127690" y="40010"/>
                  <a:pt x="120015" y="47688"/>
                  <a:pt x="120015" y="57157"/>
                </a:cubicBezTo>
                <a:cubicBezTo>
                  <a:pt x="120015" y="66627"/>
                  <a:pt x="127690" y="74304"/>
                  <a:pt x="137160" y="74304"/>
                </a:cubicBezTo>
                <a:lnTo>
                  <a:pt x="137160" y="742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85199" y="1716002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108586" y="17147"/>
                </a:moveTo>
                <a:cubicBezTo>
                  <a:pt x="108586" y="7644"/>
                  <a:pt x="100944" y="4"/>
                  <a:pt x="91442" y="4"/>
                </a:cubicBezTo>
                <a:cubicBezTo>
                  <a:pt x="81940" y="4"/>
                  <a:pt x="74297" y="7648"/>
                  <a:pt x="74297" y="17150"/>
                </a:cubicBezTo>
                <a:lnTo>
                  <a:pt x="74297" y="45727"/>
                </a:lnTo>
                <a:lnTo>
                  <a:pt x="45721" y="45727"/>
                </a:lnTo>
                <a:cubicBezTo>
                  <a:pt x="20505" y="45727"/>
                  <a:pt x="0" y="66228"/>
                  <a:pt x="0" y="91447"/>
                </a:cubicBezTo>
                <a:lnTo>
                  <a:pt x="0" y="102877"/>
                </a:lnTo>
                <a:lnTo>
                  <a:pt x="0" y="137167"/>
                </a:lnTo>
                <a:lnTo>
                  <a:pt x="0" y="320047"/>
                </a:lnTo>
                <a:cubicBezTo>
                  <a:pt x="0" y="345266"/>
                  <a:pt x="20502" y="365767"/>
                  <a:pt x="45721" y="365767"/>
                </a:cubicBezTo>
                <a:lnTo>
                  <a:pt x="274322" y="365767"/>
                </a:lnTo>
                <a:cubicBezTo>
                  <a:pt x="299538" y="365767"/>
                  <a:pt x="320043" y="345266"/>
                  <a:pt x="320043" y="320047"/>
                </a:cubicBezTo>
                <a:lnTo>
                  <a:pt x="320043" y="137167"/>
                </a:lnTo>
                <a:lnTo>
                  <a:pt x="320043" y="102877"/>
                </a:lnTo>
                <a:lnTo>
                  <a:pt x="320043" y="91447"/>
                </a:lnTo>
                <a:cubicBezTo>
                  <a:pt x="320043" y="66228"/>
                  <a:pt x="299541" y="45727"/>
                  <a:pt x="274322" y="45727"/>
                </a:cubicBezTo>
                <a:lnTo>
                  <a:pt x="245746" y="45727"/>
                </a:lnTo>
                <a:lnTo>
                  <a:pt x="245746" y="17154"/>
                </a:lnTo>
                <a:cubicBezTo>
                  <a:pt x="245746" y="7652"/>
                  <a:pt x="238103" y="11"/>
                  <a:pt x="228601" y="11"/>
                </a:cubicBezTo>
                <a:cubicBezTo>
                  <a:pt x="219099" y="11"/>
                  <a:pt x="211457" y="7655"/>
                  <a:pt x="211457" y="17158"/>
                </a:cubicBezTo>
                <a:lnTo>
                  <a:pt x="211457" y="45734"/>
                </a:lnTo>
                <a:lnTo>
                  <a:pt x="108586" y="45734"/>
                </a:lnTo>
                <a:lnTo>
                  <a:pt x="108586" y="17147"/>
                </a:lnTo>
                <a:moveTo>
                  <a:pt x="34289" y="137160"/>
                </a:moveTo>
                <a:lnTo>
                  <a:pt x="285748" y="137160"/>
                </a:lnTo>
                <a:lnTo>
                  <a:pt x="285748" y="320040"/>
                </a:lnTo>
                <a:cubicBezTo>
                  <a:pt x="285748" y="326327"/>
                  <a:pt x="280605" y="331470"/>
                  <a:pt x="274319" y="331470"/>
                </a:cubicBezTo>
                <a:lnTo>
                  <a:pt x="45718" y="331470"/>
                </a:lnTo>
                <a:cubicBezTo>
                  <a:pt x="39432" y="331470"/>
                  <a:pt x="34289" y="326327"/>
                  <a:pt x="34289" y="320040"/>
                </a:cubicBezTo>
                <a:lnTo>
                  <a:pt x="34289" y="1371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27701" y="1716038"/>
            <a:ext cx="365760" cy="365689"/>
          </a:xfrm>
          <a:custGeom>
            <a:avLst/>
            <a:gdLst/>
            <a:ahLst/>
            <a:cxnLst/>
            <a:rect l="l" t="t" r="r" b="b"/>
            <a:pathLst>
              <a:path w="365760" h="365689">
                <a:moveTo>
                  <a:pt x="148561" y="125705"/>
                </a:moveTo>
                <a:cubicBezTo>
                  <a:pt x="148561" y="75207"/>
                  <a:pt x="189486" y="34283"/>
                  <a:pt x="239982" y="34283"/>
                </a:cubicBezTo>
                <a:cubicBezTo>
                  <a:pt x="290479" y="34283"/>
                  <a:pt x="331404" y="75207"/>
                  <a:pt x="331404" y="125705"/>
                </a:cubicBezTo>
                <a:cubicBezTo>
                  <a:pt x="331404" y="176203"/>
                  <a:pt x="290479" y="217128"/>
                  <a:pt x="239982" y="217128"/>
                </a:cubicBezTo>
                <a:cubicBezTo>
                  <a:pt x="232554" y="217128"/>
                  <a:pt x="225341" y="216272"/>
                  <a:pt x="218483" y="214557"/>
                </a:cubicBezTo>
                <a:cubicBezTo>
                  <a:pt x="212697" y="213127"/>
                  <a:pt x="206556" y="214842"/>
                  <a:pt x="202342" y="219128"/>
                </a:cubicBezTo>
                <a:lnTo>
                  <a:pt x="181486" y="239983"/>
                </a:lnTo>
                <a:lnTo>
                  <a:pt x="142848" y="239983"/>
                </a:lnTo>
                <a:cubicBezTo>
                  <a:pt x="133349" y="239983"/>
                  <a:pt x="125704" y="247626"/>
                  <a:pt x="125704" y="257127"/>
                </a:cubicBezTo>
                <a:lnTo>
                  <a:pt x="125704" y="285698"/>
                </a:lnTo>
                <a:lnTo>
                  <a:pt x="97135" y="285698"/>
                </a:lnTo>
                <a:cubicBezTo>
                  <a:pt x="87636" y="285698"/>
                  <a:pt x="79992" y="293341"/>
                  <a:pt x="79992" y="302841"/>
                </a:cubicBezTo>
                <a:lnTo>
                  <a:pt x="79992" y="331413"/>
                </a:lnTo>
                <a:lnTo>
                  <a:pt x="34279" y="331413"/>
                </a:lnTo>
                <a:lnTo>
                  <a:pt x="34279" y="275631"/>
                </a:lnTo>
                <a:lnTo>
                  <a:pt x="146556" y="163353"/>
                </a:lnTo>
                <a:cubicBezTo>
                  <a:pt x="150770" y="159140"/>
                  <a:pt x="152485" y="152997"/>
                  <a:pt x="151128" y="147212"/>
                </a:cubicBezTo>
                <a:cubicBezTo>
                  <a:pt x="149486" y="140355"/>
                  <a:pt x="148557" y="133140"/>
                  <a:pt x="148557" y="125713"/>
                </a:cubicBezTo>
                <a:lnTo>
                  <a:pt x="148561" y="125705"/>
                </a:lnTo>
                <a:moveTo>
                  <a:pt x="239982" y="0"/>
                </a:moveTo>
                <a:cubicBezTo>
                  <a:pt x="170558" y="0"/>
                  <a:pt x="114278" y="56283"/>
                  <a:pt x="114278" y="125705"/>
                </a:cubicBezTo>
                <a:cubicBezTo>
                  <a:pt x="114278" y="132489"/>
                  <a:pt x="114779" y="139133"/>
                  <a:pt x="115851" y="145632"/>
                </a:cubicBezTo>
                <a:lnTo>
                  <a:pt x="5000" y="256410"/>
                </a:lnTo>
                <a:cubicBezTo>
                  <a:pt x="1785" y="259624"/>
                  <a:pt x="0" y="263980"/>
                  <a:pt x="0" y="268551"/>
                </a:cubicBezTo>
                <a:lnTo>
                  <a:pt x="0" y="348545"/>
                </a:lnTo>
                <a:cubicBezTo>
                  <a:pt x="0" y="358046"/>
                  <a:pt x="7641" y="365689"/>
                  <a:pt x="17143" y="365689"/>
                </a:cubicBezTo>
                <a:lnTo>
                  <a:pt x="97139" y="365689"/>
                </a:lnTo>
                <a:cubicBezTo>
                  <a:pt x="106637" y="365689"/>
                  <a:pt x="114282" y="358046"/>
                  <a:pt x="114282" y="348549"/>
                </a:cubicBezTo>
                <a:lnTo>
                  <a:pt x="114282" y="319981"/>
                </a:lnTo>
                <a:lnTo>
                  <a:pt x="142851" y="319981"/>
                </a:lnTo>
                <a:cubicBezTo>
                  <a:pt x="152350" y="319981"/>
                  <a:pt x="159994" y="312338"/>
                  <a:pt x="159994" y="302841"/>
                </a:cubicBezTo>
                <a:lnTo>
                  <a:pt x="159994" y="274274"/>
                </a:lnTo>
                <a:lnTo>
                  <a:pt x="188564" y="274274"/>
                </a:lnTo>
                <a:cubicBezTo>
                  <a:pt x="193136" y="274274"/>
                  <a:pt x="197492" y="272489"/>
                  <a:pt x="200707" y="269275"/>
                </a:cubicBezTo>
                <a:lnTo>
                  <a:pt x="220133" y="249849"/>
                </a:lnTo>
                <a:cubicBezTo>
                  <a:pt x="226632" y="250848"/>
                  <a:pt x="233274" y="251422"/>
                  <a:pt x="240059" y="251422"/>
                </a:cubicBezTo>
                <a:cubicBezTo>
                  <a:pt x="309484" y="251422"/>
                  <a:pt x="365764" y="195139"/>
                  <a:pt x="365764" y="125716"/>
                </a:cubicBezTo>
                <a:cubicBezTo>
                  <a:pt x="365764" y="56294"/>
                  <a:pt x="309411" y="11"/>
                  <a:pt x="239986" y="11"/>
                </a:cubicBezTo>
                <a:lnTo>
                  <a:pt x="239982" y="0"/>
                </a:lnTo>
                <a:moveTo>
                  <a:pt x="262839" y="125705"/>
                </a:moveTo>
                <a:cubicBezTo>
                  <a:pt x="275461" y="125705"/>
                  <a:pt x="285695" y="115473"/>
                  <a:pt x="285695" y="102850"/>
                </a:cubicBezTo>
                <a:cubicBezTo>
                  <a:pt x="285695" y="90226"/>
                  <a:pt x="275461" y="79994"/>
                  <a:pt x="262839" y="79994"/>
                </a:cubicBezTo>
                <a:cubicBezTo>
                  <a:pt x="250216" y="79994"/>
                  <a:pt x="239982" y="90226"/>
                  <a:pt x="239982" y="102850"/>
                </a:cubicBezTo>
                <a:cubicBezTo>
                  <a:pt x="239982" y="115473"/>
                  <a:pt x="250216" y="125705"/>
                  <a:pt x="262839" y="12570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7394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02116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26838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登录设计方案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08864" y="1833119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542924" y="228600"/>
                </a:moveTo>
                <a:cubicBezTo>
                  <a:pt x="542924" y="149696"/>
                  <a:pt x="478956" y="85725"/>
                  <a:pt x="400050" y="85725"/>
                </a:cubicBezTo>
                <a:cubicBezTo>
                  <a:pt x="321144" y="85725"/>
                  <a:pt x="257176" y="149696"/>
                  <a:pt x="257176" y="228600"/>
                </a:cubicBezTo>
                <a:cubicBezTo>
                  <a:pt x="257176" y="307504"/>
                  <a:pt x="321144" y="371475"/>
                  <a:pt x="400050" y="371475"/>
                </a:cubicBezTo>
                <a:cubicBezTo>
                  <a:pt x="478956" y="371475"/>
                  <a:pt x="542924" y="307504"/>
                  <a:pt x="542924" y="228600"/>
                </a:cubicBezTo>
                <a:moveTo>
                  <a:pt x="171453" y="228600"/>
                </a:moveTo>
                <a:cubicBezTo>
                  <a:pt x="171453" y="102349"/>
                  <a:pt x="273802" y="0"/>
                  <a:pt x="400050" y="0"/>
                </a:cubicBezTo>
                <a:cubicBezTo>
                  <a:pt x="526306" y="0"/>
                  <a:pt x="628647" y="102349"/>
                  <a:pt x="628647" y="228600"/>
                </a:cubicBezTo>
                <a:cubicBezTo>
                  <a:pt x="628647" y="354851"/>
                  <a:pt x="526298" y="457200"/>
                  <a:pt x="400050" y="457200"/>
                </a:cubicBezTo>
                <a:cubicBezTo>
                  <a:pt x="273794" y="457200"/>
                  <a:pt x="171453" y="354851"/>
                  <a:pt x="171453" y="228600"/>
                </a:cubicBezTo>
                <a:moveTo>
                  <a:pt x="88043" y="828675"/>
                </a:moveTo>
                <a:lnTo>
                  <a:pt x="712225" y="828675"/>
                </a:lnTo>
                <a:cubicBezTo>
                  <a:pt x="696327" y="715628"/>
                  <a:pt x="599179" y="628650"/>
                  <a:pt x="481836" y="628650"/>
                </a:cubicBezTo>
                <a:lnTo>
                  <a:pt x="318600" y="628650"/>
                </a:lnTo>
                <a:cubicBezTo>
                  <a:pt x="201265" y="628650"/>
                  <a:pt x="104109" y="715628"/>
                  <a:pt x="88211" y="828675"/>
                </a:cubicBezTo>
                <a:lnTo>
                  <a:pt x="88043" y="828675"/>
                </a:lnTo>
                <a:moveTo>
                  <a:pt x="0" y="861356"/>
                </a:moveTo>
                <a:cubicBezTo>
                  <a:pt x="0" y="685443"/>
                  <a:pt x="142514" y="542925"/>
                  <a:pt x="318432" y="542925"/>
                </a:cubicBezTo>
                <a:lnTo>
                  <a:pt x="481668" y="542925"/>
                </a:lnTo>
                <a:cubicBezTo>
                  <a:pt x="657586" y="542925"/>
                  <a:pt x="800100" y="685443"/>
                  <a:pt x="800100" y="861356"/>
                </a:cubicBezTo>
                <a:cubicBezTo>
                  <a:pt x="800100" y="890644"/>
                  <a:pt x="776345" y="914400"/>
                  <a:pt x="747061" y="914400"/>
                </a:cubicBezTo>
                <a:lnTo>
                  <a:pt x="53047" y="914400"/>
                </a:lnTo>
                <a:cubicBezTo>
                  <a:pt x="23755" y="914400"/>
                  <a:pt x="8" y="890644"/>
                  <a:pt x="8" y="861356"/>
                </a:cubicBezTo>
                <a:lnTo>
                  <a:pt x="0" y="86135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65914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65914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小团队内部使用信任环境无需复杂安全控制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76436" y="1840365"/>
            <a:ext cx="914400" cy="899908"/>
          </a:xfrm>
          <a:custGeom>
            <a:avLst/>
            <a:gdLst/>
            <a:ahLst/>
            <a:cxnLst/>
            <a:rect l="l" t="t" r="r" b="b"/>
            <a:pathLst>
              <a:path w="914400" h="899908">
                <a:moveTo>
                  <a:pt x="85707" y="457108"/>
                </a:moveTo>
                <a:cubicBezTo>
                  <a:pt x="85707" y="251947"/>
                  <a:pt x="251945" y="85707"/>
                  <a:pt x="457109" y="85707"/>
                </a:cubicBezTo>
                <a:cubicBezTo>
                  <a:pt x="569781" y="85707"/>
                  <a:pt x="670667" y="135886"/>
                  <a:pt x="738872" y="215159"/>
                </a:cubicBezTo>
                <a:cubicBezTo>
                  <a:pt x="754225" y="233193"/>
                  <a:pt x="781373" y="235155"/>
                  <a:pt x="799222" y="219803"/>
                </a:cubicBezTo>
                <a:cubicBezTo>
                  <a:pt x="817080" y="204450"/>
                  <a:pt x="819220" y="177309"/>
                  <a:pt x="803867" y="159446"/>
                </a:cubicBezTo>
                <a:cubicBezTo>
                  <a:pt x="720127" y="61770"/>
                  <a:pt x="595850" y="-9"/>
                  <a:pt x="457109" y="-9"/>
                </a:cubicBezTo>
                <a:cubicBezTo>
                  <a:pt x="204624" y="-9"/>
                  <a:pt x="0" y="204621"/>
                  <a:pt x="0" y="457099"/>
                </a:cubicBezTo>
                <a:lnTo>
                  <a:pt x="0" y="528525"/>
                </a:lnTo>
                <a:cubicBezTo>
                  <a:pt x="0" y="552274"/>
                  <a:pt x="19102" y="571379"/>
                  <a:pt x="42858" y="571379"/>
                </a:cubicBezTo>
                <a:cubicBezTo>
                  <a:pt x="66605" y="571379"/>
                  <a:pt x="85716" y="552274"/>
                  <a:pt x="85716" y="528525"/>
                </a:cubicBezTo>
                <a:lnTo>
                  <a:pt x="85707" y="457108"/>
                </a:lnTo>
                <a:moveTo>
                  <a:pt x="904396" y="362654"/>
                </a:moveTo>
                <a:cubicBezTo>
                  <a:pt x="899578" y="339445"/>
                  <a:pt x="876718" y="324624"/>
                  <a:pt x="853684" y="329618"/>
                </a:cubicBezTo>
                <a:cubicBezTo>
                  <a:pt x="830650" y="334622"/>
                  <a:pt x="815654" y="357290"/>
                  <a:pt x="820647" y="380328"/>
                </a:cubicBezTo>
                <a:cubicBezTo>
                  <a:pt x="825822" y="405147"/>
                  <a:pt x="828684" y="430858"/>
                  <a:pt x="828684" y="457288"/>
                </a:cubicBezTo>
                <a:lnTo>
                  <a:pt x="828684" y="528714"/>
                </a:lnTo>
                <a:cubicBezTo>
                  <a:pt x="828684" y="552462"/>
                  <a:pt x="847786" y="571567"/>
                  <a:pt x="871542" y="571567"/>
                </a:cubicBezTo>
                <a:cubicBezTo>
                  <a:pt x="895289" y="571567"/>
                  <a:pt x="914400" y="552462"/>
                  <a:pt x="914400" y="528714"/>
                </a:cubicBezTo>
                <a:lnTo>
                  <a:pt x="914400" y="457288"/>
                </a:lnTo>
                <a:cubicBezTo>
                  <a:pt x="914400" y="424972"/>
                  <a:pt x="911008" y="393368"/>
                  <a:pt x="904579" y="362834"/>
                </a:cubicBezTo>
                <a:lnTo>
                  <a:pt x="904396" y="362654"/>
                </a:lnTo>
                <a:moveTo>
                  <a:pt x="457109" y="142851"/>
                </a:moveTo>
                <a:cubicBezTo>
                  <a:pt x="423184" y="142851"/>
                  <a:pt x="390330" y="148206"/>
                  <a:pt x="359798" y="158204"/>
                </a:cubicBezTo>
                <a:cubicBezTo>
                  <a:pt x="332659" y="167131"/>
                  <a:pt x="326404" y="200526"/>
                  <a:pt x="344976" y="222304"/>
                </a:cubicBezTo>
                <a:cubicBezTo>
                  <a:pt x="357649" y="237126"/>
                  <a:pt x="378543" y="241589"/>
                  <a:pt x="397471" y="236415"/>
                </a:cubicBezTo>
                <a:cubicBezTo>
                  <a:pt x="416399" y="231240"/>
                  <a:pt x="436397" y="228559"/>
                  <a:pt x="457109" y="228559"/>
                </a:cubicBezTo>
                <a:cubicBezTo>
                  <a:pt x="583351" y="228559"/>
                  <a:pt x="685663" y="330869"/>
                  <a:pt x="685663" y="457117"/>
                </a:cubicBezTo>
                <a:lnTo>
                  <a:pt x="685663" y="501582"/>
                </a:lnTo>
                <a:cubicBezTo>
                  <a:pt x="685663" y="546577"/>
                  <a:pt x="682984" y="591392"/>
                  <a:pt x="677808" y="636037"/>
                </a:cubicBezTo>
                <a:cubicBezTo>
                  <a:pt x="674772" y="662107"/>
                  <a:pt x="694597" y="685676"/>
                  <a:pt x="721023" y="685676"/>
                </a:cubicBezTo>
                <a:cubicBezTo>
                  <a:pt x="742090" y="685676"/>
                  <a:pt x="760132" y="670323"/>
                  <a:pt x="762628" y="649428"/>
                </a:cubicBezTo>
                <a:cubicBezTo>
                  <a:pt x="768517" y="600500"/>
                  <a:pt x="771552" y="551221"/>
                  <a:pt x="771552" y="501762"/>
                </a:cubicBezTo>
                <a:lnTo>
                  <a:pt x="771552" y="457297"/>
                </a:lnTo>
                <a:cubicBezTo>
                  <a:pt x="771552" y="283741"/>
                  <a:pt x="630845" y="143031"/>
                  <a:pt x="457291" y="143031"/>
                </a:cubicBezTo>
                <a:lnTo>
                  <a:pt x="457109" y="142851"/>
                </a:lnTo>
                <a:moveTo>
                  <a:pt x="269090" y="265518"/>
                </a:moveTo>
                <a:cubicBezTo>
                  <a:pt x="252841" y="246593"/>
                  <a:pt x="223918" y="245162"/>
                  <a:pt x="208556" y="264807"/>
                </a:cubicBezTo>
                <a:cubicBezTo>
                  <a:pt x="167308" y="317838"/>
                  <a:pt x="142848" y="384621"/>
                  <a:pt x="142848" y="457117"/>
                </a:cubicBezTo>
                <a:lnTo>
                  <a:pt x="142848" y="501582"/>
                </a:lnTo>
                <a:cubicBezTo>
                  <a:pt x="142848" y="544795"/>
                  <a:pt x="138202" y="588000"/>
                  <a:pt x="128921" y="629963"/>
                </a:cubicBezTo>
                <a:cubicBezTo>
                  <a:pt x="122850" y="657815"/>
                  <a:pt x="143030" y="685676"/>
                  <a:pt x="171596" y="685676"/>
                </a:cubicBezTo>
                <a:cubicBezTo>
                  <a:pt x="190342" y="685676"/>
                  <a:pt x="207130" y="673176"/>
                  <a:pt x="211236" y="654782"/>
                </a:cubicBezTo>
                <a:cubicBezTo>
                  <a:pt x="222666" y="604603"/>
                  <a:pt x="228554" y="553362"/>
                  <a:pt x="228554" y="501582"/>
                </a:cubicBezTo>
                <a:lnTo>
                  <a:pt x="228554" y="457117"/>
                </a:lnTo>
                <a:cubicBezTo>
                  <a:pt x="228554" y="408549"/>
                  <a:pt x="243733" y="363554"/>
                  <a:pt x="269446" y="326595"/>
                </a:cubicBezTo>
                <a:cubicBezTo>
                  <a:pt x="282303" y="308021"/>
                  <a:pt x="283729" y="282670"/>
                  <a:pt x="269090" y="265527"/>
                </a:cubicBezTo>
                <a:lnTo>
                  <a:pt x="269090" y="265518"/>
                </a:lnTo>
                <a:moveTo>
                  <a:pt x="628531" y="457108"/>
                </a:moveTo>
                <a:cubicBezTo>
                  <a:pt x="628531" y="362474"/>
                  <a:pt x="551749" y="285694"/>
                  <a:pt x="457118" y="285694"/>
                </a:cubicBezTo>
                <a:cubicBezTo>
                  <a:pt x="362477" y="285694"/>
                  <a:pt x="285704" y="362474"/>
                  <a:pt x="285704" y="457108"/>
                </a:cubicBezTo>
                <a:lnTo>
                  <a:pt x="285704" y="501573"/>
                </a:lnTo>
                <a:cubicBezTo>
                  <a:pt x="285704" y="565673"/>
                  <a:pt x="277493" y="629243"/>
                  <a:pt x="261061" y="691021"/>
                </a:cubicBezTo>
                <a:cubicBezTo>
                  <a:pt x="254276" y="716552"/>
                  <a:pt x="273022" y="742802"/>
                  <a:pt x="299448" y="742802"/>
                </a:cubicBezTo>
                <a:cubicBezTo>
                  <a:pt x="316410" y="742802"/>
                  <a:pt x="331406" y="731733"/>
                  <a:pt x="335877" y="715301"/>
                </a:cubicBezTo>
                <a:cubicBezTo>
                  <a:pt x="354623" y="645666"/>
                  <a:pt x="364270" y="573880"/>
                  <a:pt x="364270" y="501564"/>
                </a:cubicBezTo>
                <a:lnTo>
                  <a:pt x="364270" y="457099"/>
                </a:lnTo>
                <a:cubicBezTo>
                  <a:pt x="364270" y="405849"/>
                  <a:pt x="405875" y="364247"/>
                  <a:pt x="457118" y="364247"/>
                </a:cubicBezTo>
                <a:cubicBezTo>
                  <a:pt x="508361" y="364247"/>
                  <a:pt x="549966" y="405849"/>
                  <a:pt x="549966" y="457099"/>
                </a:cubicBezTo>
                <a:lnTo>
                  <a:pt x="549966" y="501564"/>
                </a:lnTo>
                <a:cubicBezTo>
                  <a:pt x="549966" y="566384"/>
                  <a:pt x="543721" y="630844"/>
                  <a:pt x="531394" y="694225"/>
                </a:cubicBezTo>
                <a:cubicBezTo>
                  <a:pt x="526576" y="719044"/>
                  <a:pt x="545147" y="742793"/>
                  <a:pt x="570320" y="742793"/>
                </a:cubicBezTo>
                <a:cubicBezTo>
                  <a:pt x="588535" y="742793"/>
                  <a:pt x="604245" y="730293"/>
                  <a:pt x="607820" y="712439"/>
                </a:cubicBezTo>
                <a:cubicBezTo>
                  <a:pt x="621573" y="643155"/>
                  <a:pt x="628531" y="572629"/>
                  <a:pt x="628531" y="501564"/>
                </a:cubicBezTo>
                <a:lnTo>
                  <a:pt x="628531" y="457108"/>
                </a:lnTo>
                <a:moveTo>
                  <a:pt x="457109" y="414255"/>
                </a:moveTo>
                <a:cubicBezTo>
                  <a:pt x="433362" y="414255"/>
                  <a:pt x="414251" y="433360"/>
                  <a:pt x="414251" y="457108"/>
                </a:cubicBezTo>
                <a:lnTo>
                  <a:pt x="414251" y="501573"/>
                </a:lnTo>
                <a:cubicBezTo>
                  <a:pt x="414251" y="608527"/>
                  <a:pt x="394609" y="714590"/>
                  <a:pt x="356223" y="814408"/>
                </a:cubicBezTo>
                <a:lnTo>
                  <a:pt x="345689" y="841729"/>
                </a:lnTo>
                <a:cubicBezTo>
                  <a:pt x="337121" y="863867"/>
                  <a:pt x="348185" y="888686"/>
                  <a:pt x="370332" y="897082"/>
                </a:cubicBezTo>
                <a:cubicBezTo>
                  <a:pt x="392470" y="905478"/>
                  <a:pt x="417296" y="894580"/>
                  <a:pt x="425690" y="872443"/>
                </a:cubicBezTo>
                <a:lnTo>
                  <a:pt x="436224" y="845122"/>
                </a:lnTo>
                <a:cubicBezTo>
                  <a:pt x="478359" y="735486"/>
                  <a:pt x="499966" y="619065"/>
                  <a:pt x="499966" y="501573"/>
                </a:cubicBezTo>
                <a:lnTo>
                  <a:pt x="499966" y="457108"/>
                </a:lnTo>
                <a:cubicBezTo>
                  <a:pt x="499966" y="433360"/>
                  <a:pt x="480865" y="414255"/>
                  <a:pt x="457109" y="414255"/>
                </a:cubicBezTo>
                <a:lnTo>
                  <a:pt x="457109" y="41425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0636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快速访问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0636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简化登录流程专注业务操作提升使用效率.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8308" y="1833119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257176" y="228600"/>
                </a:moveTo>
                <a:lnTo>
                  <a:pt x="257176" y="342900"/>
                </a:lnTo>
                <a:lnTo>
                  <a:pt x="542924" y="342900"/>
                </a:lnTo>
                <a:lnTo>
                  <a:pt x="542924" y="228600"/>
                </a:lnTo>
                <a:cubicBezTo>
                  <a:pt x="542924" y="149660"/>
                  <a:pt x="478988" y="85725"/>
                  <a:pt x="400050" y="85725"/>
                </a:cubicBezTo>
                <a:cubicBezTo>
                  <a:pt x="321112" y="85725"/>
                  <a:pt x="257176" y="149660"/>
                  <a:pt x="257176" y="228600"/>
                </a:cubicBezTo>
                <a:lnTo>
                  <a:pt x="257176" y="228600"/>
                </a:lnTo>
                <a:moveTo>
                  <a:pt x="171453" y="342900"/>
                </a:moveTo>
                <a:lnTo>
                  <a:pt x="171453" y="228600"/>
                </a:lnTo>
                <a:cubicBezTo>
                  <a:pt x="171453" y="102331"/>
                  <a:pt x="273786" y="0"/>
                  <a:pt x="400050" y="0"/>
                </a:cubicBezTo>
                <a:cubicBezTo>
                  <a:pt x="526314" y="0"/>
                  <a:pt x="628647" y="102331"/>
                  <a:pt x="628647" y="228600"/>
                </a:cubicBezTo>
                <a:lnTo>
                  <a:pt x="628647" y="342900"/>
                </a:lnTo>
                <a:lnTo>
                  <a:pt x="685798" y="342900"/>
                </a:lnTo>
                <a:cubicBezTo>
                  <a:pt x="748838" y="342900"/>
                  <a:pt x="800100" y="394152"/>
                  <a:pt x="800100" y="457200"/>
                </a:cubicBezTo>
                <a:lnTo>
                  <a:pt x="800100" y="800100"/>
                </a:lnTo>
                <a:cubicBezTo>
                  <a:pt x="800100" y="863148"/>
                  <a:pt x="748846" y="914400"/>
                  <a:pt x="685798" y="914400"/>
                </a:cubicBezTo>
                <a:lnTo>
                  <a:pt x="114294" y="914400"/>
                </a:lnTo>
                <a:cubicBezTo>
                  <a:pt x="51254" y="914400"/>
                  <a:pt x="-8" y="863148"/>
                  <a:pt x="-8" y="800100"/>
                </a:cubicBezTo>
                <a:lnTo>
                  <a:pt x="-8" y="457200"/>
                </a:lnTo>
                <a:cubicBezTo>
                  <a:pt x="-8" y="394152"/>
                  <a:pt x="51246" y="342900"/>
                  <a:pt x="114294" y="342900"/>
                </a:cubicBezTo>
                <a:lnTo>
                  <a:pt x="171453" y="342900"/>
                </a:lnTo>
                <a:moveTo>
                  <a:pt x="85723" y="457200"/>
                </a:moveTo>
                <a:lnTo>
                  <a:pt x="85723" y="800100"/>
                </a:lnTo>
                <a:cubicBezTo>
                  <a:pt x="85723" y="815819"/>
                  <a:pt x="98580" y="828675"/>
                  <a:pt x="114294" y="828675"/>
                </a:cubicBezTo>
                <a:lnTo>
                  <a:pt x="685798" y="828675"/>
                </a:lnTo>
                <a:cubicBezTo>
                  <a:pt x="701512" y="828675"/>
                  <a:pt x="714369" y="815819"/>
                  <a:pt x="714369" y="800100"/>
                </a:cubicBezTo>
                <a:lnTo>
                  <a:pt x="714369" y="457200"/>
                </a:lnTo>
                <a:cubicBezTo>
                  <a:pt x="714369" y="441481"/>
                  <a:pt x="701512" y="428625"/>
                  <a:pt x="685798" y="428625"/>
                </a:cubicBezTo>
                <a:lnTo>
                  <a:pt x="114294" y="428625"/>
                </a:lnTo>
                <a:cubicBezTo>
                  <a:pt x="98580" y="428625"/>
                  <a:pt x="85723" y="441481"/>
                  <a:pt x="85723" y="457200"/>
                </a:cubicBezTo>
                <a:lnTo>
                  <a:pt x="85723" y="4572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15358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无权限体系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15358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单一权限角色共享数据视图降低系统复杂度.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1833208"/>
            <a:ext cx="914400" cy="914221"/>
          </a:xfrm>
          <a:custGeom>
            <a:avLst/>
            <a:gdLst/>
            <a:ahLst/>
            <a:cxnLst/>
            <a:rect l="l" t="t" r="r" b="b"/>
            <a:pathLst>
              <a:path w="914400" h="914221">
                <a:moveTo>
                  <a:pt x="371402" y="314264"/>
                </a:moveTo>
                <a:cubicBezTo>
                  <a:pt x="371402" y="188019"/>
                  <a:pt x="473714" y="85708"/>
                  <a:pt x="599956" y="85708"/>
                </a:cubicBezTo>
                <a:cubicBezTo>
                  <a:pt x="726198" y="85708"/>
                  <a:pt x="828510" y="188019"/>
                  <a:pt x="828510" y="314264"/>
                </a:cubicBezTo>
                <a:cubicBezTo>
                  <a:pt x="828510" y="440508"/>
                  <a:pt x="726198" y="542819"/>
                  <a:pt x="599956" y="542819"/>
                </a:cubicBezTo>
                <a:cubicBezTo>
                  <a:pt x="581385" y="542819"/>
                  <a:pt x="563353" y="540680"/>
                  <a:pt x="546208" y="536392"/>
                </a:cubicBezTo>
                <a:cubicBezTo>
                  <a:pt x="531742" y="532817"/>
                  <a:pt x="516389" y="537105"/>
                  <a:pt x="505855" y="547820"/>
                </a:cubicBezTo>
                <a:lnTo>
                  <a:pt x="453716" y="599958"/>
                </a:lnTo>
                <a:lnTo>
                  <a:pt x="357119" y="599958"/>
                </a:lnTo>
                <a:cubicBezTo>
                  <a:pt x="333372" y="599958"/>
                  <a:pt x="314261" y="619065"/>
                  <a:pt x="314261" y="642817"/>
                </a:cubicBezTo>
                <a:lnTo>
                  <a:pt x="314261" y="714245"/>
                </a:lnTo>
                <a:lnTo>
                  <a:pt x="242837" y="714245"/>
                </a:lnTo>
                <a:cubicBezTo>
                  <a:pt x="219090" y="714245"/>
                  <a:pt x="199979" y="733352"/>
                  <a:pt x="199979" y="757103"/>
                </a:cubicBezTo>
                <a:lnTo>
                  <a:pt x="199979" y="828532"/>
                </a:lnTo>
                <a:lnTo>
                  <a:pt x="85698" y="828532"/>
                </a:lnTo>
                <a:lnTo>
                  <a:pt x="85698" y="689076"/>
                </a:lnTo>
                <a:lnTo>
                  <a:pt x="366391" y="408383"/>
                </a:lnTo>
                <a:cubicBezTo>
                  <a:pt x="376925" y="397851"/>
                  <a:pt x="381213" y="382492"/>
                  <a:pt x="377821" y="368029"/>
                </a:cubicBezTo>
                <a:cubicBezTo>
                  <a:pt x="373715" y="350887"/>
                  <a:pt x="371393" y="332850"/>
                  <a:pt x="371393" y="314282"/>
                </a:cubicBezTo>
                <a:lnTo>
                  <a:pt x="371402" y="314264"/>
                </a:lnTo>
                <a:moveTo>
                  <a:pt x="599956" y="0"/>
                </a:moveTo>
                <a:cubicBezTo>
                  <a:pt x="426394" y="0"/>
                  <a:pt x="285695" y="140708"/>
                  <a:pt x="285695" y="314264"/>
                </a:cubicBezTo>
                <a:cubicBezTo>
                  <a:pt x="285695" y="331222"/>
                  <a:pt x="286948" y="347834"/>
                  <a:pt x="289627" y="364080"/>
                </a:cubicBezTo>
                <a:lnTo>
                  <a:pt x="12500" y="641025"/>
                </a:lnTo>
                <a:cubicBezTo>
                  <a:pt x="4462" y="649061"/>
                  <a:pt x="0" y="659949"/>
                  <a:pt x="0" y="671377"/>
                </a:cubicBezTo>
                <a:lnTo>
                  <a:pt x="0" y="871363"/>
                </a:lnTo>
                <a:cubicBezTo>
                  <a:pt x="0" y="895114"/>
                  <a:pt x="19102" y="914222"/>
                  <a:pt x="42858" y="914222"/>
                </a:cubicBezTo>
                <a:lnTo>
                  <a:pt x="242846" y="914222"/>
                </a:lnTo>
                <a:cubicBezTo>
                  <a:pt x="266593" y="914222"/>
                  <a:pt x="285704" y="895114"/>
                  <a:pt x="285704" y="871372"/>
                </a:cubicBezTo>
                <a:lnTo>
                  <a:pt x="285704" y="799953"/>
                </a:lnTo>
                <a:lnTo>
                  <a:pt x="357128" y="799953"/>
                </a:lnTo>
                <a:cubicBezTo>
                  <a:pt x="380875" y="799953"/>
                  <a:pt x="399986" y="780846"/>
                  <a:pt x="399986" y="757103"/>
                </a:cubicBezTo>
                <a:lnTo>
                  <a:pt x="399986" y="685684"/>
                </a:lnTo>
                <a:lnTo>
                  <a:pt x="471410" y="685684"/>
                </a:lnTo>
                <a:cubicBezTo>
                  <a:pt x="482840" y="685684"/>
                  <a:pt x="493730" y="681223"/>
                  <a:pt x="501768" y="673187"/>
                </a:cubicBezTo>
                <a:lnTo>
                  <a:pt x="550332" y="624624"/>
                </a:lnTo>
                <a:cubicBezTo>
                  <a:pt x="566581" y="627119"/>
                  <a:pt x="583186" y="628555"/>
                  <a:pt x="600148" y="628555"/>
                </a:cubicBezTo>
                <a:cubicBezTo>
                  <a:pt x="773710" y="628555"/>
                  <a:pt x="914409" y="487847"/>
                  <a:pt x="914409" y="314291"/>
                </a:cubicBezTo>
                <a:cubicBezTo>
                  <a:pt x="914409" y="140735"/>
                  <a:pt x="773528" y="27"/>
                  <a:pt x="599965" y="27"/>
                </a:cubicBezTo>
                <a:lnTo>
                  <a:pt x="599956" y="0"/>
                </a:lnTo>
                <a:moveTo>
                  <a:pt x="657097" y="314264"/>
                </a:moveTo>
                <a:cubicBezTo>
                  <a:pt x="688653" y="314264"/>
                  <a:pt x="714238" y="288684"/>
                  <a:pt x="714238" y="257125"/>
                </a:cubicBezTo>
                <a:cubicBezTo>
                  <a:pt x="714238" y="225566"/>
                  <a:pt x="688653" y="199986"/>
                  <a:pt x="657097" y="199986"/>
                </a:cubicBezTo>
                <a:cubicBezTo>
                  <a:pt x="625541" y="199986"/>
                  <a:pt x="599956" y="225566"/>
                  <a:pt x="599956" y="257125"/>
                </a:cubicBezTo>
                <a:cubicBezTo>
                  <a:pt x="599956" y="288684"/>
                  <a:pt x="625541" y="314264"/>
                  <a:pt x="657097" y="314264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0080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统一账号登录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账号zenflux密码hrhr123456所有人共用.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9344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680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0016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10911841" cy="45719"/>
          </a:xfrm>
          <a:custGeom>
            <a:avLst/>
            <a:gdLst/>
            <a:ahLst/>
            <a:cxnLst/>
            <a:rect l="l" t="t" r="r" b="b"/>
            <a:pathLst>
              <a:path w="10911841" h="45719">
                <a:moveTo>
                  <a:pt x="0" y="0"/>
                </a:moveTo>
                <a:lnTo>
                  <a:pt x="1091184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主页-招聘目标看板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2876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首页即可掌握全局招聘健康度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2876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快速决策支持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540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目标人数已入职人数进行中候选人数.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540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关键指标呈现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204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各岗位招聘进度动态更新及时预警.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2204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实时进度追踪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当前月份招聘计划完成率一目了然.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月度目标展示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8680" y="1839553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17147" y="0"/>
                </a:moveTo>
                <a:cubicBezTo>
                  <a:pt x="26649" y="0"/>
                  <a:pt x="34294" y="7643"/>
                  <a:pt x="34294" y="17145"/>
                </a:cubicBezTo>
                <a:lnTo>
                  <a:pt x="34294" y="268603"/>
                </a:lnTo>
                <a:cubicBezTo>
                  <a:pt x="34294" y="278105"/>
                  <a:pt x="41938" y="285748"/>
                  <a:pt x="51440" y="285748"/>
                </a:cubicBezTo>
                <a:lnTo>
                  <a:pt x="348620" y="285748"/>
                </a:lnTo>
                <a:cubicBezTo>
                  <a:pt x="358123" y="285748"/>
                  <a:pt x="365767" y="293390"/>
                  <a:pt x="365767" y="302892"/>
                </a:cubicBezTo>
                <a:cubicBezTo>
                  <a:pt x="365767" y="312394"/>
                  <a:pt x="358123" y="320037"/>
                  <a:pt x="348624" y="320037"/>
                </a:cubicBezTo>
                <a:lnTo>
                  <a:pt x="51444" y="320037"/>
                </a:lnTo>
                <a:cubicBezTo>
                  <a:pt x="23014" y="320037"/>
                  <a:pt x="11" y="297032"/>
                  <a:pt x="11" y="268603"/>
                </a:cubicBezTo>
                <a:lnTo>
                  <a:pt x="11" y="17144"/>
                </a:lnTo>
                <a:cubicBezTo>
                  <a:pt x="11" y="7642"/>
                  <a:pt x="7655" y="0"/>
                  <a:pt x="17158" y="0"/>
                </a:cubicBezTo>
                <a:lnTo>
                  <a:pt x="17147" y="0"/>
                </a:lnTo>
              </a:path>
              <a:path w="365760" h="320040">
                <a:moveTo>
                  <a:pt x="120017" y="137160"/>
                </a:moveTo>
                <a:cubicBezTo>
                  <a:pt x="129519" y="137160"/>
                  <a:pt x="137164" y="144802"/>
                  <a:pt x="137164" y="154304"/>
                </a:cubicBezTo>
                <a:lnTo>
                  <a:pt x="137164" y="211454"/>
                </a:lnTo>
                <a:cubicBezTo>
                  <a:pt x="137164" y="220956"/>
                  <a:pt x="129519" y="228598"/>
                  <a:pt x="120020" y="228598"/>
                </a:cubicBezTo>
                <a:cubicBezTo>
                  <a:pt x="110518" y="228598"/>
                  <a:pt x="102877" y="220956"/>
                  <a:pt x="102877" y="211454"/>
                </a:cubicBezTo>
                <a:lnTo>
                  <a:pt x="102877" y="154304"/>
                </a:lnTo>
                <a:cubicBezTo>
                  <a:pt x="102877" y="144802"/>
                  <a:pt x="110522" y="137160"/>
                  <a:pt x="120024" y="137160"/>
                </a:cubicBezTo>
                <a:lnTo>
                  <a:pt x="120017" y="137160"/>
                </a:lnTo>
              </a:path>
              <a:path w="365760" h="320040">
                <a:moveTo>
                  <a:pt x="205740" y="85726"/>
                </a:moveTo>
                <a:lnTo>
                  <a:pt x="205740" y="211457"/>
                </a:lnTo>
                <a:cubicBezTo>
                  <a:pt x="205740" y="220959"/>
                  <a:pt x="198096" y="228601"/>
                  <a:pt x="188597" y="228601"/>
                </a:cubicBezTo>
                <a:cubicBezTo>
                  <a:pt x="179094" y="228601"/>
                  <a:pt x="171454" y="220959"/>
                  <a:pt x="171454" y="211457"/>
                </a:cubicBezTo>
                <a:lnTo>
                  <a:pt x="171454" y="85726"/>
                </a:lnTo>
                <a:cubicBezTo>
                  <a:pt x="171454" y="76224"/>
                  <a:pt x="179098" y="68581"/>
                  <a:pt x="188600" y="68581"/>
                </a:cubicBezTo>
                <a:cubicBezTo>
                  <a:pt x="198103" y="68581"/>
                  <a:pt x="205747" y="76224"/>
                  <a:pt x="205747" y="85726"/>
                </a:cubicBezTo>
                <a:lnTo>
                  <a:pt x="205740" y="85726"/>
                </a:lnTo>
              </a:path>
              <a:path w="365760" h="320040">
                <a:moveTo>
                  <a:pt x="257177" y="114299"/>
                </a:moveTo>
                <a:cubicBezTo>
                  <a:pt x="266679" y="114299"/>
                  <a:pt x="274324" y="121942"/>
                  <a:pt x="274324" y="131444"/>
                </a:cubicBezTo>
                <a:lnTo>
                  <a:pt x="274324" y="211454"/>
                </a:lnTo>
                <a:cubicBezTo>
                  <a:pt x="274324" y="220956"/>
                  <a:pt x="266679" y="228598"/>
                  <a:pt x="257180" y="228598"/>
                </a:cubicBezTo>
                <a:cubicBezTo>
                  <a:pt x="247678" y="228598"/>
                  <a:pt x="240037" y="220956"/>
                  <a:pt x="240037" y="211454"/>
                </a:cubicBezTo>
                <a:lnTo>
                  <a:pt x="240037" y="131444"/>
                </a:lnTo>
                <a:cubicBezTo>
                  <a:pt x="240037" y="121942"/>
                  <a:pt x="247682" y="114299"/>
                  <a:pt x="257184" y="114299"/>
                </a:cubicBezTo>
                <a:lnTo>
                  <a:pt x="257177" y="114299"/>
                </a:lnTo>
              </a:path>
              <a:path w="365760" h="320040">
                <a:moveTo>
                  <a:pt x="342900" y="40005"/>
                </a:moveTo>
                <a:lnTo>
                  <a:pt x="342900" y="211454"/>
                </a:lnTo>
                <a:cubicBezTo>
                  <a:pt x="342900" y="220956"/>
                  <a:pt x="335256" y="228598"/>
                  <a:pt x="325757" y="228598"/>
                </a:cubicBezTo>
                <a:cubicBezTo>
                  <a:pt x="316254" y="228598"/>
                  <a:pt x="308614" y="220956"/>
                  <a:pt x="308614" y="211454"/>
                </a:cubicBezTo>
                <a:lnTo>
                  <a:pt x="308614" y="40005"/>
                </a:lnTo>
                <a:cubicBezTo>
                  <a:pt x="308614" y="30503"/>
                  <a:pt x="316258" y="22860"/>
                  <a:pt x="325760" y="22860"/>
                </a:cubicBezTo>
                <a:cubicBezTo>
                  <a:pt x="335263" y="22860"/>
                  <a:pt x="342907" y="30503"/>
                  <a:pt x="342907" y="40005"/>
                </a:cubicBezTo>
                <a:lnTo>
                  <a:pt x="342900" y="4000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22040" y="181669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1470" y="182880"/>
                </a:moveTo>
                <a:cubicBezTo>
                  <a:pt x="331470" y="264946"/>
                  <a:pt x="264946" y="331470"/>
                  <a:pt x="182880" y="331470"/>
                </a:cubicBezTo>
                <a:cubicBezTo>
                  <a:pt x="100814" y="331470"/>
                  <a:pt x="34290" y="264946"/>
                  <a:pt x="34290" y="182880"/>
                </a:cubicBezTo>
                <a:cubicBezTo>
                  <a:pt x="34290" y="100814"/>
                  <a:pt x="100814" y="34290"/>
                  <a:pt x="182880" y="34290"/>
                </a:cubicBezTo>
                <a:cubicBezTo>
                  <a:pt x="264946" y="34290"/>
                  <a:pt x="331470" y="100814"/>
                  <a:pt x="331470" y="182880"/>
                </a:cubicBezTo>
                <a:lnTo>
                  <a:pt x="331470" y="182880"/>
                </a:lnTo>
                <a:moveTo>
                  <a:pt x="0" y="182880"/>
                </a:moveTo>
                <a:cubicBezTo>
                  <a:pt x="0" y="283881"/>
                  <a:pt x="81879" y="365760"/>
                  <a:pt x="182880" y="365760"/>
                </a:cubicBezTo>
                <a:cubicBezTo>
                  <a:pt x="283881" y="365760"/>
                  <a:pt x="365760" y="283881"/>
                  <a:pt x="365760" y="182880"/>
                </a:cubicBezTo>
                <a:cubicBezTo>
                  <a:pt x="365760" y="81879"/>
                  <a:pt x="283881" y="0"/>
                  <a:pt x="182880" y="0"/>
                </a:cubicBezTo>
                <a:cubicBezTo>
                  <a:pt x="81879" y="0"/>
                  <a:pt x="0" y="81879"/>
                  <a:pt x="0" y="182880"/>
                </a:cubicBezTo>
                <a:moveTo>
                  <a:pt x="165737" y="85727"/>
                </a:moveTo>
                <a:lnTo>
                  <a:pt x="165737" y="182884"/>
                </a:lnTo>
                <a:cubicBezTo>
                  <a:pt x="165737" y="188600"/>
                  <a:pt x="168593" y="193955"/>
                  <a:pt x="173381" y="197170"/>
                </a:cubicBezTo>
                <a:lnTo>
                  <a:pt x="241961" y="242890"/>
                </a:lnTo>
                <a:cubicBezTo>
                  <a:pt x="249818" y="248175"/>
                  <a:pt x="260465" y="246032"/>
                  <a:pt x="265750" y="238102"/>
                </a:cubicBezTo>
                <a:cubicBezTo>
                  <a:pt x="271035" y="230173"/>
                  <a:pt x="268892" y="219598"/>
                  <a:pt x="260962" y="214313"/>
                </a:cubicBezTo>
                <a:lnTo>
                  <a:pt x="200027" y="173736"/>
                </a:lnTo>
                <a:lnTo>
                  <a:pt x="200027" y="85727"/>
                </a:lnTo>
                <a:cubicBezTo>
                  <a:pt x="200027" y="76224"/>
                  <a:pt x="192382" y="68583"/>
                  <a:pt x="182884" y="68583"/>
                </a:cubicBezTo>
                <a:cubicBezTo>
                  <a:pt x="173381" y="68583"/>
                  <a:pt x="165740" y="76228"/>
                  <a:pt x="165740" y="85730"/>
                </a:cubicBezTo>
                <a:lnTo>
                  <a:pt x="165737" y="8572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49696" y="1816693"/>
            <a:ext cx="217169" cy="365760"/>
          </a:xfrm>
          <a:custGeom>
            <a:avLst/>
            <a:gdLst/>
            <a:ahLst/>
            <a:cxnLst/>
            <a:rect l="l" t="t" r="r" b="b"/>
            <a:pathLst>
              <a:path w="217169" h="365760">
                <a:moveTo>
                  <a:pt x="74287" y="34290"/>
                </a:moveTo>
                <a:cubicBezTo>
                  <a:pt x="74287" y="15351"/>
                  <a:pt x="89639" y="0"/>
                  <a:pt x="108578" y="0"/>
                </a:cubicBezTo>
                <a:cubicBezTo>
                  <a:pt x="127515" y="0"/>
                  <a:pt x="142869" y="15351"/>
                  <a:pt x="142869" y="34290"/>
                </a:cubicBezTo>
                <a:cubicBezTo>
                  <a:pt x="142869" y="53229"/>
                  <a:pt x="127517" y="68580"/>
                  <a:pt x="108578" y="68580"/>
                </a:cubicBezTo>
                <a:cubicBezTo>
                  <a:pt x="89641" y="68580"/>
                  <a:pt x="74287" y="53229"/>
                  <a:pt x="74287" y="34290"/>
                </a:cubicBezTo>
                <a:lnTo>
                  <a:pt x="74287" y="34290"/>
                </a:lnTo>
                <a:moveTo>
                  <a:pt x="97146" y="125803"/>
                </a:moveTo>
                <a:lnTo>
                  <a:pt x="97146" y="217170"/>
                </a:lnTo>
                <a:lnTo>
                  <a:pt x="120005" y="217170"/>
                </a:lnTo>
                <a:lnTo>
                  <a:pt x="120005" y="125803"/>
                </a:lnTo>
                <a:cubicBezTo>
                  <a:pt x="119506" y="125803"/>
                  <a:pt x="118935" y="125730"/>
                  <a:pt x="118361" y="125730"/>
                </a:cubicBezTo>
                <a:lnTo>
                  <a:pt x="98716" y="125730"/>
                </a:lnTo>
                <a:cubicBezTo>
                  <a:pt x="98145" y="125730"/>
                  <a:pt x="97646" y="125730"/>
                  <a:pt x="97072" y="125803"/>
                </a:cubicBezTo>
                <a:lnTo>
                  <a:pt x="97146" y="125803"/>
                </a:lnTo>
                <a:moveTo>
                  <a:pt x="97146" y="251460"/>
                </a:moveTo>
                <a:lnTo>
                  <a:pt x="97146" y="348617"/>
                </a:lnTo>
                <a:cubicBezTo>
                  <a:pt x="97146" y="358119"/>
                  <a:pt x="89502" y="365764"/>
                  <a:pt x="80001" y="365764"/>
                </a:cubicBezTo>
                <a:cubicBezTo>
                  <a:pt x="70500" y="365764"/>
                  <a:pt x="62855" y="358119"/>
                  <a:pt x="62855" y="348620"/>
                </a:cubicBezTo>
                <a:lnTo>
                  <a:pt x="62855" y="159738"/>
                </a:lnTo>
                <a:lnTo>
                  <a:pt x="32065" y="214174"/>
                </a:lnTo>
                <a:cubicBezTo>
                  <a:pt x="27422" y="222389"/>
                  <a:pt x="16920" y="225319"/>
                  <a:pt x="8704" y="220674"/>
                </a:cubicBezTo>
                <a:cubicBezTo>
                  <a:pt x="489" y="216029"/>
                  <a:pt x="-2441" y="205528"/>
                  <a:pt x="2204" y="197313"/>
                </a:cubicBezTo>
                <a:lnTo>
                  <a:pt x="44066" y="123374"/>
                </a:lnTo>
                <a:cubicBezTo>
                  <a:pt x="55211" y="103656"/>
                  <a:pt x="76142" y="91444"/>
                  <a:pt x="98786" y="91444"/>
                </a:cubicBezTo>
                <a:lnTo>
                  <a:pt x="118431" y="91444"/>
                </a:lnTo>
                <a:cubicBezTo>
                  <a:pt x="141077" y="91444"/>
                  <a:pt x="162008" y="103660"/>
                  <a:pt x="173151" y="123374"/>
                </a:cubicBezTo>
                <a:lnTo>
                  <a:pt x="214943" y="197313"/>
                </a:lnTo>
                <a:cubicBezTo>
                  <a:pt x="219586" y="205528"/>
                  <a:pt x="216728" y="216029"/>
                  <a:pt x="208443" y="220674"/>
                </a:cubicBezTo>
                <a:cubicBezTo>
                  <a:pt x="200156" y="225319"/>
                  <a:pt x="189728" y="222459"/>
                  <a:pt x="185082" y="214174"/>
                </a:cubicBezTo>
                <a:lnTo>
                  <a:pt x="154292" y="159738"/>
                </a:lnTo>
                <a:lnTo>
                  <a:pt x="154292" y="348620"/>
                </a:lnTo>
                <a:cubicBezTo>
                  <a:pt x="154292" y="358123"/>
                  <a:pt x="146648" y="365767"/>
                  <a:pt x="137147" y="365767"/>
                </a:cubicBezTo>
                <a:cubicBezTo>
                  <a:pt x="127646" y="365767"/>
                  <a:pt x="120001" y="358123"/>
                  <a:pt x="120001" y="348624"/>
                </a:cubicBezTo>
                <a:lnTo>
                  <a:pt x="120001" y="251471"/>
                </a:lnTo>
                <a:lnTo>
                  <a:pt x="97146" y="2514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28760" y="181669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34290"/>
                </a:moveTo>
                <a:cubicBezTo>
                  <a:pt x="264946" y="34290"/>
                  <a:pt x="331470" y="100814"/>
                  <a:pt x="331470" y="182880"/>
                </a:cubicBezTo>
                <a:cubicBezTo>
                  <a:pt x="331470" y="264946"/>
                  <a:pt x="264946" y="331470"/>
                  <a:pt x="182880" y="331470"/>
                </a:cubicBezTo>
                <a:cubicBezTo>
                  <a:pt x="100814" y="331470"/>
                  <a:pt x="34290" y="264946"/>
                  <a:pt x="34290" y="182880"/>
                </a:cubicBezTo>
                <a:cubicBezTo>
                  <a:pt x="34290" y="100814"/>
                  <a:pt x="100814" y="34290"/>
                  <a:pt x="182880" y="34290"/>
                </a:cubicBezTo>
                <a:lnTo>
                  <a:pt x="182880" y="34290"/>
                </a:lnTo>
                <a:moveTo>
                  <a:pt x="182880" y="365760"/>
                </a:moveTo>
                <a:cubicBezTo>
                  <a:pt x="283881" y="365760"/>
                  <a:pt x="365760" y="283881"/>
                  <a:pt x="365760" y="182880"/>
                </a:cubicBezTo>
                <a:cubicBezTo>
                  <a:pt x="365760" y="81879"/>
                  <a:pt x="283881" y="0"/>
                  <a:pt x="182880" y="0"/>
                </a:cubicBezTo>
                <a:cubicBezTo>
                  <a:pt x="81879" y="0"/>
                  <a:pt x="0" y="81879"/>
                  <a:pt x="0" y="182880"/>
                </a:cubicBezTo>
                <a:cubicBezTo>
                  <a:pt x="0" y="283881"/>
                  <a:pt x="81879" y="365760"/>
                  <a:pt x="182880" y="365760"/>
                </a:cubicBezTo>
                <a:moveTo>
                  <a:pt x="222887" y="251460"/>
                </a:moveTo>
                <a:cubicBezTo>
                  <a:pt x="222887" y="235531"/>
                  <a:pt x="213527" y="221742"/>
                  <a:pt x="200027" y="215312"/>
                </a:cubicBezTo>
                <a:lnTo>
                  <a:pt x="200027" y="85723"/>
                </a:lnTo>
                <a:cubicBezTo>
                  <a:pt x="200027" y="76221"/>
                  <a:pt x="192382" y="68580"/>
                  <a:pt x="182884" y="68580"/>
                </a:cubicBezTo>
                <a:cubicBezTo>
                  <a:pt x="173381" y="68580"/>
                  <a:pt x="165740" y="76224"/>
                  <a:pt x="165740" y="85727"/>
                </a:cubicBezTo>
                <a:lnTo>
                  <a:pt x="165740" y="215316"/>
                </a:lnTo>
                <a:cubicBezTo>
                  <a:pt x="152240" y="221746"/>
                  <a:pt x="142880" y="235531"/>
                  <a:pt x="142880" y="251464"/>
                </a:cubicBezTo>
                <a:cubicBezTo>
                  <a:pt x="142880" y="273537"/>
                  <a:pt x="160810" y="291470"/>
                  <a:pt x="182887" y="291470"/>
                </a:cubicBezTo>
                <a:cubicBezTo>
                  <a:pt x="204961" y="291470"/>
                  <a:pt x="222894" y="273541"/>
                  <a:pt x="222894" y="251467"/>
                </a:cubicBezTo>
                <a:lnTo>
                  <a:pt x="222887" y="251460"/>
                </a:lnTo>
                <a:moveTo>
                  <a:pt x="114300" y="137160"/>
                </a:moveTo>
                <a:cubicBezTo>
                  <a:pt x="126926" y="137160"/>
                  <a:pt x="137160" y="126926"/>
                  <a:pt x="137160" y="114300"/>
                </a:cubicBezTo>
                <a:cubicBezTo>
                  <a:pt x="137160" y="101674"/>
                  <a:pt x="126926" y="91440"/>
                  <a:pt x="114300" y="91440"/>
                </a:cubicBezTo>
                <a:cubicBezTo>
                  <a:pt x="101674" y="91440"/>
                  <a:pt x="91440" y="101674"/>
                  <a:pt x="91440" y="114300"/>
                </a:cubicBezTo>
                <a:cubicBezTo>
                  <a:pt x="91440" y="126926"/>
                  <a:pt x="101674" y="137160"/>
                  <a:pt x="114300" y="137160"/>
                </a:cubicBezTo>
                <a:moveTo>
                  <a:pt x="102870" y="182880"/>
                </a:moveTo>
                <a:cubicBezTo>
                  <a:pt x="102870" y="170254"/>
                  <a:pt x="92636" y="160020"/>
                  <a:pt x="80010" y="160020"/>
                </a:cubicBezTo>
                <a:cubicBezTo>
                  <a:pt x="67384" y="160020"/>
                  <a:pt x="57150" y="170254"/>
                  <a:pt x="57150" y="182880"/>
                </a:cubicBezTo>
                <a:cubicBezTo>
                  <a:pt x="57150" y="195506"/>
                  <a:pt x="67384" y="205740"/>
                  <a:pt x="80010" y="205740"/>
                </a:cubicBezTo>
                <a:cubicBezTo>
                  <a:pt x="92636" y="205740"/>
                  <a:pt x="102870" y="195506"/>
                  <a:pt x="102870" y="182880"/>
                </a:cubicBezTo>
                <a:moveTo>
                  <a:pt x="285750" y="205740"/>
                </a:moveTo>
                <a:cubicBezTo>
                  <a:pt x="298376" y="205740"/>
                  <a:pt x="308610" y="195506"/>
                  <a:pt x="308610" y="182880"/>
                </a:cubicBezTo>
                <a:cubicBezTo>
                  <a:pt x="308610" y="170254"/>
                  <a:pt x="298376" y="160020"/>
                  <a:pt x="285750" y="160020"/>
                </a:cubicBezTo>
                <a:cubicBezTo>
                  <a:pt x="273124" y="160020"/>
                  <a:pt x="262890" y="170254"/>
                  <a:pt x="262890" y="182880"/>
                </a:cubicBezTo>
                <a:cubicBezTo>
                  <a:pt x="262890" y="195506"/>
                  <a:pt x="273124" y="205740"/>
                  <a:pt x="285750" y="205740"/>
                </a:cubicBezTo>
                <a:moveTo>
                  <a:pt x="274320" y="114300"/>
                </a:moveTo>
                <a:cubicBezTo>
                  <a:pt x="274320" y="101674"/>
                  <a:pt x="264086" y="91440"/>
                  <a:pt x="251460" y="91440"/>
                </a:cubicBezTo>
                <a:cubicBezTo>
                  <a:pt x="238834" y="91440"/>
                  <a:pt x="228600" y="101674"/>
                  <a:pt x="228600" y="114300"/>
                </a:cubicBezTo>
                <a:cubicBezTo>
                  <a:pt x="228600" y="126926"/>
                  <a:pt x="238834" y="137160"/>
                  <a:pt x="251460" y="137160"/>
                </a:cubicBezTo>
                <a:cubicBezTo>
                  <a:pt x="264086" y="137160"/>
                  <a:pt x="274320" y="126926"/>
                  <a:pt x="274320" y="1143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招聘计划管理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95615" y="3625083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设定明确的招聘人数目标便于跟踪和考核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95615" y="3163725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目标可量化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95616" y="21204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P0最高优先紧急岗位P1常规P2储备岗位.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95616" y="166276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优先级体系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342" y="510340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每个岗位对应明确的业务面试官和决策人.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73343" y="4664803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业务负责人绑定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82597" y="3625083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岗位名称优先级P0P1P2目标入职人数.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2597" y="3163725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岗位维度管理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73343" y="21147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每月独立制定招聘计划灵活调整策略.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73343" y="166276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按月规划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79" y="163560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079" y="316132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79" y="4657245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30866" y="163560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30866" y="316132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45166" y="327562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290036" y="160020"/>
                </a:moveTo>
                <a:cubicBezTo>
                  <a:pt x="290036" y="88213"/>
                  <a:pt x="231827" y="30004"/>
                  <a:pt x="160020" y="30004"/>
                </a:cubicBezTo>
                <a:cubicBezTo>
                  <a:pt x="88213" y="30004"/>
                  <a:pt x="30004" y="88213"/>
                  <a:pt x="30004" y="160020"/>
                </a:cubicBezTo>
                <a:cubicBezTo>
                  <a:pt x="30004" y="231827"/>
                  <a:pt x="88213" y="290036"/>
                  <a:pt x="160020" y="290036"/>
                </a:cubicBezTo>
                <a:cubicBezTo>
                  <a:pt x="231827" y="290036"/>
                  <a:pt x="290036" y="231827"/>
                  <a:pt x="290036" y="160020"/>
                </a:cubicBezTo>
                <a:lnTo>
                  <a:pt x="290036" y="160020"/>
                </a:lnTo>
                <a:moveTo>
                  <a:pt x="0" y="160020"/>
                </a:moveTo>
                <a:cubicBezTo>
                  <a:pt x="0" y="71644"/>
                  <a:pt x="71644" y="0"/>
                  <a:pt x="160020" y="0"/>
                </a:cubicBezTo>
                <a:cubicBezTo>
                  <a:pt x="248396" y="0"/>
                  <a:pt x="320040" y="71644"/>
                  <a:pt x="320040" y="160020"/>
                </a:cubicBezTo>
                <a:cubicBezTo>
                  <a:pt x="320040" y="248396"/>
                  <a:pt x="248396" y="320040"/>
                  <a:pt x="160020" y="320040"/>
                </a:cubicBezTo>
                <a:cubicBezTo>
                  <a:pt x="71644" y="320040"/>
                  <a:pt x="0" y="248396"/>
                  <a:pt x="0" y="160020"/>
                </a:cubicBezTo>
                <a:moveTo>
                  <a:pt x="160020" y="230029"/>
                </a:moveTo>
                <a:cubicBezTo>
                  <a:pt x="198684" y="230029"/>
                  <a:pt x="230029" y="198684"/>
                  <a:pt x="230029" y="160020"/>
                </a:cubicBezTo>
                <a:cubicBezTo>
                  <a:pt x="230029" y="121356"/>
                  <a:pt x="198684" y="90011"/>
                  <a:pt x="160020" y="90011"/>
                </a:cubicBezTo>
                <a:cubicBezTo>
                  <a:pt x="121356" y="90011"/>
                  <a:pt x="90011" y="121356"/>
                  <a:pt x="90011" y="160020"/>
                </a:cubicBezTo>
                <a:cubicBezTo>
                  <a:pt x="90011" y="198684"/>
                  <a:pt x="121356" y="230029"/>
                  <a:pt x="160020" y="230029"/>
                </a:cubicBezTo>
                <a:lnTo>
                  <a:pt x="160020" y="230029"/>
                </a:lnTo>
                <a:moveTo>
                  <a:pt x="160020" y="60008"/>
                </a:moveTo>
                <a:cubicBezTo>
                  <a:pt x="215256" y="60008"/>
                  <a:pt x="260033" y="104784"/>
                  <a:pt x="260033" y="160020"/>
                </a:cubicBezTo>
                <a:cubicBezTo>
                  <a:pt x="260033" y="215256"/>
                  <a:pt x="215256" y="260033"/>
                  <a:pt x="160020" y="260033"/>
                </a:cubicBezTo>
                <a:cubicBezTo>
                  <a:pt x="104784" y="260033"/>
                  <a:pt x="60008" y="215256"/>
                  <a:pt x="60008" y="160020"/>
                </a:cubicBezTo>
                <a:cubicBezTo>
                  <a:pt x="60008" y="104784"/>
                  <a:pt x="104784" y="60008"/>
                  <a:pt x="160020" y="60008"/>
                </a:cubicBezTo>
                <a:lnTo>
                  <a:pt x="160020" y="60008"/>
                </a:lnTo>
                <a:moveTo>
                  <a:pt x="160020" y="170021"/>
                </a:moveTo>
                <a:cubicBezTo>
                  <a:pt x="165544" y="170021"/>
                  <a:pt x="170021" y="165544"/>
                  <a:pt x="170021" y="160020"/>
                </a:cubicBezTo>
                <a:cubicBezTo>
                  <a:pt x="170021" y="154496"/>
                  <a:pt x="165544" y="150019"/>
                  <a:pt x="160020" y="150019"/>
                </a:cubicBezTo>
                <a:cubicBezTo>
                  <a:pt x="154496" y="150019"/>
                  <a:pt x="150019" y="154496"/>
                  <a:pt x="150019" y="160020"/>
                </a:cubicBezTo>
                <a:cubicBezTo>
                  <a:pt x="150019" y="165544"/>
                  <a:pt x="154496" y="170021"/>
                  <a:pt x="160020" y="170021"/>
                </a:cubicBezTo>
                <a:moveTo>
                  <a:pt x="160020" y="120015"/>
                </a:moveTo>
                <a:cubicBezTo>
                  <a:pt x="182116" y="120015"/>
                  <a:pt x="200025" y="137924"/>
                  <a:pt x="200025" y="160020"/>
                </a:cubicBezTo>
                <a:cubicBezTo>
                  <a:pt x="200025" y="182116"/>
                  <a:pt x="182116" y="200025"/>
                  <a:pt x="160020" y="200025"/>
                </a:cubicBezTo>
                <a:cubicBezTo>
                  <a:pt x="137924" y="200025"/>
                  <a:pt x="120015" y="182116"/>
                  <a:pt x="120015" y="160020"/>
                </a:cubicBezTo>
                <a:cubicBezTo>
                  <a:pt x="120015" y="137924"/>
                  <a:pt x="137924" y="120015"/>
                  <a:pt x="160020" y="120015"/>
                </a:cubicBezTo>
                <a:lnTo>
                  <a:pt x="160020" y="12001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65169" y="1749900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30003" y="15003"/>
                </a:moveTo>
                <a:cubicBezTo>
                  <a:pt x="30003" y="6689"/>
                  <a:pt x="23316" y="3"/>
                  <a:pt x="15001" y="3"/>
                </a:cubicBezTo>
                <a:cubicBezTo>
                  <a:pt x="6687" y="3"/>
                  <a:pt x="0" y="6692"/>
                  <a:pt x="0" y="15007"/>
                </a:cubicBezTo>
                <a:lnTo>
                  <a:pt x="0" y="40011"/>
                </a:lnTo>
                <a:lnTo>
                  <a:pt x="0" y="219096"/>
                </a:lnTo>
                <a:lnTo>
                  <a:pt x="0" y="250038"/>
                </a:lnTo>
                <a:lnTo>
                  <a:pt x="0" y="305046"/>
                </a:lnTo>
                <a:cubicBezTo>
                  <a:pt x="0" y="313361"/>
                  <a:pt x="6687" y="320050"/>
                  <a:pt x="15001" y="320050"/>
                </a:cubicBezTo>
                <a:cubicBezTo>
                  <a:pt x="23316" y="320050"/>
                  <a:pt x="30003" y="313361"/>
                  <a:pt x="30003" y="305049"/>
                </a:cubicBezTo>
                <a:lnTo>
                  <a:pt x="30003" y="242542"/>
                </a:lnTo>
                <a:lnTo>
                  <a:pt x="80196" y="229978"/>
                </a:lnTo>
                <a:cubicBezTo>
                  <a:pt x="105887" y="223538"/>
                  <a:pt x="133078" y="226540"/>
                  <a:pt x="156769" y="238353"/>
                </a:cubicBezTo>
                <a:cubicBezTo>
                  <a:pt x="184398" y="252166"/>
                  <a:pt x="216464" y="253856"/>
                  <a:pt x="245342" y="242978"/>
                </a:cubicBezTo>
                <a:lnTo>
                  <a:pt x="267033" y="234852"/>
                </a:lnTo>
                <a:cubicBezTo>
                  <a:pt x="274846" y="231914"/>
                  <a:pt x="280035" y="224476"/>
                  <a:pt x="280035" y="216101"/>
                </a:cubicBezTo>
                <a:lnTo>
                  <a:pt x="280035" y="41266"/>
                </a:lnTo>
                <a:cubicBezTo>
                  <a:pt x="280035" y="26890"/>
                  <a:pt x="264908" y="17513"/>
                  <a:pt x="252032" y="23952"/>
                </a:cubicBezTo>
                <a:lnTo>
                  <a:pt x="246030" y="26951"/>
                </a:lnTo>
                <a:cubicBezTo>
                  <a:pt x="217089" y="41452"/>
                  <a:pt x="183023" y="41452"/>
                  <a:pt x="154081" y="26951"/>
                </a:cubicBezTo>
                <a:cubicBezTo>
                  <a:pt x="132140" y="15948"/>
                  <a:pt x="106951" y="13199"/>
                  <a:pt x="83134" y="19138"/>
                </a:cubicBezTo>
                <a:lnTo>
                  <a:pt x="30003" y="32516"/>
                </a:lnTo>
                <a:lnTo>
                  <a:pt x="30003" y="15003"/>
                </a:lnTo>
                <a:moveTo>
                  <a:pt x="30003" y="63445"/>
                </a:moveTo>
                <a:lnTo>
                  <a:pt x="90384" y="48316"/>
                </a:lnTo>
                <a:cubicBezTo>
                  <a:pt x="107262" y="44127"/>
                  <a:pt x="125075" y="46067"/>
                  <a:pt x="140639" y="53818"/>
                </a:cubicBezTo>
                <a:cubicBezTo>
                  <a:pt x="174955" y="70946"/>
                  <a:pt x="214837" y="72383"/>
                  <a:pt x="250029" y="58068"/>
                </a:cubicBezTo>
                <a:lnTo>
                  <a:pt x="250029" y="209213"/>
                </a:lnTo>
                <a:lnTo>
                  <a:pt x="234779" y="214900"/>
                </a:lnTo>
                <a:cubicBezTo>
                  <a:pt x="213714" y="222777"/>
                  <a:pt x="190273" y="221589"/>
                  <a:pt x="170147" y="211524"/>
                </a:cubicBezTo>
                <a:cubicBezTo>
                  <a:pt x="140017" y="196460"/>
                  <a:pt x="105576" y="192709"/>
                  <a:pt x="72885" y="200835"/>
                </a:cubicBezTo>
                <a:lnTo>
                  <a:pt x="30003" y="211585"/>
                </a:lnTo>
                <a:lnTo>
                  <a:pt x="30003" y="6344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4379" y="4771545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160020" y="30004"/>
                </a:moveTo>
                <a:cubicBezTo>
                  <a:pt x="144956" y="30004"/>
                  <a:pt x="131828" y="38443"/>
                  <a:pt x="125203" y="50944"/>
                </a:cubicBezTo>
                <a:cubicBezTo>
                  <a:pt x="121826" y="57319"/>
                  <a:pt x="114389" y="60382"/>
                  <a:pt x="107514" y="58257"/>
                </a:cubicBezTo>
                <a:cubicBezTo>
                  <a:pt x="94012" y="54132"/>
                  <a:pt x="78698" y="57383"/>
                  <a:pt x="68073" y="68069"/>
                </a:cubicBezTo>
                <a:cubicBezTo>
                  <a:pt x="57447" y="78759"/>
                  <a:pt x="54135" y="94009"/>
                  <a:pt x="58260" y="107511"/>
                </a:cubicBezTo>
                <a:cubicBezTo>
                  <a:pt x="60385" y="114386"/>
                  <a:pt x="57322" y="121826"/>
                  <a:pt x="50947" y="125139"/>
                </a:cubicBezTo>
                <a:cubicBezTo>
                  <a:pt x="38446" y="131828"/>
                  <a:pt x="30007" y="144953"/>
                  <a:pt x="30007" y="160017"/>
                </a:cubicBezTo>
                <a:cubicBezTo>
                  <a:pt x="30007" y="175081"/>
                  <a:pt x="38446" y="188209"/>
                  <a:pt x="50947" y="194834"/>
                </a:cubicBezTo>
                <a:cubicBezTo>
                  <a:pt x="57322" y="198210"/>
                  <a:pt x="60385" y="205648"/>
                  <a:pt x="58260" y="212523"/>
                </a:cubicBezTo>
                <a:cubicBezTo>
                  <a:pt x="54135" y="226025"/>
                  <a:pt x="57386" y="241339"/>
                  <a:pt x="68073" y="251964"/>
                </a:cubicBezTo>
                <a:cubicBezTo>
                  <a:pt x="78762" y="262590"/>
                  <a:pt x="94012" y="265902"/>
                  <a:pt x="107514" y="261777"/>
                </a:cubicBezTo>
                <a:cubicBezTo>
                  <a:pt x="114389" y="259652"/>
                  <a:pt x="121830" y="262714"/>
                  <a:pt x="125142" y="269090"/>
                </a:cubicBezTo>
                <a:cubicBezTo>
                  <a:pt x="131767" y="281590"/>
                  <a:pt x="144895" y="290030"/>
                  <a:pt x="159959" y="290030"/>
                </a:cubicBezTo>
                <a:cubicBezTo>
                  <a:pt x="175023" y="290030"/>
                  <a:pt x="188152" y="281590"/>
                  <a:pt x="194776" y="269090"/>
                </a:cubicBezTo>
                <a:cubicBezTo>
                  <a:pt x="198153" y="262714"/>
                  <a:pt x="205526" y="259652"/>
                  <a:pt x="212404" y="261777"/>
                </a:cubicBezTo>
                <a:cubicBezTo>
                  <a:pt x="225907" y="265902"/>
                  <a:pt x="241221" y="262650"/>
                  <a:pt x="251846" y="251964"/>
                </a:cubicBezTo>
                <a:cubicBezTo>
                  <a:pt x="262471" y="241275"/>
                  <a:pt x="265784" y="226025"/>
                  <a:pt x="261658" y="212523"/>
                </a:cubicBezTo>
                <a:cubicBezTo>
                  <a:pt x="259533" y="205648"/>
                  <a:pt x="262596" y="198207"/>
                  <a:pt x="268971" y="194895"/>
                </a:cubicBezTo>
                <a:cubicBezTo>
                  <a:pt x="281472" y="188270"/>
                  <a:pt x="289911" y="175142"/>
                  <a:pt x="289911" y="160078"/>
                </a:cubicBezTo>
                <a:cubicBezTo>
                  <a:pt x="289911" y="145013"/>
                  <a:pt x="281472" y="131885"/>
                  <a:pt x="268971" y="125261"/>
                </a:cubicBezTo>
                <a:cubicBezTo>
                  <a:pt x="262596" y="121884"/>
                  <a:pt x="259533" y="114510"/>
                  <a:pt x="261658" y="107633"/>
                </a:cubicBezTo>
                <a:cubicBezTo>
                  <a:pt x="265784" y="94130"/>
                  <a:pt x="262532" y="78816"/>
                  <a:pt x="251846" y="68191"/>
                </a:cubicBezTo>
                <a:cubicBezTo>
                  <a:pt x="241157" y="57566"/>
                  <a:pt x="226031" y="54125"/>
                  <a:pt x="212529" y="58254"/>
                </a:cubicBezTo>
                <a:cubicBezTo>
                  <a:pt x="205654" y="60379"/>
                  <a:pt x="198214" y="57316"/>
                  <a:pt x="194840" y="50941"/>
                </a:cubicBezTo>
                <a:cubicBezTo>
                  <a:pt x="188216" y="38440"/>
                  <a:pt x="175088" y="30001"/>
                  <a:pt x="160023" y="30001"/>
                </a:cubicBezTo>
                <a:lnTo>
                  <a:pt x="160020" y="30004"/>
                </a:lnTo>
                <a:moveTo>
                  <a:pt x="104951" y="27130"/>
                </a:moveTo>
                <a:cubicBezTo>
                  <a:pt x="117640" y="10628"/>
                  <a:pt x="137579" y="0"/>
                  <a:pt x="160020" y="0"/>
                </a:cubicBezTo>
                <a:cubicBezTo>
                  <a:pt x="182461" y="0"/>
                  <a:pt x="202400" y="10625"/>
                  <a:pt x="215089" y="27130"/>
                </a:cubicBezTo>
                <a:cubicBezTo>
                  <a:pt x="235716" y="24441"/>
                  <a:pt x="257344" y="31005"/>
                  <a:pt x="273221" y="46883"/>
                </a:cubicBezTo>
                <a:cubicBezTo>
                  <a:pt x="289099" y="62760"/>
                  <a:pt x="295662" y="84388"/>
                  <a:pt x="292974" y="105015"/>
                </a:cubicBezTo>
                <a:cubicBezTo>
                  <a:pt x="309415" y="117640"/>
                  <a:pt x="320040" y="137582"/>
                  <a:pt x="320040" y="160023"/>
                </a:cubicBezTo>
                <a:cubicBezTo>
                  <a:pt x="320040" y="182464"/>
                  <a:pt x="309415" y="202403"/>
                  <a:pt x="292910" y="215092"/>
                </a:cubicBezTo>
                <a:cubicBezTo>
                  <a:pt x="295598" y="235719"/>
                  <a:pt x="289034" y="257347"/>
                  <a:pt x="273157" y="273224"/>
                </a:cubicBezTo>
                <a:cubicBezTo>
                  <a:pt x="257280" y="289102"/>
                  <a:pt x="235652" y="295666"/>
                  <a:pt x="215025" y="292977"/>
                </a:cubicBezTo>
                <a:cubicBezTo>
                  <a:pt x="202400" y="309418"/>
                  <a:pt x="182458" y="320043"/>
                  <a:pt x="160020" y="320043"/>
                </a:cubicBezTo>
                <a:cubicBezTo>
                  <a:pt x="137579" y="320043"/>
                  <a:pt x="117640" y="309418"/>
                  <a:pt x="104951" y="292913"/>
                </a:cubicBezTo>
                <a:cubicBezTo>
                  <a:pt x="84324" y="295602"/>
                  <a:pt x="62696" y="289038"/>
                  <a:pt x="46819" y="273160"/>
                </a:cubicBezTo>
                <a:cubicBezTo>
                  <a:pt x="30941" y="257283"/>
                  <a:pt x="24378" y="235655"/>
                  <a:pt x="27066" y="215028"/>
                </a:cubicBezTo>
                <a:cubicBezTo>
                  <a:pt x="10625" y="202403"/>
                  <a:pt x="0" y="182461"/>
                  <a:pt x="0" y="160023"/>
                </a:cubicBezTo>
                <a:cubicBezTo>
                  <a:pt x="0" y="137582"/>
                  <a:pt x="10625" y="117643"/>
                  <a:pt x="27130" y="104954"/>
                </a:cubicBezTo>
                <a:cubicBezTo>
                  <a:pt x="24442" y="84327"/>
                  <a:pt x="31006" y="62699"/>
                  <a:pt x="46883" y="46822"/>
                </a:cubicBezTo>
                <a:cubicBezTo>
                  <a:pt x="62760" y="30945"/>
                  <a:pt x="84388" y="24381"/>
                  <a:pt x="105015" y="27069"/>
                </a:cubicBezTo>
                <a:lnTo>
                  <a:pt x="104951" y="2713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4379" y="3293400"/>
            <a:ext cx="320040" cy="284480"/>
          </a:xfrm>
          <a:custGeom>
            <a:avLst/>
            <a:gdLst/>
            <a:ahLst/>
            <a:cxnLst/>
            <a:rect l="l" t="t" r="r" b="b"/>
            <a:pathLst>
              <a:path w="320040" h="284480">
                <a:moveTo>
                  <a:pt x="142239" y="0"/>
                </a:moveTo>
                <a:cubicBezTo>
                  <a:pt x="132404" y="0"/>
                  <a:pt x="124457" y="7946"/>
                  <a:pt x="124457" y="17780"/>
                </a:cubicBezTo>
                <a:lnTo>
                  <a:pt x="124457" y="53340"/>
                </a:lnTo>
                <a:cubicBezTo>
                  <a:pt x="124457" y="63174"/>
                  <a:pt x="132404" y="71120"/>
                  <a:pt x="142239" y="71120"/>
                </a:cubicBezTo>
                <a:lnTo>
                  <a:pt x="177798" y="71120"/>
                </a:lnTo>
                <a:cubicBezTo>
                  <a:pt x="187633" y="71120"/>
                  <a:pt x="195580" y="63174"/>
                  <a:pt x="195580" y="53340"/>
                </a:cubicBezTo>
                <a:lnTo>
                  <a:pt x="195580" y="17780"/>
                </a:lnTo>
                <a:cubicBezTo>
                  <a:pt x="195580" y="7946"/>
                  <a:pt x="187633" y="0"/>
                  <a:pt x="177798" y="0"/>
                </a:cubicBezTo>
                <a:lnTo>
                  <a:pt x="142239" y="0"/>
                </a:lnTo>
                <a:moveTo>
                  <a:pt x="106679" y="35560"/>
                </a:moveTo>
                <a:lnTo>
                  <a:pt x="35560" y="35560"/>
                </a:lnTo>
                <a:cubicBezTo>
                  <a:pt x="15948" y="35560"/>
                  <a:pt x="0" y="51505"/>
                  <a:pt x="0" y="71120"/>
                </a:cubicBezTo>
                <a:lnTo>
                  <a:pt x="0" y="248920"/>
                </a:lnTo>
                <a:cubicBezTo>
                  <a:pt x="0" y="268535"/>
                  <a:pt x="15948" y="284480"/>
                  <a:pt x="35560" y="284480"/>
                </a:cubicBezTo>
                <a:lnTo>
                  <a:pt x="284480" y="284480"/>
                </a:lnTo>
                <a:cubicBezTo>
                  <a:pt x="304092" y="284480"/>
                  <a:pt x="320040" y="268535"/>
                  <a:pt x="320040" y="248920"/>
                </a:cubicBezTo>
                <a:lnTo>
                  <a:pt x="320040" y="71120"/>
                </a:lnTo>
                <a:cubicBezTo>
                  <a:pt x="320040" y="51505"/>
                  <a:pt x="304092" y="35560"/>
                  <a:pt x="284480" y="35560"/>
                </a:cubicBezTo>
                <a:lnTo>
                  <a:pt x="213361" y="35560"/>
                </a:lnTo>
                <a:lnTo>
                  <a:pt x="213361" y="62230"/>
                </a:lnTo>
                <a:lnTo>
                  <a:pt x="284480" y="62230"/>
                </a:lnTo>
                <a:cubicBezTo>
                  <a:pt x="289371" y="62230"/>
                  <a:pt x="293371" y="66230"/>
                  <a:pt x="293371" y="71120"/>
                </a:cubicBezTo>
                <a:lnTo>
                  <a:pt x="293371" y="248920"/>
                </a:lnTo>
                <a:cubicBezTo>
                  <a:pt x="293371" y="253810"/>
                  <a:pt x="289371" y="257810"/>
                  <a:pt x="284480" y="257810"/>
                </a:cubicBezTo>
                <a:lnTo>
                  <a:pt x="35560" y="257810"/>
                </a:lnTo>
                <a:cubicBezTo>
                  <a:pt x="30669" y="257810"/>
                  <a:pt x="26669" y="253810"/>
                  <a:pt x="26669" y="248920"/>
                </a:cubicBezTo>
                <a:lnTo>
                  <a:pt x="26669" y="71120"/>
                </a:lnTo>
                <a:cubicBezTo>
                  <a:pt x="26669" y="66230"/>
                  <a:pt x="30669" y="62230"/>
                  <a:pt x="35560" y="62230"/>
                </a:cubicBezTo>
                <a:lnTo>
                  <a:pt x="106679" y="62230"/>
                </a:lnTo>
                <a:lnTo>
                  <a:pt x="106679" y="35560"/>
                </a:lnTo>
                <a:moveTo>
                  <a:pt x="160020" y="168910"/>
                </a:moveTo>
                <a:cubicBezTo>
                  <a:pt x="179658" y="168910"/>
                  <a:pt x="195580" y="152990"/>
                  <a:pt x="195580" y="133350"/>
                </a:cubicBezTo>
                <a:cubicBezTo>
                  <a:pt x="195580" y="113710"/>
                  <a:pt x="179658" y="97790"/>
                  <a:pt x="160020" y="97790"/>
                </a:cubicBezTo>
                <a:cubicBezTo>
                  <a:pt x="140382" y="97790"/>
                  <a:pt x="124460" y="113710"/>
                  <a:pt x="124460" y="133350"/>
                </a:cubicBezTo>
                <a:cubicBezTo>
                  <a:pt x="124460" y="152990"/>
                  <a:pt x="140382" y="168910"/>
                  <a:pt x="160020" y="168910"/>
                </a:cubicBezTo>
                <a:moveTo>
                  <a:pt x="142239" y="186690"/>
                </a:moveTo>
                <a:cubicBezTo>
                  <a:pt x="117679" y="186690"/>
                  <a:pt x="97788" y="206581"/>
                  <a:pt x="97788" y="231140"/>
                </a:cubicBezTo>
                <a:cubicBezTo>
                  <a:pt x="97788" y="236030"/>
                  <a:pt x="101789" y="240030"/>
                  <a:pt x="106679" y="240030"/>
                </a:cubicBezTo>
                <a:lnTo>
                  <a:pt x="213358" y="240030"/>
                </a:lnTo>
                <a:cubicBezTo>
                  <a:pt x="218248" y="240030"/>
                  <a:pt x="222249" y="236030"/>
                  <a:pt x="222249" y="231140"/>
                </a:cubicBezTo>
                <a:cubicBezTo>
                  <a:pt x="222249" y="206581"/>
                  <a:pt x="202358" y="186690"/>
                  <a:pt x="177798" y="186690"/>
                </a:cubicBezTo>
                <a:lnTo>
                  <a:pt x="142239" y="18669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74381" y="1749900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95013" y="15003"/>
                </a:moveTo>
                <a:cubicBezTo>
                  <a:pt x="95013" y="6689"/>
                  <a:pt x="88326" y="3"/>
                  <a:pt x="80012" y="3"/>
                </a:cubicBezTo>
                <a:cubicBezTo>
                  <a:pt x="71697" y="3"/>
                  <a:pt x="65010" y="6692"/>
                  <a:pt x="65010" y="15007"/>
                </a:cubicBezTo>
                <a:lnTo>
                  <a:pt x="65010" y="40011"/>
                </a:lnTo>
                <a:lnTo>
                  <a:pt x="40006" y="40011"/>
                </a:lnTo>
                <a:cubicBezTo>
                  <a:pt x="17942" y="40011"/>
                  <a:pt x="0" y="57950"/>
                  <a:pt x="0" y="80016"/>
                </a:cubicBezTo>
                <a:lnTo>
                  <a:pt x="0" y="90018"/>
                </a:lnTo>
                <a:lnTo>
                  <a:pt x="0" y="120021"/>
                </a:lnTo>
                <a:lnTo>
                  <a:pt x="0" y="280041"/>
                </a:lnTo>
                <a:cubicBezTo>
                  <a:pt x="0" y="302108"/>
                  <a:pt x="17939" y="320046"/>
                  <a:pt x="40006" y="320046"/>
                </a:cubicBezTo>
                <a:lnTo>
                  <a:pt x="240032" y="320046"/>
                </a:lnTo>
                <a:cubicBezTo>
                  <a:pt x="262096" y="320046"/>
                  <a:pt x="280038" y="302108"/>
                  <a:pt x="280038" y="280041"/>
                </a:cubicBezTo>
                <a:lnTo>
                  <a:pt x="280038" y="120021"/>
                </a:lnTo>
                <a:lnTo>
                  <a:pt x="280038" y="90018"/>
                </a:lnTo>
                <a:lnTo>
                  <a:pt x="280038" y="80016"/>
                </a:lnTo>
                <a:cubicBezTo>
                  <a:pt x="280038" y="57950"/>
                  <a:pt x="262099" y="40011"/>
                  <a:pt x="240032" y="40011"/>
                </a:cubicBezTo>
                <a:lnTo>
                  <a:pt x="215028" y="40011"/>
                </a:lnTo>
                <a:lnTo>
                  <a:pt x="215028" y="15010"/>
                </a:lnTo>
                <a:cubicBezTo>
                  <a:pt x="215028" y="6695"/>
                  <a:pt x="208340" y="10"/>
                  <a:pt x="200026" y="10"/>
                </a:cubicBezTo>
                <a:cubicBezTo>
                  <a:pt x="191712" y="10"/>
                  <a:pt x="185025" y="6699"/>
                  <a:pt x="185025" y="15013"/>
                </a:cubicBezTo>
                <a:lnTo>
                  <a:pt x="185025" y="40018"/>
                </a:lnTo>
                <a:lnTo>
                  <a:pt x="95013" y="40018"/>
                </a:lnTo>
                <a:lnTo>
                  <a:pt x="95013" y="15003"/>
                </a:lnTo>
                <a:moveTo>
                  <a:pt x="30003" y="120015"/>
                </a:moveTo>
                <a:lnTo>
                  <a:pt x="250029" y="120015"/>
                </a:lnTo>
                <a:lnTo>
                  <a:pt x="250029" y="280035"/>
                </a:lnTo>
                <a:cubicBezTo>
                  <a:pt x="250029" y="285536"/>
                  <a:pt x="245529" y="290036"/>
                  <a:pt x="240029" y="290036"/>
                </a:cubicBezTo>
                <a:lnTo>
                  <a:pt x="40003" y="290036"/>
                </a:lnTo>
                <a:cubicBezTo>
                  <a:pt x="34503" y="290036"/>
                  <a:pt x="30003" y="285536"/>
                  <a:pt x="30003" y="280035"/>
                </a:cubicBezTo>
                <a:lnTo>
                  <a:pt x="30003" y="12001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5" y="1605869"/>
            <a:ext cx="10918305" cy="534939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996" y="2143743"/>
            <a:ext cx="9525" cy="3657600"/>
          </a:xfrm>
          <a:custGeom>
            <a:avLst/>
            <a:gdLst/>
            <a:ahLst/>
            <a:cxnLst/>
            <a:rect l="l" t="t" r="r" b="b"/>
            <a:pathLst>
              <a:path w="9525" h="3657600">
                <a:moveTo>
                  <a:pt x="0" y="0"/>
                </a:moveTo>
                <a:lnTo>
                  <a:pt x="9525" y="3657600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2143743"/>
            <a:ext cx="10911840" cy="9525"/>
          </a:xfrm>
          <a:custGeom>
            <a:avLst/>
            <a:gdLst/>
            <a:ahLst/>
            <a:cxnLst/>
            <a:rect l="l" t="t" r="r" b="b"/>
            <a:pathLst>
              <a:path w="10911840" h="9525">
                <a:moveTo>
                  <a:pt x="0" y="0"/>
                </a:moveTo>
                <a:lnTo>
                  <a:pt x="10911840" y="9525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候选人来源与初筛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78876" y="2315048"/>
            <a:ext cx="4815843" cy="335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在人才池中主动搜索.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通过招聘网站猎寻.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社交媒体和行业社群挖掘。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59" y="2326623"/>
            <a:ext cx="4815840" cy="333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候选人主动投递简历.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候选人通过招聘平台联系.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内推和转介绍。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81747" y="1743030"/>
            <a:ext cx="3884430" cy="25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HR主动寻源渠道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2285" y="1743030"/>
            <a:ext cx="3871508" cy="25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主动沟通渠道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76014" y="1424763"/>
            <a:ext cx="839972" cy="839972"/>
          </a:xfrm>
          <a:custGeom>
            <a:avLst/>
            <a:gdLst/>
            <a:ahLst/>
            <a:cxnLst/>
            <a:rect l="l" t="t" r="r" b="b"/>
            <a:pathLst>
              <a:path w="839972" h="839972">
                <a:moveTo>
                  <a:pt x="0" y="419986"/>
                </a:moveTo>
                <a:cubicBezTo>
                  <a:pt x="0" y="188036"/>
                  <a:pt x="188036" y="0"/>
                  <a:pt x="419986" y="0"/>
                </a:cubicBezTo>
                <a:cubicBezTo>
                  <a:pt x="651936" y="0"/>
                  <a:pt x="839972" y="188036"/>
                  <a:pt x="839972" y="419986"/>
                </a:cubicBezTo>
                <a:cubicBezTo>
                  <a:pt x="839972" y="651936"/>
                  <a:pt x="651936" y="839972"/>
                  <a:pt x="419986" y="839972"/>
                </a:cubicBezTo>
                <a:cubicBezTo>
                  <a:pt x="188036" y="839972"/>
                  <a:pt x="0" y="651936"/>
                  <a:pt x="0" y="419986"/>
                </a:cubicBezTo>
              </a:path>
            </a:pathLst>
          </a:custGeom>
          <a:solidFill>
            <a:srgbClr val="FFFFFF"/>
          </a:solidFill>
          <a:ln w="28575">
            <a:solidFill>
              <a:srgbClr val="F2F2F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66014" y="1471563"/>
            <a:ext cx="659972" cy="74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VS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346960" y="3786583"/>
            <a:ext cx="7498080" cy="9525"/>
          </a:xfrm>
          <a:custGeom>
            <a:avLst/>
            <a:gdLst/>
            <a:ahLst/>
            <a:cxnLst/>
            <a:rect l="l" t="t" r="r" b="b"/>
            <a:pathLst>
              <a:path w="7498080" h="9525">
                <a:moveTo>
                  <a:pt x="0" y="0"/>
                </a:moveTo>
                <a:lnTo>
                  <a:pt x="7498080" y="9525"/>
                </a:lnTo>
              </a:path>
            </a:pathLst>
          </a:custGeom>
          <a:noFill/>
          <a:ln w="28575">
            <a:solidFill>
              <a:srgbClr val="D0E2FC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0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26921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65079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61461" y="4058706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30539" y="4058706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06881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75960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845039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41421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10499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3305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87845" y="4179077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22384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56923" y="4179077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091463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完整招聘流程设计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27919" y="3703909"/>
            <a:ext cx="274320" cy="165347"/>
          </a:xfrm>
          <a:custGeom>
            <a:avLst/>
            <a:gdLst/>
            <a:ahLst/>
            <a:cxnLst/>
            <a:rect l="l" t="t" r="r" b="b"/>
            <a:pathLst>
              <a:path w="274320" h="165347">
                <a:moveTo>
                  <a:pt x="116671" y="258"/>
                </a:moveTo>
                <a:lnTo>
                  <a:pt x="94769" y="22161"/>
                </a:lnTo>
                <a:cubicBezTo>
                  <a:pt x="88210" y="23962"/>
                  <a:pt x="82126" y="27262"/>
                  <a:pt x="76982" y="31806"/>
                </a:cubicBezTo>
                <a:lnTo>
                  <a:pt x="65582" y="41965"/>
                </a:lnTo>
                <a:cubicBezTo>
                  <a:pt x="61209" y="45866"/>
                  <a:pt x="55509" y="48008"/>
                  <a:pt x="49636" y="48008"/>
                </a:cubicBezTo>
                <a:lnTo>
                  <a:pt x="41148" y="48008"/>
                </a:lnTo>
                <a:lnTo>
                  <a:pt x="41148" y="102872"/>
                </a:lnTo>
                <a:cubicBezTo>
                  <a:pt x="49891" y="103130"/>
                  <a:pt x="58208" y="106687"/>
                  <a:pt x="64421" y="112902"/>
                </a:cubicBezTo>
                <a:lnTo>
                  <a:pt x="79679" y="128160"/>
                </a:lnTo>
                <a:lnTo>
                  <a:pt x="82680" y="131161"/>
                </a:lnTo>
                <a:lnTo>
                  <a:pt x="82680" y="131161"/>
                </a:lnTo>
                <a:lnTo>
                  <a:pt x="94254" y="142734"/>
                </a:lnTo>
                <a:cubicBezTo>
                  <a:pt x="96912" y="145391"/>
                  <a:pt x="101284" y="145391"/>
                  <a:pt x="103940" y="142734"/>
                </a:cubicBezTo>
                <a:cubicBezTo>
                  <a:pt x="104670" y="142005"/>
                  <a:pt x="105226" y="141148"/>
                  <a:pt x="105525" y="140247"/>
                </a:cubicBezTo>
                <a:cubicBezTo>
                  <a:pt x="106727" y="136947"/>
                  <a:pt x="109511" y="134460"/>
                  <a:pt x="112940" y="133690"/>
                </a:cubicBezTo>
                <a:cubicBezTo>
                  <a:pt x="116369" y="132917"/>
                  <a:pt x="119968" y="133948"/>
                  <a:pt x="122456" y="136476"/>
                </a:cubicBezTo>
                <a:lnTo>
                  <a:pt x="127087" y="141019"/>
                </a:lnTo>
                <a:cubicBezTo>
                  <a:pt x="132060" y="145991"/>
                  <a:pt x="140117" y="145991"/>
                  <a:pt x="145047" y="141019"/>
                </a:cubicBezTo>
                <a:cubicBezTo>
                  <a:pt x="147362" y="138705"/>
                  <a:pt x="148605" y="135748"/>
                  <a:pt x="148734" y="132704"/>
                </a:cubicBezTo>
                <a:cubicBezTo>
                  <a:pt x="148904" y="128933"/>
                  <a:pt x="151134" y="125589"/>
                  <a:pt x="154563" y="123961"/>
                </a:cubicBezTo>
                <a:cubicBezTo>
                  <a:pt x="157992" y="122332"/>
                  <a:pt x="161978" y="122674"/>
                  <a:pt x="165020" y="124860"/>
                </a:cubicBezTo>
                <a:cubicBezTo>
                  <a:pt x="169050" y="127732"/>
                  <a:pt x="174665" y="127347"/>
                  <a:pt x="178264" y="123746"/>
                </a:cubicBezTo>
                <a:cubicBezTo>
                  <a:pt x="182294" y="119716"/>
                  <a:pt x="182294" y="113201"/>
                  <a:pt x="178264" y="109215"/>
                </a:cubicBezTo>
                <a:lnTo>
                  <a:pt x="145774" y="76726"/>
                </a:lnTo>
                <a:lnTo>
                  <a:pt x="130428" y="90871"/>
                </a:lnTo>
                <a:cubicBezTo>
                  <a:pt x="118726" y="101673"/>
                  <a:pt x="100769" y="101844"/>
                  <a:pt x="88852" y="91257"/>
                </a:cubicBezTo>
                <a:cubicBezTo>
                  <a:pt x="75265" y="79170"/>
                  <a:pt x="74963" y="58081"/>
                  <a:pt x="88166" y="45608"/>
                </a:cubicBezTo>
                <a:lnTo>
                  <a:pt x="118213" y="17232"/>
                </a:lnTo>
                <a:cubicBezTo>
                  <a:pt x="129956" y="6174"/>
                  <a:pt x="145472" y="2"/>
                  <a:pt x="161632" y="2"/>
                </a:cubicBezTo>
                <a:cubicBezTo>
                  <a:pt x="177106" y="2"/>
                  <a:pt x="192065" y="5703"/>
                  <a:pt x="203595" y="15946"/>
                </a:cubicBezTo>
                <a:lnTo>
                  <a:pt x="216496" y="27433"/>
                </a:lnTo>
                <a:lnTo>
                  <a:pt x="233169" y="27433"/>
                </a:lnTo>
                <a:lnTo>
                  <a:pt x="250314" y="27433"/>
                </a:lnTo>
                <a:lnTo>
                  <a:pt x="267459" y="27433"/>
                </a:lnTo>
                <a:cubicBezTo>
                  <a:pt x="271231" y="27433"/>
                  <a:pt x="274317" y="30518"/>
                  <a:pt x="274317" y="34291"/>
                </a:cubicBezTo>
                <a:lnTo>
                  <a:pt x="274317" y="123445"/>
                </a:lnTo>
                <a:cubicBezTo>
                  <a:pt x="274317" y="131031"/>
                  <a:pt x="268189" y="137160"/>
                  <a:pt x="260601" y="137160"/>
                </a:cubicBezTo>
                <a:lnTo>
                  <a:pt x="246885" y="137160"/>
                </a:lnTo>
                <a:cubicBezTo>
                  <a:pt x="241827" y="137160"/>
                  <a:pt x="237369" y="134417"/>
                  <a:pt x="235013" y="130302"/>
                </a:cubicBezTo>
                <a:lnTo>
                  <a:pt x="198621" y="130302"/>
                </a:lnTo>
                <a:cubicBezTo>
                  <a:pt x="197165" y="133174"/>
                  <a:pt x="195236" y="135917"/>
                  <a:pt x="192836" y="138318"/>
                </a:cubicBezTo>
                <a:cubicBezTo>
                  <a:pt x="185506" y="145648"/>
                  <a:pt x="175348" y="148520"/>
                  <a:pt x="165832" y="146932"/>
                </a:cubicBezTo>
                <a:cubicBezTo>
                  <a:pt x="164290" y="150061"/>
                  <a:pt x="162189" y="152976"/>
                  <a:pt x="159575" y="155590"/>
                </a:cubicBezTo>
                <a:cubicBezTo>
                  <a:pt x="147872" y="167292"/>
                  <a:pt x="129572" y="168449"/>
                  <a:pt x="116542" y="159062"/>
                </a:cubicBezTo>
                <a:cubicBezTo>
                  <a:pt x="105783" y="167978"/>
                  <a:pt x="89752" y="167420"/>
                  <a:pt x="79682" y="157305"/>
                </a:cubicBezTo>
                <a:lnTo>
                  <a:pt x="68152" y="145732"/>
                </a:lnTo>
                <a:lnTo>
                  <a:pt x="65151" y="142731"/>
                </a:lnTo>
                <a:lnTo>
                  <a:pt x="49891" y="127473"/>
                </a:lnTo>
                <a:cubicBezTo>
                  <a:pt x="47534" y="125115"/>
                  <a:pt x="44448" y="123744"/>
                  <a:pt x="41148" y="123486"/>
                </a:cubicBezTo>
                <a:cubicBezTo>
                  <a:pt x="41148" y="131029"/>
                  <a:pt x="34976" y="137159"/>
                  <a:pt x="27432" y="137159"/>
                </a:cubicBezTo>
                <a:lnTo>
                  <a:pt x="13716" y="137159"/>
                </a:lnTo>
                <a:cubicBezTo>
                  <a:pt x="6128" y="137159"/>
                  <a:pt x="0" y="131029"/>
                  <a:pt x="0" y="123443"/>
                </a:cubicBezTo>
                <a:lnTo>
                  <a:pt x="0" y="34290"/>
                </a:lnTo>
                <a:cubicBezTo>
                  <a:pt x="0" y="30518"/>
                  <a:pt x="3086" y="27431"/>
                  <a:pt x="6858" y="27431"/>
                </a:cubicBezTo>
                <a:lnTo>
                  <a:pt x="24003" y="27431"/>
                </a:lnTo>
                <a:lnTo>
                  <a:pt x="41148" y="27431"/>
                </a:lnTo>
                <a:lnTo>
                  <a:pt x="49635" y="27431"/>
                </a:lnTo>
                <a:cubicBezTo>
                  <a:pt x="50494" y="27431"/>
                  <a:pt x="51306" y="27132"/>
                  <a:pt x="51907" y="26575"/>
                </a:cubicBezTo>
                <a:lnTo>
                  <a:pt x="63266" y="16459"/>
                </a:lnTo>
                <a:cubicBezTo>
                  <a:pt x="75224" y="5871"/>
                  <a:pt x="90613" y="0"/>
                  <a:pt x="106601" y="0"/>
                </a:cubicBezTo>
                <a:lnTo>
                  <a:pt x="111014" y="0"/>
                </a:lnTo>
                <a:cubicBezTo>
                  <a:pt x="112899" y="0"/>
                  <a:pt x="114830" y="86"/>
                  <a:pt x="116671" y="258"/>
                </a:cubicBezTo>
                <a:lnTo>
                  <a:pt x="116671" y="258"/>
                </a:lnTo>
                <a:moveTo>
                  <a:pt x="233172" y="109728"/>
                </a:moveTo>
                <a:lnTo>
                  <a:pt x="233172" y="48005"/>
                </a:lnTo>
                <a:lnTo>
                  <a:pt x="212598" y="48005"/>
                </a:lnTo>
                <a:cubicBezTo>
                  <a:pt x="210069" y="48005"/>
                  <a:pt x="207625" y="47063"/>
                  <a:pt x="205784" y="45391"/>
                </a:cubicBezTo>
                <a:lnTo>
                  <a:pt x="189967" y="31332"/>
                </a:lnTo>
                <a:cubicBezTo>
                  <a:pt x="182165" y="24389"/>
                  <a:pt x="172092" y="20572"/>
                  <a:pt x="161635" y="20572"/>
                </a:cubicBezTo>
                <a:cubicBezTo>
                  <a:pt x="150747" y="20572"/>
                  <a:pt x="140290" y="24731"/>
                  <a:pt x="132359" y="32188"/>
                </a:cubicBezTo>
                <a:lnTo>
                  <a:pt x="102313" y="60563"/>
                </a:lnTo>
                <a:cubicBezTo>
                  <a:pt x="97899" y="64763"/>
                  <a:pt x="97984" y="71837"/>
                  <a:pt x="102527" y="75865"/>
                </a:cubicBezTo>
                <a:cubicBezTo>
                  <a:pt x="106513" y="79423"/>
                  <a:pt x="112556" y="79337"/>
                  <a:pt x="116457" y="75736"/>
                </a:cubicBezTo>
                <a:lnTo>
                  <a:pt x="147274" y="47274"/>
                </a:lnTo>
                <a:cubicBezTo>
                  <a:pt x="151433" y="43417"/>
                  <a:pt x="157948" y="43673"/>
                  <a:pt x="161805" y="47875"/>
                </a:cubicBezTo>
                <a:cubicBezTo>
                  <a:pt x="165662" y="52074"/>
                  <a:pt x="165407" y="58548"/>
                  <a:pt x="161204" y="62405"/>
                </a:cubicBezTo>
                <a:lnTo>
                  <a:pt x="160861" y="62747"/>
                </a:lnTo>
                <a:lnTo>
                  <a:pt x="192751" y="94638"/>
                </a:lnTo>
                <a:cubicBezTo>
                  <a:pt x="197039" y="98924"/>
                  <a:pt x="199823" y="104197"/>
                  <a:pt x="201066" y="109683"/>
                </a:cubicBezTo>
                <a:lnTo>
                  <a:pt x="233125" y="109683"/>
                </a:lnTo>
                <a:lnTo>
                  <a:pt x="233172" y="109728"/>
                </a:lnTo>
                <a:moveTo>
                  <a:pt x="27432" y="116586"/>
                </a:moveTo>
                <a:cubicBezTo>
                  <a:pt x="27432" y="112798"/>
                  <a:pt x="24362" y="109728"/>
                  <a:pt x="20574" y="109728"/>
                </a:cubicBezTo>
                <a:cubicBezTo>
                  <a:pt x="16786" y="109728"/>
                  <a:pt x="13716" y="112798"/>
                  <a:pt x="13716" y="116586"/>
                </a:cubicBezTo>
                <a:cubicBezTo>
                  <a:pt x="13716" y="120374"/>
                  <a:pt x="16786" y="123445"/>
                  <a:pt x="20574" y="123445"/>
                </a:cubicBezTo>
                <a:cubicBezTo>
                  <a:pt x="24362" y="123445"/>
                  <a:pt x="27432" y="120374"/>
                  <a:pt x="27432" y="116586"/>
                </a:cubicBezTo>
                <a:moveTo>
                  <a:pt x="253746" y="123445"/>
                </a:moveTo>
                <a:cubicBezTo>
                  <a:pt x="257534" y="123445"/>
                  <a:pt x="260604" y="120374"/>
                  <a:pt x="260604" y="116586"/>
                </a:cubicBezTo>
                <a:cubicBezTo>
                  <a:pt x="260604" y="112798"/>
                  <a:pt x="257534" y="109728"/>
                  <a:pt x="253746" y="109728"/>
                </a:cubicBezTo>
                <a:cubicBezTo>
                  <a:pt x="249958" y="109728"/>
                  <a:pt x="246888" y="112798"/>
                  <a:pt x="246888" y="116586"/>
                </a:cubicBezTo>
                <a:cubicBezTo>
                  <a:pt x="246888" y="120374"/>
                  <a:pt x="249958" y="123445"/>
                  <a:pt x="253746" y="123445"/>
                </a:cubicBez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010524" y="3649423"/>
            <a:ext cx="240030" cy="274320"/>
          </a:xfrm>
          <a:custGeom>
            <a:avLst/>
            <a:gdLst/>
            <a:ahLst/>
            <a:cxnLst/>
            <a:rect l="l" t="t" r="r" b="b"/>
            <a:pathLst>
              <a:path w="240030" h="274320">
                <a:moveTo>
                  <a:pt x="81440" y="12860"/>
                </a:moveTo>
                <a:cubicBezTo>
                  <a:pt x="81440" y="5733"/>
                  <a:pt x="75708" y="3"/>
                  <a:pt x="68581" y="3"/>
                </a:cubicBezTo>
                <a:cubicBezTo>
                  <a:pt x="61455" y="3"/>
                  <a:pt x="55723" y="5736"/>
                  <a:pt x="55723" y="12863"/>
                </a:cubicBezTo>
                <a:lnTo>
                  <a:pt x="55723" y="34295"/>
                </a:lnTo>
                <a:lnTo>
                  <a:pt x="34291" y="34295"/>
                </a:lnTo>
                <a:cubicBezTo>
                  <a:pt x="15379" y="34295"/>
                  <a:pt x="0" y="49671"/>
                  <a:pt x="0" y="68585"/>
                </a:cubicBezTo>
                <a:lnTo>
                  <a:pt x="0" y="77158"/>
                </a:lnTo>
                <a:lnTo>
                  <a:pt x="0" y="102875"/>
                </a:lnTo>
                <a:lnTo>
                  <a:pt x="0" y="240035"/>
                </a:lnTo>
                <a:cubicBezTo>
                  <a:pt x="0" y="258950"/>
                  <a:pt x="15376" y="274325"/>
                  <a:pt x="34291" y="274325"/>
                </a:cubicBezTo>
                <a:lnTo>
                  <a:pt x="205742" y="274325"/>
                </a:lnTo>
                <a:cubicBezTo>
                  <a:pt x="224654" y="274325"/>
                  <a:pt x="240032" y="258950"/>
                  <a:pt x="240032" y="240035"/>
                </a:cubicBezTo>
                <a:lnTo>
                  <a:pt x="240032" y="102875"/>
                </a:lnTo>
                <a:lnTo>
                  <a:pt x="240032" y="77158"/>
                </a:lnTo>
                <a:lnTo>
                  <a:pt x="240032" y="68585"/>
                </a:lnTo>
                <a:cubicBezTo>
                  <a:pt x="240032" y="49671"/>
                  <a:pt x="224656" y="34295"/>
                  <a:pt x="205742" y="34295"/>
                </a:cubicBezTo>
                <a:lnTo>
                  <a:pt x="184310" y="34295"/>
                </a:lnTo>
                <a:lnTo>
                  <a:pt x="184310" y="12865"/>
                </a:lnTo>
                <a:cubicBezTo>
                  <a:pt x="184310" y="5739"/>
                  <a:pt x="178578" y="8"/>
                  <a:pt x="171451" y="8"/>
                </a:cubicBezTo>
                <a:cubicBezTo>
                  <a:pt x="164325" y="8"/>
                  <a:pt x="158593" y="5741"/>
                  <a:pt x="158593" y="12868"/>
                </a:cubicBezTo>
                <a:lnTo>
                  <a:pt x="158593" y="34301"/>
                </a:lnTo>
                <a:lnTo>
                  <a:pt x="81440" y="34301"/>
                </a:lnTo>
                <a:lnTo>
                  <a:pt x="81440" y="12860"/>
                </a:lnTo>
                <a:moveTo>
                  <a:pt x="25717" y="102870"/>
                </a:moveTo>
                <a:lnTo>
                  <a:pt x="214311" y="102870"/>
                </a:lnTo>
                <a:lnTo>
                  <a:pt x="214311" y="240030"/>
                </a:lnTo>
                <a:cubicBezTo>
                  <a:pt x="214311" y="244746"/>
                  <a:pt x="210454" y="248603"/>
                  <a:pt x="205739" y="248603"/>
                </a:cubicBezTo>
                <a:lnTo>
                  <a:pt x="34288" y="248603"/>
                </a:lnTo>
                <a:cubicBezTo>
                  <a:pt x="29574" y="248603"/>
                  <a:pt x="25717" y="244746"/>
                  <a:pt x="25717" y="240030"/>
                </a:cubicBezTo>
                <a:lnTo>
                  <a:pt x="25717" y="102870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14562" y="3649423"/>
            <a:ext cx="162877" cy="274320"/>
          </a:xfrm>
          <a:custGeom>
            <a:avLst/>
            <a:gdLst/>
            <a:ahLst/>
            <a:cxnLst/>
            <a:rect l="l" t="t" r="r" b="b"/>
            <a:pathLst>
              <a:path w="162877" h="274320">
                <a:moveTo>
                  <a:pt x="55715" y="25718"/>
                </a:moveTo>
                <a:cubicBezTo>
                  <a:pt x="55715" y="11513"/>
                  <a:pt x="67229" y="0"/>
                  <a:pt x="81434" y="0"/>
                </a:cubicBezTo>
                <a:cubicBezTo>
                  <a:pt x="95636" y="0"/>
                  <a:pt x="107152" y="11513"/>
                  <a:pt x="107152" y="25718"/>
                </a:cubicBezTo>
                <a:cubicBezTo>
                  <a:pt x="107152" y="39922"/>
                  <a:pt x="95638" y="51435"/>
                  <a:pt x="81434" y="51435"/>
                </a:cubicBezTo>
                <a:cubicBezTo>
                  <a:pt x="67231" y="51435"/>
                  <a:pt x="55715" y="39922"/>
                  <a:pt x="55715" y="25718"/>
                </a:cubicBezTo>
                <a:moveTo>
                  <a:pt x="72860" y="94352"/>
                </a:moveTo>
                <a:lnTo>
                  <a:pt x="72860" y="162878"/>
                </a:lnTo>
                <a:lnTo>
                  <a:pt x="90004" y="162878"/>
                </a:lnTo>
                <a:lnTo>
                  <a:pt x="90004" y="94352"/>
                </a:lnTo>
                <a:cubicBezTo>
                  <a:pt x="89629" y="94352"/>
                  <a:pt x="89201" y="94298"/>
                  <a:pt x="88771" y="94298"/>
                </a:cubicBezTo>
                <a:lnTo>
                  <a:pt x="74037" y="94298"/>
                </a:lnTo>
                <a:cubicBezTo>
                  <a:pt x="73609" y="94298"/>
                  <a:pt x="73234" y="94298"/>
                  <a:pt x="72804" y="94352"/>
                </a:cubicBezTo>
                <a:lnTo>
                  <a:pt x="72860" y="94352"/>
                </a:lnTo>
                <a:moveTo>
                  <a:pt x="72860" y="188595"/>
                </a:moveTo>
                <a:lnTo>
                  <a:pt x="72860" y="261463"/>
                </a:lnTo>
                <a:cubicBezTo>
                  <a:pt x="72860" y="268589"/>
                  <a:pt x="67126" y="274323"/>
                  <a:pt x="60001" y="274323"/>
                </a:cubicBezTo>
                <a:cubicBezTo>
                  <a:pt x="52875" y="274323"/>
                  <a:pt x="47141" y="268589"/>
                  <a:pt x="47141" y="261465"/>
                </a:cubicBezTo>
                <a:lnTo>
                  <a:pt x="47141" y="119804"/>
                </a:lnTo>
                <a:lnTo>
                  <a:pt x="24049" y="160631"/>
                </a:lnTo>
                <a:cubicBezTo>
                  <a:pt x="20566" y="166792"/>
                  <a:pt x="12690" y="168989"/>
                  <a:pt x="6528" y="165505"/>
                </a:cubicBezTo>
                <a:cubicBezTo>
                  <a:pt x="366" y="162021"/>
                  <a:pt x="-1831" y="154146"/>
                  <a:pt x="1653" y="147984"/>
                </a:cubicBezTo>
                <a:lnTo>
                  <a:pt x="33049" y="92531"/>
                </a:lnTo>
                <a:cubicBezTo>
                  <a:pt x="41408" y="77742"/>
                  <a:pt x="57106" y="68583"/>
                  <a:pt x="74089" y="68583"/>
                </a:cubicBezTo>
                <a:lnTo>
                  <a:pt x="88823" y="68583"/>
                </a:lnTo>
                <a:cubicBezTo>
                  <a:pt x="105808" y="68583"/>
                  <a:pt x="121506" y="77745"/>
                  <a:pt x="129863" y="92531"/>
                </a:cubicBezTo>
                <a:lnTo>
                  <a:pt x="161207" y="147984"/>
                </a:lnTo>
                <a:cubicBezTo>
                  <a:pt x="164690" y="154146"/>
                  <a:pt x="162546" y="162021"/>
                  <a:pt x="156332" y="165505"/>
                </a:cubicBezTo>
                <a:cubicBezTo>
                  <a:pt x="150117" y="168989"/>
                  <a:pt x="142296" y="166844"/>
                  <a:pt x="138812" y="160631"/>
                </a:cubicBezTo>
                <a:lnTo>
                  <a:pt x="115719" y="119804"/>
                </a:lnTo>
                <a:lnTo>
                  <a:pt x="115719" y="261465"/>
                </a:lnTo>
                <a:cubicBezTo>
                  <a:pt x="115719" y="268592"/>
                  <a:pt x="109986" y="274325"/>
                  <a:pt x="102860" y="274325"/>
                </a:cubicBezTo>
                <a:cubicBezTo>
                  <a:pt x="95734" y="274325"/>
                  <a:pt x="90001" y="268592"/>
                  <a:pt x="90001" y="261468"/>
                </a:cubicBezTo>
                <a:lnTo>
                  <a:pt x="90001" y="188603"/>
                </a:lnTo>
                <a:lnTo>
                  <a:pt x="72860" y="188595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24328" y="3649423"/>
            <a:ext cx="274266" cy="274320"/>
          </a:xfrm>
          <a:custGeom>
            <a:avLst/>
            <a:gdLst/>
            <a:ahLst/>
            <a:cxnLst/>
            <a:rect l="l" t="t" r="r" b="b"/>
            <a:pathLst>
              <a:path w="274266" h="274320">
                <a:moveTo>
                  <a:pt x="201312" y="147414"/>
                </a:moveTo>
                <a:cubicBezTo>
                  <a:pt x="192527" y="143664"/>
                  <a:pt x="182349" y="146128"/>
                  <a:pt x="176296" y="153520"/>
                </a:cubicBezTo>
                <a:lnTo>
                  <a:pt x="158509" y="175268"/>
                </a:lnTo>
                <a:cubicBezTo>
                  <a:pt x="133867" y="160965"/>
                  <a:pt x="113297" y="140394"/>
                  <a:pt x="98994" y="115755"/>
                </a:cubicBezTo>
                <a:lnTo>
                  <a:pt x="120688" y="98023"/>
                </a:lnTo>
                <a:cubicBezTo>
                  <a:pt x="128080" y="91968"/>
                  <a:pt x="130597" y="81791"/>
                  <a:pt x="126796" y="73005"/>
                </a:cubicBezTo>
                <a:lnTo>
                  <a:pt x="101084" y="13008"/>
                </a:lnTo>
                <a:cubicBezTo>
                  <a:pt x="97066" y="3580"/>
                  <a:pt x="86942" y="-1671"/>
                  <a:pt x="76923" y="472"/>
                </a:cubicBezTo>
                <a:lnTo>
                  <a:pt x="16928" y="13329"/>
                </a:lnTo>
                <a:cubicBezTo>
                  <a:pt x="7071" y="15420"/>
                  <a:pt x="0" y="24151"/>
                  <a:pt x="0" y="34274"/>
                </a:cubicBezTo>
                <a:lnTo>
                  <a:pt x="0" y="34274"/>
                </a:lnTo>
                <a:cubicBezTo>
                  <a:pt x="0" y="158123"/>
                  <a:pt x="93854" y="260118"/>
                  <a:pt x="214328" y="272924"/>
                </a:cubicBezTo>
                <a:cubicBezTo>
                  <a:pt x="219578" y="273459"/>
                  <a:pt x="224827" y="273889"/>
                  <a:pt x="230183" y="274103"/>
                </a:cubicBezTo>
                <a:lnTo>
                  <a:pt x="230183" y="274103"/>
                </a:lnTo>
                <a:lnTo>
                  <a:pt x="230238" y="274103"/>
                </a:lnTo>
                <a:cubicBezTo>
                  <a:pt x="233505" y="274210"/>
                  <a:pt x="236719" y="274317"/>
                  <a:pt x="239988" y="274317"/>
                </a:cubicBezTo>
                <a:lnTo>
                  <a:pt x="239988" y="274317"/>
                </a:lnTo>
                <a:cubicBezTo>
                  <a:pt x="250112" y="274317"/>
                  <a:pt x="258844" y="267245"/>
                  <a:pt x="260934" y="257389"/>
                </a:cubicBezTo>
                <a:lnTo>
                  <a:pt x="273792" y="197392"/>
                </a:lnTo>
                <a:cubicBezTo>
                  <a:pt x="275934" y="187374"/>
                  <a:pt x="270684" y="177252"/>
                  <a:pt x="261258" y="173233"/>
                </a:cubicBezTo>
                <a:lnTo>
                  <a:pt x="201262" y="147521"/>
                </a:lnTo>
                <a:lnTo>
                  <a:pt x="201312" y="147414"/>
                </a:lnTo>
                <a:moveTo>
                  <a:pt x="236505" y="248553"/>
                </a:moveTo>
                <a:cubicBezTo>
                  <a:pt x="120957" y="246680"/>
                  <a:pt x="27586" y="153306"/>
                  <a:pt x="25765" y="37760"/>
                </a:cubicBezTo>
                <a:lnTo>
                  <a:pt x="78904" y="26351"/>
                </a:lnTo>
                <a:lnTo>
                  <a:pt x="101939" y="80134"/>
                </a:lnTo>
                <a:lnTo>
                  <a:pt x="82708" y="95883"/>
                </a:lnTo>
                <a:cubicBezTo>
                  <a:pt x="72958" y="103866"/>
                  <a:pt x="70440" y="117738"/>
                  <a:pt x="76762" y="128667"/>
                </a:cubicBezTo>
                <a:cubicBezTo>
                  <a:pt x="93314" y="157218"/>
                  <a:pt x="117098" y="181005"/>
                  <a:pt x="145652" y="197557"/>
                </a:cubicBezTo>
                <a:cubicBezTo>
                  <a:pt x="156579" y="203877"/>
                  <a:pt x="170454" y="201359"/>
                  <a:pt x="178435" y="191610"/>
                </a:cubicBezTo>
                <a:lnTo>
                  <a:pt x="194183" y="172377"/>
                </a:lnTo>
                <a:lnTo>
                  <a:pt x="247967" y="195412"/>
                </a:lnTo>
                <a:lnTo>
                  <a:pt x="236505" y="248553"/>
                </a:lnTo>
                <a:moveTo>
                  <a:pt x="25712" y="34279"/>
                </a:move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  <a:lnTo>
                  <a:pt x="25712" y="34279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889761" y="3649460"/>
            <a:ext cx="274320" cy="274246"/>
          </a:xfrm>
          <a:custGeom>
            <a:avLst/>
            <a:gdLst/>
            <a:ahLst/>
            <a:cxnLst/>
            <a:rect l="l" t="t" r="r" b="b"/>
            <a:pathLst>
              <a:path w="274320" h="274246">
                <a:moveTo>
                  <a:pt x="197148" y="111432"/>
                </a:moveTo>
                <a:cubicBezTo>
                  <a:pt x="197148" y="64091"/>
                  <a:pt x="158771" y="25716"/>
                  <a:pt x="111431" y="25716"/>
                </a:cubicBezTo>
                <a:cubicBezTo>
                  <a:pt x="64092" y="25716"/>
                  <a:pt x="25715" y="64091"/>
                  <a:pt x="25715" y="111432"/>
                </a:cubicBezTo>
                <a:cubicBezTo>
                  <a:pt x="25715" y="158772"/>
                  <a:pt x="64092" y="197147"/>
                  <a:pt x="111431" y="197147"/>
                </a:cubicBezTo>
                <a:cubicBezTo>
                  <a:pt x="158771" y="197147"/>
                  <a:pt x="197148" y="158772"/>
                  <a:pt x="197148" y="111432"/>
                </a:cubicBezTo>
                <a:lnTo>
                  <a:pt x="197148" y="111432"/>
                </a:lnTo>
                <a:moveTo>
                  <a:pt x="180593" y="198809"/>
                </a:moveTo>
                <a:cubicBezTo>
                  <a:pt x="161629" y="213863"/>
                  <a:pt x="137574" y="222864"/>
                  <a:pt x="111431" y="222864"/>
                </a:cubicBezTo>
                <a:cubicBezTo>
                  <a:pt x="49877" y="222864"/>
                  <a:pt x="0" y="172986"/>
                  <a:pt x="0" y="111432"/>
                </a:cubicBezTo>
                <a:cubicBezTo>
                  <a:pt x="0" y="49877"/>
                  <a:pt x="49877" y="0"/>
                  <a:pt x="111431" y="0"/>
                </a:cubicBezTo>
                <a:cubicBezTo>
                  <a:pt x="172986" y="0"/>
                  <a:pt x="222863" y="49877"/>
                  <a:pt x="222863" y="111432"/>
                </a:cubicBezTo>
                <a:cubicBezTo>
                  <a:pt x="222863" y="137576"/>
                  <a:pt x="213863" y="161630"/>
                  <a:pt x="198808" y="180594"/>
                </a:cubicBezTo>
                <a:lnTo>
                  <a:pt x="270543" y="252329"/>
                </a:lnTo>
                <a:cubicBezTo>
                  <a:pt x="275579" y="257364"/>
                  <a:pt x="275579" y="265509"/>
                  <a:pt x="270543" y="270489"/>
                </a:cubicBezTo>
                <a:cubicBezTo>
                  <a:pt x="265506" y="275472"/>
                  <a:pt x="257364" y="275524"/>
                  <a:pt x="252383" y="270489"/>
                </a:cubicBezTo>
                <a:lnTo>
                  <a:pt x="180593" y="198809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55477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简历筛选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HR初步筛选候选人简历判断基本匹配度.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71301" y="4523271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在线沟通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电话或视频初步沟通了解候选人意向和基本情况.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05840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业务负责人筛选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推送简历给业务方业务负责人评估专业匹配度.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0381" y="4527703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面试安排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一面二面三面多轮次深度评估候选人能力.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74919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Offer沟通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薪资待遇入职时间协商达成一致.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面试管理功能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55176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09075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65028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47082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01277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498442" y="3408485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历史面试记录支持招聘质量复盘和优化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98442" y="2739393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复盘分析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16388" y="3408965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通过待定淘汰明确记录每轮结果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16388" y="27435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面试结果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60435" y="3375444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结构化评价表单记录面试官对候选人的评估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0435" y="2729107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面试评价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06536" y="3408965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每轮面试明确记录面试官信息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06536" y="2739873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面试官记录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2637" y="3399058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一面二面三面灵活配置面试轮次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2637" y="2739393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多轮次支持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198530" y="1896387"/>
            <a:ext cx="428625" cy="457200"/>
          </a:xfrm>
          <a:custGeom>
            <a:avLst/>
            <a:gdLst/>
            <a:ahLst/>
            <a:cxnLst/>
            <a:rect l="l" t="t" r="r" b="b"/>
            <a:pathLst>
              <a:path w="428625" h="457200">
                <a:moveTo>
                  <a:pt x="214313" y="42863"/>
                </a:moveTo>
                <a:lnTo>
                  <a:pt x="371476" y="42863"/>
                </a:lnTo>
                <a:cubicBezTo>
                  <a:pt x="379333" y="42863"/>
                  <a:pt x="385763" y="49291"/>
                  <a:pt x="385763" y="57150"/>
                </a:cubicBezTo>
                <a:lnTo>
                  <a:pt x="385763" y="400050"/>
                </a:lnTo>
                <a:cubicBezTo>
                  <a:pt x="385763" y="407909"/>
                  <a:pt x="379333" y="414338"/>
                  <a:pt x="371476" y="414338"/>
                </a:cubicBezTo>
                <a:lnTo>
                  <a:pt x="214313" y="414338"/>
                </a:lnTo>
                <a:lnTo>
                  <a:pt x="214313" y="42863"/>
                </a:lnTo>
                <a:moveTo>
                  <a:pt x="171450" y="42863"/>
                </a:moveTo>
                <a:lnTo>
                  <a:pt x="171450" y="414338"/>
                </a:lnTo>
                <a:lnTo>
                  <a:pt x="114301" y="414338"/>
                </a:lnTo>
                <a:cubicBezTo>
                  <a:pt x="106445" y="414338"/>
                  <a:pt x="100015" y="407909"/>
                  <a:pt x="100015" y="400050"/>
                </a:cubicBezTo>
                <a:lnTo>
                  <a:pt x="100015" y="371475"/>
                </a:lnTo>
                <a:lnTo>
                  <a:pt x="121447" y="371475"/>
                </a:lnTo>
                <a:cubicBezTo>
                  <a:pt x="133324" y="371475"/>
                  <a:pt x="142878" y="361920"/>
                  <a:pt x="142878" y="350046"/>
                </a:cubicBezTo>
                <a:cubicBezTo>
                  <a:pt x="142878" y="338168"/>
                  <a:pt x="133324" y="328617"/>
                  <a:pt x="121447" y="328617"/>
                </a:cubicBezTo>
                <a:lnTo>
                  <a:pt x="100015" y="328617"/>
                </a:lnTo>
                <a:lnTo>
                  <a:pt x="100015" y="250038"/>
                </a:lnTo>
                <a:lnTo>
                  <a:pt x="121447" y="250038"/>
                </a:lnTo>
                <a:cubicBezTo>
                  <a:pt x="133324" y="250038"/>
                  <a:pt x="142878" y="240483"/>
                  <a:pt x="142878" y="228609"/>
                </a:cubicBezTo>
                <a:cubicBezTo>
                  <a:pt x="142878" y="216731"/>
                  <a:pt x="133324" y="207180"/>
                  <a:pt x="121447" y="207180"/>
                </a:cubicBezTo>
                <a:lnTo>
                  <a:pt x="100015" y="207180"/>
                </a:lnTo>
                <a:lnTo>
                  <a:pt x="100015" y="128601"/>
                </a:lnTo>
                <a:lnTo>
                  <a:pt x="121447" y="128601"/>
                </a:lnTo>
                <a:cubicBezTo>
                  <a:pt x="133324" y="128601"/>
                  <a:pt x="142878" y="119046"/>
                  <a:pt x="142878" y="107172"/>
                </a:cubicBezTo>
                <a:cubicBezTo>
                  <a:pt x="142878" y="95294"/>
                  <a:pt x="133324" y="85743"/>
                  <a:pt x="121447" y="85743"/>
                </a:cubicBezTo>
                <a:lnTo>
                  <a:pt x="100015" y="85743"/>
                </a:lnTo>
                <a:lnTo>
                  <a:pt x="100015" y="57168"/>
                </a:lnTo>
                <a:cubicBezTo>
                  <a:pt x="100015" y="49309"/>
                  <a:pt x="106445" y="42881"/>
                  <a:pt x="114301" y="42881"/>
                </a:cubicBezTo>
                <a:lnTo>
                  <a:pt x="171450" y="42863"/>
                </a:lnTo>
                <a:moveTo>
                  <a:pt x="57149" y="371475"/>
                </a:moveTo>
                <a:lnTo>
                  <a:pt x="57149" y="400050"/>
                </a:lnTo>
                <a:cubicBezTo>
                  <a:pt x="57149" y="431574"/>
                  <a:pt x="82776" y="457200"/>
                  <a:pt x="114297" y="457200"/>
                </a:cubicBezTo>
                <a:lnTo>
                  <a:pt x="371472" y="457200"/>
                </a:lnTo>
                <a:cubicBezTo>
                  <a:pt x="402993" y="457200"/>
                  <a:pt x="428621" y="431574"/>
                  <a:pt x="428621" y="400050"/>
                </a:cubicBezTo>
                <a:lnTo>
                  <a:pt x="428621" y="57150"/>
                </a:lnTo>
                <a:cubicBezTo>
                  <a:pt x="428621" y="25626"/>
                  <a:pt x="402993" y="0"/>
                  <a:pt x="371472" y="0"/>
                </a:cubicBezTo>
                <a:lnTo>
                  <a:pt x="114297" y="0"/>
                </a:lnTo>
                <a:cubicBezTo>
                  <a:pt x="82776" y="0"/>
                  <a:pt x="57149" y="25626"/>
                  <a:pt x="57149" y="57150"/>
                </a:cubicBezTo>
                <a:lnTo>
                  <a:pt x="57149" y="85725"/>
                </a:lnTo>
                <a:lnTo>
                  <a:pt x="21431" y="85725"/>
                </a:lnTo>
                <a:cubicBezTo>
                  <a:pt x="9554" y="85725"/>
                  <a:pt x="0" y="95280"/>
                  <a:pt x="0" y="107159"/>
                </a:cubicBezTo>
                <a:cubicBezTo>
                  <a:pt x="0" y="119037"/>
                  <a:pt x="9554" y="128592"/>
                  <a:pt x="21431" y="128592"/>
                </a:cubicBezTo>
                <a:lnTo>
                  <a:pt x="57149" y="128592"/>
                </a:lnTo>
                <a:lnTo>
                  <a:pt x="57149" y="207176"/>
                </a:lnTo>
                <a:lnTo>
                  <a:pt x="21431" y="207176"/>
                </a:lnTo>
                <a:cubicBezTo>
                  <a:pt x="9554" y="207176"/>
                  <a:pt x="0" y="216731"/>
                  <a:pt x="0" y="228609"/>
                </a:cubicBezTo>
                <a:cubicBezTo>
                  <a:pt x="0" y="240487"/>
                  <a:pt x="9554" y="250043"/>
                  <a:pt x="21431" y="250043"/>
                </a:cubicBezTo>
                <a:lnTo>
                  <a:pt x="57149" y="250043"/>
                </a:lnTo>
                <a:lnTo>
                  <a:pt x="57149" y="328626"/>
                </a:lnTo>
                <a:lnTo>
                  <a:pt x="21431" y="328626"/>
                </a:lnTo>
                <a:cubicBezTo>
                  <a:pt x="9554" y="328626"/>
                  <a:pt x="0" y="338182"/>
                  <a:pt x="0" y="350060"/>
                </a:cubicBezTo>
                <a:cubicBezTo>
                  <a:pt x="0" y="361938"/>
                  <a:pt x="9554" y="371493"/>
                  <a:pt x="21431" y="371493"/>
                </a:cubicBezTo>
                <a:lnTo>
                  <a:pt x="57149" y="37147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02188" y="1965768"/>
            <a:ext cx="457200" cy="318438"/>
          </a:xfrm>
          <a:custGeom>
            <a:avLst/>
            <a:gdLst/>
            <a:ahLst/>
            <a:cxnLst/>
            <a:rect l="l" t="t" r="r" b="b"/>
            <a:pathLst>
              <a:path w="457200" h="318438">
                <a:moveTo>
                  <a:pt x="450008" y="7193"/>
                </a:moveTo>
                <a:cubicBezTo>
                  <a:pt x="459600" y="16785"/>
                  <a:pt x="459600" y="32293"/>
                  <a:pt x="450008" y="41782"/>
                </a:cubicBezTo>
                <a:lnTo>
                  <a:pt x="180649" y="311245"/>
                </a:lnTo>
                <a:cubicBezTo>
                  <a:pt x="171057" y="320836"/>
                  <a:pt x="155549" y="320836"/>
                  <a:pt x="146062" y="311245"/>
                </a:cubicBezTo>
                <a:lnTo>
                  <a:pt x="7196" y="172482"/>
                </a:lnTo>
                <a:cubicBezTo>
                  <a:pt x="-2396" y="162891"/>
                  <a:pt x="-2396" y="147383"/>
                  <a:pt x="7196" y="137893"/>
                </a:cubicBezTo>
                <a:cubicBezTo>
                  <a:pt x="16788" y="128404"/>
                  <a:pt x="32297" y="128302"/>
                  <a:pt x="41784" y="137893"/>
                </a:cubicBezTo>
                <a:lnTo>
                  <a:pt x="163202" y="259311"/>
                </a:lnTo>
                <a:lnTo>
                  <a:pt x="415320" y="7193"/>
                </a:lnTo>
                <a:cubicBezTo>
                  <a:pt x="424913" y="-2398"/>
                  <a:pt x="440421" y="-2398"/>
                  <a:pt x="449908" y="7193"/>
                </a:cubicBezTo>
                <a:lnTo>
                  <a:pt x="450008" y="719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46251" y="1896387"/>
            <a:ext cx="457167" cy="457200"/>
          </a:xfrm>
          <a:custGeom>
            <a:avLst/>
            <a:gdLst/>
            <a:ahLst/>
            <a:cxnLst/>
            <a:rect l="l" t="t" r="r" b="b"/>
            <a:pathLst>
              <a:path w="457167" h="457200">
                <a:moveTo>
                  <a:pt x="32532" y="322107"/>
                </a:moveTo>
                <a:lnTo>
                  <a:pt x="11973" y="391916"/>
                </a:lnTo>
                <a:lnTo>
                  <a:pt x="891" y="429640"/>
                </a:lnTo>
                <a:cubicBezTo>
                  <a:pt x="-1344" y="437239"/>
                  <a:pt x="713" y="445372"/>
                  <a:pt x="6254" y="450914"/>
                </a:cubicBezTo>
                <a:cubicBezTo>
                  <a:pt x="11795" y="456455"/>
                  <a:pt x="19932" y="458512"/>
                  <a:pt x="27439" y="456368"/>
                </a:cubicBezTo>
                <a:lnTo>
                  <a:pt x="65251" y="445194"/>
                </a:lnTo>
                <a:lnTo>
                  <a:pt x="135061" y="424634"/>
                </a:lnTo>
                <a:cubicBezTo>
                  <a:pt x="146143" y="421415"/>
                  <a:pt x="156246" y="415782"/>
                  <a:pt x="164914" y="408188"/>
                </a:cubicBezTo>
                <a:cubicBezTo>
                  <a:pt x="166167" y="407114"/>
                  <a:pt x="167328" y="405952"/>
                  <a:pt x="168489" y="404791"/>
                </a:cubicBezTo>
                <a:lnTo>
                  <a:pt x="440403" y="132963"/>
                </a:lnTo>
                <a:cubicBezTo>
                  <a:pt x="459979" y="113386"/>
                  <a:pt x="462393" y="83265"/>
                  <a:pt x="447731" y="61004"/>
                </a:cubicBezTo>
                <a:cubicBezTo>
                  <a:pt x="445674" y="57877"/>
                  <a:pt x="443173" y="54837"/>
                  <a:pt x="440403" y="52066"/>
                </a:cubicBezTo>
                <a:lnTo>
                  <a:pt x="405183" y="16756"/>
                </a:lnTo>
                <a:cubicBezTo>
                  <a:pt x="382837" y="-5592"/>
                  <a:pt x="346633" y="-5592"/>
                  <a:pt x="324287" y="16756"/>
                </a:cubicBezTo>
                <a:lnTo>
                  <a:pt x="52373" y="288672"/>
                </a:lnTo>
                <a:cubicBezTo>
                  <a:pt x="43079" y="297966"/>
                  <a:pt x="36285" y="309497"/>
                  <a:pt x="32527" y="322102"/>
                </a:cubicBezTo>
                <a:lnTo>
                  <a:pt x="32532" y="322107"/>
                </a:lnTo>
                <a:moveTo>
                  <a:pt x="73650" y="334172"/>
                </a:moveTo>
                <a:cubicBezTo>
                  <a:pt x="75167" y="329166"/>
                  <a:pt x="77673" y="324516"/>
                  <a:pt x="81156" y="320584"/>
                </a:cubicBezTo>
                <a:cubicBezTo>
                  <a:pt x="81691" y="320049"/>
                  <a:pt x="82139" y="319510"/>
                  <a:pt x="82674" y="318975"/>
                </a:cubicBezTo>
                <a:lnTo>
                  <a:pt x="286923" y="114817"/>
                </a:lnTo>
                <a:lnTo>
                  <a:pt x="342341" y="170238"/>
                </a:lnTo>
                <a:lnTo>
                  <a:pt x="138179" y="374488"/>
                </a:lnTo>
                <a:cubicBezTo>
                  <a:pt x="133977" y="378690"/>
                  <a:pt x="128702" y="381817"/>
                  <a:pt x="122983" y="383518"/>
                </a:cubicBezTo>
                <a:lnTo>
                  <a:pt x="102067" y="389685"/>
                </a:lnTo>
                <a:lnTo>
                  <a:pt x="53082" y="404078"/>
                </a:lnTo>
                <a:lnTo>
                  <a:pt x="67473" y="355094"/>
                </a:lnTo>
                <a:lnTo>
                  <a:pt x="73650" y="334172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49486" y="1896387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50032" y="57150"/>
                </a:moveTo>
                <a:lnTo>
                  <a:pt x="285752" y="57150"/>
                </a:lnTo>
                <a:cubicBezTo>
                  <a:pt x="317275" y="57150"/>
                  <a:pt x="342903" y="82776"/>
                  <a:pt x="342903" y="114300"/>
                </a:cubicBezTo>
                <a:lnTo>
                  <a:pt x="342903" y="400050"/>
                </a:lnTo>
                <a:cubicBezTo>
                  <a:pt x="342903" y="431574"/>
                  <a:pt x="317275" y="457200"/>
                  <a:pt x="285752" y="457200"/>
                </a:cubicBezTo>
                <a:lnTo>
                  <a:pt x="57151" y="457200"/>
                </a:lnTo>
                <a:cubicBezTo>
                  <a:pt x="25628" y="457200"/>
                  <a:pt x="0" y="431574"/>
                  <a:pt x="0" y="400050"/>
                </a:cubicBezTo>
                <a:lnTo>
                  <a:pt x="0" y="114300"/>
                </a:lnTo>
                <a:cubicBezTo>
                  <a:pt x="0" y="82776"/>
                  <a:pt x="25628" y="57150"/>
                  <a:pt x="57151" y="57150"/>
                </a:cubicBezTo>
                <a:lnTo>
                  <a:pt x="92871" y="57150"/>
                </a:lnTo>
                <a:lnTo>
                  <a:pt x="101444" y="57150"/>
                </a:lnTo>
                <a:cubicBezTo>
                  <a:pt x="108051" y="24556"/>
                  <a:pt x="136896" y="0"/>
                  <a:pt x="171453" y="0"/>
                </a:cubicBezTo>
                <a:cubicBezTo>
                  <a:pt x="206011" y="0"/>
                  <a:pt x="234856" y="24556"/>
                  <a:pt x="241463" y="57150"/>
                </a:cubicBezTo>
                <a:lnTo>
                  <a:pt x="250032" y="57150"/>
                </a:lnTo>
                <a:moveTo>
                  <a:pt x="57151" y="100013"/>
                </a:moveTo>
                <a:cubicBezTo>
                  <a:pt x="49292" y="100013"/>
                  <a:pt x="42863" y="106441"/>
                  <a:pt x="42863" y="114300"/>
                </a:cubicBezTo>
                <a:lnTo>
                  <a:pt x="42863" y="400050"/>
                </a:lnTo>
                <a:cubicBezTo>
                  <a:pt x="42863" y="407909"/>
                  <a:pt x="49292" y="414338"/>
                  <a:pt x="57151" y="414338"/>
                </a:cubicBezTo>
                <a:lnTo>
                  <a:pt x="285752" y="414338"/>
                </a:lnTo>
                <a:cubicBezTo>
                  <a:pt x="293612" y="414338"/>
                  <a:pt x="300041" y="407909"/>
                  <a:pt x="300041" y="400050"/>
                </a:cubicBezTo>
                <a:lnTo>
                  <a:pt x="300041" y="114300"/>
                </a:lnTo>
                <a:cubicBezTo>
                  <a:pt x="300041" y="106441"/>
                  <a:pt x="293612" y="100013"/>
                  <a:pt x="285752" y="100013"/>
                </a:cubicBezTo>
                <a:lnTo>
                  <a:pt x="271464" y="100013"/>
                </a:lnTo>
                <a:lnTo>
                  <a:pt x="271464" y="121446"/>
                </a:lnTo>
                <a:cubicBezTo>
                  <a:pt x="271464" y="133324"/>
                  <a:pt x="261910" y="142880"/>
                  <a:pt x="250032" y="142880"/>
                </a:cubicBezTo>
                <a:lnTo>
                  <a:pt x="171450" y="142880"/>
                </a:lnTo>
                <a:lnTo>
                  <a:pt x="92868" y="142880"/>
                </a:lnTo>
                <a:cubicBezTo>
                  <a:pt x="80990" y="142880"/>
                  <a:pt x="71436" y="133324"/>
                  <a:pt x="71436" y="121451"/>
                </a:cubicBezTo>
                <a:lnTo>
                  <a:pt x="71436" y="100022"/>
                </a:lnTo>
                <a:lnTo>
                  <a:pt x="57151" y="100013"/>
                </a:lnTo>
                <a:moveTo>
                  <a:pt x="171450" y="92871"/>
                </a:moveTo>
                <a:cubicBezTo>
                  <a:pt x="183287" y="92871"/>
                  <a:pt x="192881" y="83274"/>
                  <a:pt x="192881" y="71442"/>
                </a:cubicBezTo>
                <a:cubicBezTo>
                  <a:pt x="192881" y="59605"/>
                  <a:pt x="183287" y="50013"/>
                  <a:pt x="171450" y="50013"/>
                </a:cubicBezTo>
                <a:cubicBezTo>
                  <a:pt x="159613" y="50013"/>
                  <a:pt x="150019" y="59610"/>
                  <a:pt x="150019" y="71447"/>
                </a:cubicBezTo>
                <a:cubicBezTo>
                  <a:pt x="150019" y="83284"/>
                  <a:pt x="159613" y="92880"/>
                  <a:pt x="171450" y="92880"/>
                </a:cubicBezTo>
                <a:lnTo>
                  <a:pt x="171450" y="9287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67012" y="1896387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35733" y="21434"/>
                </a:moveTo>
                <a:cubicBezTo>
                  <a:pt x="135733" y="9555"/>
                  <a:pt x="126180" y="5"/>
                  <a:pt x="114302" y="5"/>
                </a:cubicBezTo>
                <a:cubicBezTo>
                  <a:pt x="102425" y="5"/>
                  <a:pt x="92872" y="9560"/>
                  <a:pt x="92872" y="21438"/>
                </a:cubicBezTo>
                <a:lnTo>
                  <a:pt x="92872" y="57159"/>
                </a:lnTo>
                <a:lnTo>
                  <a:pt x="57151" y="57159"/>
                </a:lnTo>
                <a:cubicBezTo>
                  <a:pt x="25631" y="57159"/>
                  <a:pt x="0" y="82785"/>
                  <a:pt x="0" y="114309"/>
                </a:cubicBezTo>
                <a:lnTo>
                  <a:pt x="0" y="128597"/>
                </a:lnTo>
                <a:lnTo>
                  <a:pt x="0" y="171459"/>
                </a:lnTo>
                <a:lnTo>
                  <a:pt x="0" y="400059"/>
                </a:lnTo>
                <a:cubicBezTo>
                  <a:pt x="0" y="431583"/>
                  <a:pt x="25627" y="457209"/>
                  <a:pt x="57151" y="457209"/>
                </a:cubicBezTo>
                <a:lnTo>
                  <a:pt x="342903" y="457209"/>
                </a:lnTo>
                <a:cubicBezTo>
                  <a:pt x="374423" y="457209"/>
                  <a:pt x="400054" y="431583"/>
                  <a:pt x="400054" y="400059"/>
                </a:cubicBezTo>
                <a:lnTo>
                  <a:pt x="400054" y="171459"/>
                </a:lnTo>
                <a:lnTo>
                  <a:pt x="400054" y="128597"/>
                </a:lnTo>
                <a:lnTo>
                  <a:pt x="400054" y="114309"/>
                </a:lnTo>
                <a:cubicBezTo>
                  <a:pt x="400054" y="82785"/>
                  <a:pt x="374427" y="57159"/>
                  <a:pt x="342903" y="57159"/>
                </a:cubicBezTo>
                <a:lnTo>
                  <a:pt x="307182" y="57159"/>
                </a:lnTo>
                <a:lnTo>
                  <a:pt x="307182" y="21443"/>
                </a:lnTo>
                <a:cubicBezTo>
                  <a:pt x="307182" y="9565"/>
                  <a:pt x="297629" y="14"/>
                  <a:pt x="285752" y="14"/>
                </a:cubicBezTo>
                <a:cubicBezTo>
                  <a:pt x="273874" y="14"/>
                  <a:pt x="264321" y="9569"/>
                  <a:pt x="264321" y="21447"/>
                </a:cubicBezTo>
                <a:lnTo>
                  <a:pt x="264321" y="57168"/>
                </a:lnTo>
                <a:lnTo>
                  <a:pt x="135733" y="57168"/>
                </a:lnTo>
                <a:lnTo>
                  <a:pt x="135733" y="21434"/>
                </a:lnTo>
                <a:moveTo>
                  <a:pt x="42861" y="171450"/>
                </a:moveTo>
                <a:lnTo>
                  <a:pt x="357185" y="171450"/>
                </a:lnTo>
                <a:lnTo>
                  <a:pt x="357185" y="400050"/>
                </a:lnTo>
                <a:cubicBezTo>
                  <a:pt x="357185" y="407909"/>
                  <a:pt x="350756" y="414338"/>
                  <a:pt x="342899" y="414338"/>
                </a:cubicBezTo>
                <a:lnTo>
                  <a:pt x="57147" y="414338"/>
                </a:lnTo>
                <a:cubicBezTo>
                  <a:pt x="49290" y="414338"/>
                  <a:pt x="42861" y="407909"/>
                  <a:pt x="42861" y="400050"/>
                </a:cubicBezTo>
                <a:lnTo>
                  <a:pt x="42861" y="17145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08379" y="1164795"/>
            <a:ext cx="10546525" cy="45719"/>
          </a:xfrm>
          <a:custGeom>
            <a:avLst/>
            <a:gdLst/>
            <a:ahLst/>
            <a:cxnLst/>
            <a:rect l="l" t="t" r="r" b="b"/>
            <a:pathLst>
              <a:path w="10546525" h="45719">
                <a:moveTo>
                  <a:pt x="0" y="0"/>
                </a:moveTo>
                <a:lnTo>
                  <a:pt x="10546525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8380" y="1"/>
            <a:ext cx="10550004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候选人管理-交互设计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8379" y="4087138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89649" y="1730804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8379" y="1730329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85958" y="4091368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35253" y="4504163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支持手机端快速调整面试安排提升灵活性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35253" y="4087632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移动端友好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57674" y="450416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编辑后自动保存减少操作步骤.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57674" y="4087632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实时保存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35252" y="2146286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直观的日历和时间选择组件操作便捷.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35252" y="1729756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日期时间选择器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57674" y="1735919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面试时间快速编辑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57674" y="2152449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点击即可编辑日期和具体时间无需跳转页面.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-5568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-5566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94556" y="4228528"/>
            <a:ext cx="314325" cy="457200"/>
          </a:xfrm>
          <a:custGeom>
            <a:avLst/>
            <a:gdLst/>
            <a:ahLst/>
            <a:cxnLst/>
            <a:rect l="l" t="t" r="r" b="b"/>
            <a:pathLst>
              <a:path w="314325" h="457200">
                <a:moveTo>
                  <a:pt x="214313" y="42863"/>
                </a:moveTo>
                <a:lnTo>
                  <a:pt x="214313" y="57150"/>
                </a:lnTo>
                <a:cubicBezTo>
                  <a:pt x="214313" y="65009"/>
                  <a:pt x="207885" y="71438"/>
                  <a:pt x="200027" y="71438"/>
                </a:cubicBezTo>
                <a:lnTo>
                  <a:pt x="114301" y="71438"/>
                </a:lnTo>
                <a:cubicBezTo>
                  <a:pt x="106443" y="71438"/>
                  <a:pt x="100015" y="65009"/>
                  <a:pt x="100015" y="57150"/>
                </a:cubicBezTo>
                <a:lnTo>
                  <a:pt x="100015" y="42863"/>
                </a:lnTo>
                <a:lnTo>
                  <a:pt x="71440" y="42863"/>
                </a:lnTo>
                <a:cubicBezTo>
                  <a:pt x="55636" y="42863"/>
                  <a:pt x="42865" y="55632"/>
                  <a:pt x="42865" y="71438"/>
                </a:cubicBezTo>
                <a:lnTo>
                  <a:pt x="42865" y="385763"/>
                </a:lnTo>
                <a:cubicBezTo>
                  <a:pt x="42865" y="401568"/>
                  <a:pt x="55632" y="414338"/>
                  <a:pt x="71440" y="414338"/>
                </a:cubicBezTo>
                <a:lnTo>
                  <a:pt x="242888" y="414338"/>
                </a:lnTo>
                <a:cubicBezTo>
                  <a:pt x="258693" y="414338"/>
                  <a:pt x="271464" y="401568"/>
                  <a:pt x="271464" y="385763"/>
                </a:cubicBezTo>
                <a:lnTo>
                  <a:pt x="271464" y="71438"/>
                </a:lnTo>
                <a:cubicBezTo>
                  <a:pt x="271464" y="55632"/>
                  <a:pt x="258693" y="42863"/>
                  <a:pt x="242888" y="42863"/>
                </a:cubicBezTo>
                <a:lnTo>
                  <a:pt x="214313" y="42863"/>
                </a:lnTo>
                <a:moveTo>
                  <a:pt x="0" y="71438"/>
                </a:moveTo>
                <a:cubicBezTo>
                  <a:pt x="0" y="31967"/>
                  <a:pt x="31967" y="0"/>
                  <a:pt x="71437" y="0"/>
                </a:cubicBezTo>
                <a:lnTo>
                  <a:pt x="242885" y="0"/>
                </a:lnTo>
                <a:cubicBezTo>
                  <a:pt x="282355" y="0"/>
                  <a:pt x="314322" y="31967"/>
                  <a:pt x="314322" y="71438"/>
                </a:cubicBezTo>
                <a:lnTo>
                  <a:pt x="314322" y="385763"/>
                </a:lnTo>
                <a:cubicBezTo>
                  <a:pt x="314322" y="425233"/>
                  <a:pt x="282355" y="457200"/>
                  <a:pt x="242885" y="457200"/>
                </a:cubicBezTo>
                <a:lnTo>
                  <a:pt x="71437" y="457200"/>
                </a:lnTo>
                <a:cubicBezTo>
                  <a:pt x="31967" y="457200"/>
                  <a:pt x="0" y="425233"/>
                  <a:pt x="0" y="385763"/>
                </a:cubicBezTo>
                <a:lnTo>
                  <a:pt x="0" y="7143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45539" y="422429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588" y="314325"/>
                </a:moveTo>
                <a:cubicBezTo>
                  <a:pt x="128588" y="322184"/>
                  <a:pt x="135016" y="328613"/>
                  <a:pt x="142875" y="328613"/>
                </a:cubicBezTo>
                <a:lnTo>
                  <a:pt x="400050" y="328613"/>
                </a:lnTo>
                <a:cubicBezTo>
                  <a:pt x="407909" y="328613"/>
                  <a:pt x="414338" y="322184"/>
                  <a:pt x="414338" y="314325"/>
                </a:cubicBezTo>
                <a:lnTo>
                  <a:pt x="414338" y="123677"/>
                </a:lnTo>
                <a:cubicBezTo>
                  <a:pt x="414338" y="119928"/>
                  <a:pt x="412820" y="116266"/>
                  <a:pt x="410140" y="113587"/>
                </a:cubicBezTo>
                <a:lnTo>
                  <a:pt x="440412" y="83316"/>
                </a:lnTo>
                <a:lnTo>
                  <a:pt x="410140" y="113587"/>
                </a:lnTo>
                <a:lnTo>
                  <a:pt x="343613" y="47060"/>
                </a:lnTo>
                <a:cubicBezTo>
                  <a:pt x="343343" y="46790"/>
                  <a:pt x="343165" y="46612"/>
                  <a:pt x="342900" y="46346"/>
                </a:cubicBezTo>
                <a:lnTo>
                  <a:pt x="342900" y="107159"/>
                </a:lnTo>
                <a:cubicBezTo>
                  <a:pt x="342900" y="119037"/>
                  <a:pt x="333345" y="128592"/>
                  <a:pt x="321471" y="128592"/>
                </a:cubicBezTo>
                <a:lnTo>
                  <a:pt x="178596" y="128592"/>
                </a:lnTo>
                <a:cubicBezTo>
                  <a:pt x="166718" y="128592"/>
                  <a:pt x="157167" y="119037"/>
                  <a:pt x="157167" y="107163"/>
                </a:cubicBezTo>
                <a:lnTo>
                  <a:pt x="157167" y="42872"/>
                </a:lnTo>
                <a:lnTo>
                  <a:pt x="142880" y="42872"/>
                </a:lnTo>
                <a:cubicBezTo>
                  <a:pt x="135020" y="42872"/>
                  <a:pt x="128592" y="49300"/>
                  <a:pt x="128592" y="57159"/>
                </a:cubicBezTo>
                <a:lnTo>
                  <a:pt x="128588" y="314325"/>
                </a:lnTo>
                <a:moveTo>
                  <a:pt x="200025" y="0"/>
                </a:moveTo>
                <a:lnTo>
                  <a:pt x="333523" y="0"/>
                </a:lnTo>
                <a:cubicBezTo>
                  <a:pt x="348702" y="0"/>
                  <a:pt x="363259" y="5985"/>
                  <a:pt x="373976" y="16697"/>
                </a:cubicBezTo>
                <a:lnTo>
                  <a:pt x="440503" y="83224"/>
                </a:lnTo>
                <a:cubicBezTo>
                  <a:pt x="451220" y="93941"/>
                  <a:pt x="457200" y="108494"/>
                  <a:pt x="457200" y="123677"/>
                </a:cubicBezTo>
                <a:lnTo>
                  <a:pt x="457200" y="314325"/>
                </a:lnTo>
                <a:cubicBezTo>
                  <a:pt x="457200" y="345849"/>
                  <a:pt x="431574" y="371475"/>
                  <a:pt x="400050" y="371475"/>
                </a:cubicBezTo>
                <a:lnTo>
                  <a:pt x="142875" y="371475"/>
                </a:lnTo>
                <a:cubicBezTo>
                  <a:pt x="111351" y="371475"/>
                  <a:pt x="85725" y="345849"/>
                  <a:pt x="85725" y="314325"/>
                </a:cubicBezTo>
                <a:lnTo>
                  <a:pt x="85725" y="57150"/>
                </a:lnTo>
                <a:cubicBezTo>
                  <a:pt x="85725" y="25626"/>
                  <a:pt x="111351" y="0"/>
                  <a:pt x="142875" y="0"/>
                </a:cubicBezTo>
                <a:lnTo>
                  <a:pt x="157163" y="0"/>
                </a:lnTo>
                <a:lnTo>
                  <a:pt x="200025" y="0"/>
                </a:lnTo>
                <a:moveTo>
                  <a:pt x="200025" y="42863"/>
                </a:moveTo>
                <a:lnTo>
                  <a:pt x="200025" y="85725"/>
                </a:lnTo>
                <a:lnTo>
                  <a:pt x="300038" y="85725"/>
                </a:lnTo>
                <a:lnTo>
                  <a:pt x="300038" y="42863"/>
                </a:lnTo>
                <a:lnTo>
                  <a:pt x="200025" y="42863"/>
                </a:lnTo>
                <a:moveTo>
                  <a:pt x="42863" y="107159"/>
                </a:moveTo>
                <a:lnTo>
                  <a:pt x="42863" y="335759"/>
                </a:lnTo>
                <a:cubicBezTo>
                  <a:pt x="42863" y="379156"/>
                  <a:pt x="78044" y="414342"/>
                  <a:pt x="121446" y="414342"/>
                </a:cubicBezTo>
                <a:lnTo>
                  <a:pt x="350046" y="414342"/>
                </a:lnTo>
                <a:cubicBezTo>
                  <a:pt x="361924" y="414342"/>
                  <a:pt x="371480" y="423898"/>
                  <a:pt x="371480" y="435776"/>
                </a:cubicBezTo>
                <a:cubicBezTo>
                  <a:pt x="371480" y="447654"/>
                  <a:pt x="361924" y="457209"/>
                  <a:pt x="350051" y="457209"/>
                </a:cubicBezTo>
                <a:lnTo>
                  <a:pt x="121451" y="457209"/>
                </a:lnTo>
                <a:cubicBezTo>
                  <a:pt x="54389" y="457209"/>
                  <a:pt x="9" y="402825"/>
                  <a:pt x="9" y="335768"/>
                </a:cubicBezTo>
                <a:lnTo>
                  <a:pt x="9" y="107168"/>
                </a:lnTo>
                <a:cubicBezTo>
                  <a:pt x="9" y="95290"/>
                  <a:pt x="9565" y="85739"/>
                  <a:pt x="21443" y="85739"/>
                </a:cubicBezTo>
                <a:cubicBezTo>
                  <a:pt x="33321" y="85739"/>
                  <a:pt x="42876" y="95294"/>
                  <a:pt x="42876" y="107172"/>
                </a:cubicBezTo>
                <a:lnTo>
                  <a:pt x="42863" y="107159"/>
                </a:lnTo>
                <a:moveTo>
                  <a:pt x="214313" y="228600"/>
                </a:moveTo>
                <a:cubicBezTo>
                  <a:pt x="214313" y="197035"/>
                  <a:pt x="239897" y="171450"/>
                  <a:pt x="271463" y="171450"/>
                </a:cubicBezTo>
                <a:cubicBezTo>
                  <a:pt x="303028" y="171450"/>
                  <a:pt x="328613" y="197035"/>
                  <a:pt x="328613" y="228600"/>
                </a:cubicBezTo>
                <a:cubicBezTo>
                  <a:pt x="328613" y="260165"/>
                  <a:pt x="303028" y="285750"/>
                  <a:pt x="271463" y="285750"/>
                </a:cubicBezTo>
                <a:cubicBezTo>
                  <a:pt x="239897" y="285750"/>
                  <a:pt x="214313" y="260165"/>
                  <a:pt x="214313" y="2286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55384" y="1867964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35733" y="21434"/>
                </a:moveTo>
                <a:cubicBezTo>
                  <a:pt x="135733" y="9555"/>
                  <a:pt x="126180" y="5"/>
                  <a:pt x="114302" y="5"/>
                </a:cubicBezTo>
                <a:cubicBezTo>
                  <a:pt x="102425" y="5"/>
                  <a:pt x="92872" y="9560"/>
                  <a:pt x="92872" y="21438"/>
                </a:cubicBezTo>
                <a:lnTo>
                  <a:pt x="92872" y="57159"/>
                </a:lnTo>
                <a:lnTo>
                  <a:pt x="57151" y="57159"/>
                </a:lnTo>
                <a:cubicBezTo>
                  <a:pt x="25631" y="57159"/>
                  <a:pt x="0" y="82785"/>
                  <a:pt x="0" y="114309"/>
                </a:cubicBezTo>
                <a:lnTo>
                  <a:pt x="0" y="128597"/>
                </a:lnTo>
                <a:lnTo>
                  <a:pt x="0" y="171459"/>
                </a:lnTo>
                <a:lnTo>
                  <a:pt x="0" y="400059"/>
                </a:lnTo>
                <a:cubicBezTo>
                  <a:pt x="0" y="431583"/>
                  <a:pt x="25627" y="457209"/>
                  <a:pt x="57151" y="457209"/>
                </a:cubicBezTo>
                <a:lnTo>
                  <a:pt x="342903" y="457209"/>
                </a:lnTo>
                <a:cubicBezTo>
                  <a:pt x="374423" y="457209"/>
                  <a:pt x="400054" y="431583"/>
                  <a:pt x="400054" y="400059"/>
                </a:cubicBezTo>
                <a:lnTo>
                  <a:pt x="400054" y="171459"/>
                </a:lnTo>
                <a:lnTo>
                  <a:pt x="400054" y="128597"/>
                </a:lnTo>
                <a:lnTo>
                  <a:pt x="400054" y="114309"/>
                </a:lnTo>
                <a:cubicBezTo>
                  <a:pt x="400054" y="82785"/>
                  <a:pt x="374427" y="57159"/>
                  <a:pt x="342903" y="57159"/>
                </a:cubicBezTo>
                <a:lnTo>
                  <a:pt x="307182" y="57159"/>
                </a:lnTo>
                <a:lnTo>
                  <a:pt x="307182" y="21443"/>
                </a:lnTo>
                <a:cubicBezTo>
                  <a:pt x="307182" y="9565"/>
                  <a:pt x="297629" y="14"/>
                  <a:pt x="285752" y="14"/>
                </a:cubicBezTo>
                <a:cubicBezTo>
                  <a:pt x="273874" y="14"/>
                  <a:pt x="264321" y="9569"/>
                  <a:pt x="264321" y="21447"/>
                </a:cubicBezTo>
                <a:lnTo>
                  <a:pt x="264321" y="57168"/>
                </a:lnTo>
                <a:lnTo>
                  <a:pt x="135733" y="57168"/>
                </a:lnTo>
                <a:lnTo>
                  <a:pt x="135733" y="21434"/>
                </a:lnTo>
                <a:moveTo>
                  <a:pt x="42861" y="171450"/>
                </a:moveTo>
                <a:lnTo>
                  <a:pt x="357185" y="171450"/>
                </a:lnTo>
                <a:lnTo>
                  <a:pt x="357185" y="400050"/>
                </a:lnTo>
                <a:cubicBezTo>
                  <a:pt x="357185" y="407909"/>
                  <a:pt x="350756" y="414338"/>
                  <a:pt x="342899" y="414338"/>
                </a:cubicBezTo>
                <a:lnTo>
                  <a:pt x="57147" y="414338"/>
                </a:lnTo>
                <a:cubicBezTo>
                  <a:pt x="49290" y="414338"/>
                  <a:pt x="42861" y="407909"/>
                  <a:pt x="42861" y="400050"/>
                </a:cubicBezTo>
                <a:lnTo>
                  <a:pt x="42861" y="17145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74114" y="1867489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14298" y="0"/>
                </a:moveTo>
                <a:cubicBezTo>
                  <a:pt x="126176" y="0"/>
                  <a:pt x="135729" y="9555"/>
                  <a:pt x="135729" y="21434"/>
                </a:cubicBezTo>
                <a:lnTo>
                  <a:pt x="135729" y="57155"/>
                </a:lnTo>
                <a:lnTo>
                  <a:pt x="264317" y="57155"/>
                </a:lnTo>
                <a:lnTo>
                  <a:pt x="264317" y="21438"/>
                </a:lnTo>
                <a:cubicBezTo>
                  <a:pt x="264317" y="9560"/>
                  <a:pt x="273870" y="9"/>
                  <a:pt x="285748" y="9"/>
                </a:cubicBezTo>
                <a:cubicBezTo>
                  <a:pt x="297625" y="9"/>
                  <a:pt x="307178" y="9565"/>
                  <a:pt x="307178" y="21443"/>
                </a:cubicBezTo>
                <a:lnTo>
                  <a:pt x="307178" y="57164"/>
                </a:lnTo>
                <a:lnTo>
                  <a:pt x="342899" y="57164"/>
                </a:lnTo>
                <a:cubicBezTo>
                  <a:pt x="374419" y="57164"/>
                  <a:pt x="400050" y="82790"/>
                  <a:pt x="400050" y="114314"/>
                </a:cubicBezTo>
                <a:lnTo>
                  <a:pt x="400050" y="128601"/>
                </a:lnTo>
                <a:lnTo>
                  <a:pt x="400050" y="171464"/>
                </a:lnTo>
                <a:lnTo>
                  <a:pt x="400050" y="400064"/>
                </a:lnTo>
                <a:cubicBezTo>
                  <a:pt x="400050" y="431588"/>
                  <a:pt x="374423" y="457214"/>
                  <a:pt x="342899" y="457214"/>
                </a:cubicBezTo>
                <a:lnTo>
                  <a:pt x="57147" y="457214"/>
                </a:lnTo>
                <a:cubicBezTo>
                  <a:pt x="25627" y="457214"/>
                  <a:pt x="-4" y="431588"/>
                  <a:pt x="-4" y="400064"/>
                </a:cubicBezTo>
                <a:lnTo>
                  <a:pt x="-4" y="171464"/>
                </a:lnTo>
                <a:lnTo>
                  <a:pt x="-4" y="128601"/>
                </a:lnTo>
                <a:lnTo>
                  <a:pt x="-4" y="114314"/>
                </a:lnTo>
                <a:cubicBezTo>
                  <a:pt x="-4" y="82790"/>
                  <a:pt x="25623" y="57164"/>
                  <a:pt x="57147" y="57164"/>
                </a:cubicBezTo>
                <a:lnTo>
                  <a:pt x="92868" y="57164"/>
                </a:lnTo>
                <a:lnTo>
                  <a:pt x="92868" y="21447"/>
                </a:lnTo>
                <a:cubicBezTo>
                  <a:pt x="92868" y="9569"/>
                  <a:pt x="102421" y="18"/>
                  <a:pt x="114298" y="18"/>
                </a:cubicBezTo>
                <a:lnTo>
                  <a:pt x="114298" y="0"/>
                </a:lnTo>
                <a:moveTo>
                  <a:pt x="357189" y="171450"/>
                </a:moveTo>
                <a:lnTo>
                  <a:pt x="42865" y="171450"/>
                </a:lnTo>
                <a:lnTo>
                  <a:pt x="42865" y="400050"/>
                </a:lnTo>
                <a:cubicBezTo>
                  <a:pt x="42865" y="407909"/>
                  <a:pt x="49294" y="414338"/>
                  <a:pt x="57151" y="414338"/>
                </a:cubicBezTo>
                <a:lnTo>
                  <a:pt x="342903" y="414338"/>
                </a:lnTo>
                <a:cubicBezTo>
                  <a:pt x="350760" y="414338"/>
                  <a:pt x="357189" y="407909"/>
                  <a:pt x="357189" y="400050"/>
                </a:cubicBezTo>
                <a:lnTo>
                  <a:pt x="357189" y="171450"/>
                </a:lnTo>
                <a:moveTo>
                  <a:pt x="275750" y="216992"/>
                </a:moveTo>
                <a:cubicBezTo>
                  <a:pt x="288876" y="230118"/>
                  <a:pt x="288876" y="251460"/>
                  <a:pt x="275750" y="264586"/>
                </a:cubicBezTo>
                <a:lnTo>
                  <a:pt x="262445" y="277891"/>
                </a:lnTo>
                <a:lnTo>
                  <a:pt x="214851" y="230383"/>
                </a:lnTo>
                <a:lnTo>
                  <a:pt x="228157" y="216987"/>
                </a:lnTo>
                <a:cubicBezTo>
                  <a:pt x="241282" y="203861"/>
                  <a:pt x="262625" y="203861"/>
                  <a:pt x="275750" y="216987"/>
                </a:cubicBezTo>
                <a:lnTo>
                  <a:pt x="275750" y="216992"/>
                </a:lnTo>
                <a:moveTo>
                  <a:pt x="130464" y="314773"/>
                </a:moveTo>
                <a:lnTo>
                  <a:pt x="194668" y="250568"/>
                </a:lnTo>
                <a:lnTo>
                  <a:pt x="242262" y="298163"/>
                </a:lnTo>
                <a:lnTo>
                  <a:pt x="178058" y="362368"/>
                </a:lnTo>
                <a:cubicBezTo>
                  <a:pt x="174398" y="366030"/>
                  <a:pt x="169841" y="368618"/>
                  <a:pt x="164753" y="369870"/>
                </a:cubicBezTo>
                <a:lnTo>
                  <a:pt x="132069" y="378086"/>
                </a:lnTo>
                <a:cubicBezTo>
                  <a:pt x="127156" y="379334"/>
                  <a:pt x="122067" y="377908"/>
                  <a:pt x="118495" y="374337"/>
                </a:cubicBezTo>
                <a:cubicBezTo>
                  <a:pt x="114922" y="370766"/>
                  <a:pt x="113494" y="365673"/>
                  <a:pt x="114746" y="360763"/>
                </a:cubicBezTo>
                <a:lnTo>
                  <a:pt x="122963" y="328082"/>
                </a:lnTo>
                <a:cubicBezTo>
                  <a:pt x="124212" y="323080"/>
                  <a:pt x="126804" y="318440"/>
                  <a:pt x="130464" y="314778"/>
                </a:cubicBezTo>
                <a:lnTo>
                  <a:pt x="130464" y="31477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457832"/>
            <a:ext cx="3474720" cy="2103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58640" y="1457832"/>
            <a:ext cx="3474720" cy="2103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10911" y="1457832"/>
            <a:ext cx="3474720" cy="2103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164795"/>
            <a:ext cx="10972800" cy="45719"/>
          </a:xfrm>
          <a:custGeom>
            <a:avLst/>
            <a:gdLst/>
            <a:ahLst/>
            <a:cxnLst/>
            <a:rect l="l" t="t" r="r" b="b"/>
            <a:pathLst>
              <a:path w="10972800" h="45719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1"/>
            <a:ext cx="1097280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招聘漏斗分析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3814366"/>
            <a:ext cx="3474720" cy="2103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58640" y="3814366"/>
            <a:ext cx="3474720" cy="2103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07680" y="3814366"/>
            <a:ext cx="3474720" cy="2103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36280" y="5036909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接受offer数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实际入职数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转化率</a:t>
            </a:r>
            <a:endParaRPr lang="en-US" sz="962" dirty="0"/>
          </a:p>
        </p:txBody>
      </p:sp>
      <p:sp>
        <p:nvSpPr>
          <p:cNvPr id="16" name="Text 14"/>
          <p:cNvSpPr/>
          <p:nvPr/>
        </p:nvSpPr>
        <p:spPr>
          <a:xfrm>
            <a:off x="8336280" y="454750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入职阶段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6280" y="4041625"/>
            <a:ext cx="320040" cy="300038"/>
          </a:xfrm>
          <a:custGeom>
            <a:avLst/>
            <a:gdLst/>
            <a:ahLst/>
            <a:cxnLst/>
            <a:rect l="l" t="t" r="r" b="b"/>
            <a:pathLst>
              <a:path w="320040" h="300038">
                <a:moveTo>
                  <a:pt x="110014" y="35005"/>
                </a:moveTo>
                <a:lnTo>
                  <a:pt x="110014" y="60008"/>
                </a:lnTo>
                <a:lnTo>
                  <a:pt x="210026" y="60008"/>
                </a:lnTo>
                <a:lnTo>
                  <a:pt x="210026" y="35005"/>
                </a:lnTo>
                <a:cubicBezTo>
                  <a:pt x="210026" y="32254"/>
                  <a:pt x="207776" y="30004"/>
                  <a:pt x="205027" y="30004"/>
                </a:cubicBezTo>
                <a:lnTo>
                  <a:pt x="115016" y="30004"/>
                </a:lnTo>
                <a:cubicBezTo>
                  <a:pt x="112267" y="30004"/>
                  <a:pt x="110017" y="32254"/>
                  <a:pt x="110017" y="35005"/>
                </a:cubicBezTo>
                <a:lnTo>
                  <a:pt x="110014" y="35005"/>
                </a:lnTo>
                <a:moveTo>
                  <a:pt x="80010" y="60008"/>
                </a:moveTo>
                <a:lnTo>
                  <a:pt x="80010" y="35005"/>
                </a:lnTo>
                <a:cubicBezTo>
                  <a:pt x="80010" y="15692"/>
                  <a:pt x="95698" y="0"/>
                  <a:pt x="115016" y="0"/>
                </a:cubicBezTo>
                <a:lnTo>
                  <a:pt x="205027" y="0"/>
                </a:lnTo>
                <a:cubicBezTo>
                  <a:pt x="224342" y="0"/>
                  <a:pt x="240033" y="15689"/>
                  <a:pt x="240033" y="35005"/>
                </a:cubicBezTo>
                <a:lnTo>
                  <a:pt x="240033" y="60008"/>
                </a:lnTo>
                <a:lnTo>
                  <a:pt x="280038" y="60008"/>
                </a:lnTo>
                <a:cubicBezTo>
                  <a:pt x="302105" y="60008"/>
                  <a:pt x="320043" y="77947"/>
                  <a:pt x="320043" y="100012"/>
                </a:cubicBezTo>
                <a:lnTo>
                  <a:pt x="320043" y="175021"/>
                </a:lnTo>
                <a:lnTo>
                  <a:pt x="320043" y="260031"/>
                </a:lnTo>
                <a:cubicBezTo>
                  <a:pt x="320043" y="282095"/>
                  <a:pt x="302105" y="300035"/>
                  <a:pt x="280038" y="300035"/>
                </a:cubicBezTo>
                <a:lnTo>
                  <a:pt x="40008" y="300035"/>
                </a:lnTo>
                <a:cubicBezTo>
                  <a:pt x="17941" y="300035"/>
                  <a:pt x="3" y="282095"/>
                  <a:pt x="3" y="260031"/>
                </a:cubicBezTo>
                <a:lnTo>
                  <a:pt x="3" y="175021"/>
                </a:lnTo>
                <a:lnTo>
                  <a:pt x="3" y="100012"/>
                </a:lnTo>
                <a:cubicBezTo>
                  <a:pt x="3" y="77947"/>
                  <a:pt x="17941" y="60008"/>
                  <a:pt x="40008" y="60008"/>
                </a:cubicBezTo>
                <a:lnTo>
                  <a:pt x="80010" y="60008"/>
                </a:lnTo>
                <a:moveTo>
                  <a:pt x="30004" y="190023"/>
                </a:moveTo>
                <a:lnTo>
                  <a:pt x="30004" y="260030"/>
                </a:lnTo>
                <a:cubicBezTo>
                  <a:pt x="30004" y="265530"/>
                  <a:pt x="34504" y="270031"/>
                  <a:pt x="40005" y="270031"/>
                </a:cubicBezTo>
                <a:lnTo>
                  <a:pt x="280035" y="270031"/>
                </a:lnTo>
                <a:cubicBezTo>
                  <a:pt x="285536" y="270031"/>
                  <a:pt x="290036" y="265530"/>
                  <a:pt x="290036" y="260030"/>
                </a:cubicBezTo>
                <a:lnTo>
                  <a:pt x="290036" y="190023"/>
                </a:lnTo>
                <a:lnTo>
                  <a:pt x="200025" y="190023"/>
                </a:lnTo>
                <a:lnTo>
                  <a:pt x="200025" y="200023"/>
                </a:lnTo>
                <a:cubicBezTo>
                  <a:pt x="200025" y="211085"/>
                  <a:pt x="191086" y="220026"/>
                  <a:pt x="180023" y="220026"/>
                </a:cubicBezTo>
                <a:lnTo>
                  <a:pt x="140017" y="220026"/>
                </a:lnTo>
                <a:cubicBezTo>
                  <a:pt x="128954" y="220026"/>
                  <a:pt x="120015" y="211088"/>
                  <a:pt x="120015" y="200023"/>
                </a:cubicBezTo>
                <a:lnTo>
                  <a:pt x="120015" y="190023"/>
                </a:lnTo>
                <a:lnTo>
                  <a:pt x="30004" y="190023"/>
                </a:lnTo>
                <a:moveTo>
                  <a:pt x="120015" y="160019"/>
                </a:moveTo>
                <a:lnTo>
                  <a:pt x="200025" y="160019"/>
                </a:lnTo>
                <a:lnTo>
                  <a:pt x="290036" y="160019"/>
                </a:lnTo>
                <a:lnTo>
                  <a:pt x="290036" y="100012"/>
                </a:lnTo>
                <a:cubicBezTo>
                  <a:pt x="290036" y="94512"/>
                  <a:pt x="285536" y="90011"/>
                  <a:pt x="280035" y="90011"/>
                </a:cubicBezTo>
                <a:lnTo>
                  <a:pt x="225030" y="90011"/>
                </a:lnTo>
                <a:lnTo>
                  <a:pt x="95013" y="90011"/>
                </a:lnTo>
                <a:lnTo>
                  <a:pt x="40008" y="90011"/>
                </a:lnTo>
                <a:cubicBezTo>
                  <a:pt x="34507" y="90011"/>
                  <a:pt x="30007" y="94512"/>
                  <a:pt x="30007" y="100011"/>
                </a:cubicBezTo>
                <a:lnTo>
                  <a:pt x="30007" y="160019"/>
                </a:lnTo>
                <a:lnTo>
                  <a:pt x="120015" y="16001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87240" y="5036909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发放offer数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接受offer数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转化率</a:t>
            </a:r>
            <a:endParaRPr lang="en-US" sz="962" dirty="0"/>
          </a:p>
        </p:txBody>
      </p:sp>
      <p:sp>
        <p:nvSpPr>
          <p:cNvPr id="19" name="Text 17"/>
          <p:cNvSpPr/>
          <p:nvPr/>
        </p:nvSpPr>
        <p:spPr>
          <a:xfrm>
            <a:off x="4587240" y="454750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Offer阶段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87240" y="4071629"/>
            <a:ext cx="320040" cy="240030"/>
          </a:xfrm>
          <a:custGeom>
            <a:avLst/>
            <a:gdLst/>
            <a:ahLst/>
            <a:cxnLst/>
            <a:rect l="l" t="t" r="r" b="b"/>
            <a:pathLst>
              <a:path w="320040" h="240030">
                <a:moveTo>
                  <a:pt x="40005" y="30004"/>
                </a:moveTo>
                <a:cubicBezTo>
                  <a:pt x="34504" y="30004"/>
                  <a:pt x="30004" y="34504"/>
                  <a:pt x="30004" y="40006"/>
                </a:cubicBezTo>
                <a:lnTo>
                  <a:pt x="30004" y="53819"/>
                </a:lnTo>
                <a:lnTo>
                  <a:pt x="137828" y="142331"/>
                </a:lnTo>
                <a:cubicBezTo>
                  <a:pt x="150768" y="152957"/>
                  <a:pt x="169333" y="152957"/>
                  <a:pt x="182272" y="142331"/>
                </a:cubicBezTo>
                <a:lnTo>
                  <a:pt x="290036" y="53819"/>
                </a:lnTo>
                <a:lnTo>
                  <a:pt x="290036" y="40006"/>
                </a:lnTo>
                <a:cubicBezTo>
                  <a:pt x="290036" y="34504"/>
                  <a:pt x="285536" y="30004"/>
                  <a:pt x="280035" y="30004"/>
                </a:cubicBezTo>
                <a:lnTo>
                  <a:pt x="40005" y="30004"/>
                </a:lnTo>
                <a:moveTo>
                  <a:pt x="30004" y="92637"/>
                </a:moveTo>
                <a:lnTo>
                  <a:pt x="30004" y="200027"/>
                </a:lnTo>
                <a:cubicBezTo>
                  <a:pt x="30004" y="205528"/>
                  <a:pt x="34504" y="210029"/>
                  <a:pt x="40005" y="210029"/>
                </a:cubicBezTo>
                <a:lnTo>
                  <a:pt x="280035" y="210029"/>
                </a:lnTo>
                <a:cubicBezTo>
                  <a:pt x="285536" y="210029"/>
                  <a:pt x="290036" y="205528"/>
                  <a:pt x="290036" y="200027"/>
                </a:cubicBezTo>
                <a:lnTo>
                  <a:pt x="290036" y="92637"/>
                </a:lnTo>
                <a:lnTo>
                  <a:pt x="201276" y="165522"/>
                </a:lnTo>
                <a:cubicBezTo>
                  <a:pt x="177273" y="185212"/>
                  <a:pt x="142706" y="185212"/>
                  <a:pt x="118767" y="165522"/>
                </a:cubicBezTo>
                <a:lnTo>
                  <a:pt x="30004" y="92637"/>
                </a:lnTo>
                <a:moveTo>
                  <a:pt x="0" y="40006"/>
                </a:moveTo>
                <a:cubicBezTo>
                  <a:pt x="0" y="17940"/>
                  <a:pt x="17938" y="0"/>
                  <a:pt x="40005" y="0"/>
                </a:cubicBezTo>
                <a:lnTo>
                  <a:pt x="280035" y="0"/>
                </a:lnTo>
                <a:cubicBezTo>
                  <a:pt x="302102" y="0"/>
                  <a:pt x="320040" y="17940"/>
                  <a:pt x="320040" y="40006"/>
                </a:cubicBezTo>
                <a:lnTo>
                  <a:pt x="320040" y="200027"/>
                </a:lnTo>
                <a:cubicBezTo>
                  <a:pt x="320040" y="222093"/>
                  <a:pt x="302102" y="240032"/>
                  <a:pt x="280035" y="240032"/>
                </a:cubicBezTo>
                <a:lnTo>
                  <a:pt x="40005" y="240032"/>
                </a:lnTo>
                <a:cubicBezTo>
                  <a:pt x="17938" y="240032"/>
                  <a:pt x="0" y="222092"/>
                  <a:pt x="0" y="200027"/>
                </a:cubicBezTo>
                <a:lnTo>
                  <a:pt x="0" y="4000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8200" y="5036909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各轮面试参与人数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通过人数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转化率</a:t>
            </a:r>
            <a:endParaRPr lang="en-US" sz="962" dirty="0"/>
          </a:p>
        </p:txBody>
      </p:sp>
      <p:sp>
        <p:nvSpPr>
          <p:cNvPr id="22" name="Text 20"/>
          <p:cNvSpPr/>
          <p:nvPr/>
        </p:nvSpPr>
        <p:spPr>
          <a:xfrm>
            <a:off x="838200" y="454750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面试阶段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9978" y="4031624"/>
            <a:ext cx="190023" cy="320040"/>
          </a:xfrm>
          <a:custGeom>
            <a:avLst/>
            <a:gdLst/>
            <a:ahLst/>
            <a:cxnLst/>
            <a:rect l="l" t="t" r="r" b="b"/>
            <a:pathLst>
              <a:path w="190023" h="320040">
                <a:moveTo>
                  <a:pt x="65001" y="30004"/>
                </a:moveTo>
                <a:cubicBezTo>
                  <a:pt x="65001" y="13432"/>
                  <a:pt x="78434" y="0"/>
                  <a:pt x="95006" y="0"/>
                </a:cubicBezTo>
                <a:cubicBezTo>
                  <a:pt x="111576" y="0"/>
                  <a:pt x="125010" y="13432"/>
                  <a:pt x="125010" y="30004"/>
                </a:cubicBezTo>
                <a:cubicBezTo>
                  <a:pt x="125010" y="46575"/>
                  <a:pt x="111578" y="60008"/>
                  <a:pt x="95006" y="60008"/>
                </a:cubicBezTo>
                <a:cubicBezTo>
                  <a:pt x="78436" y="60008"/>
                  <a:pt x="65001" y="46575"/>
                  <a:pt x="65001" y="30004"/>
                </a:cubicBezTo>
                <a:lnTo>
                  <a:pt x="65001" y="30004"/>
                </a:lnTo>
                <a:moveTo>
                  <a:pt x="85003" y="110078"/>
                </a:moveTo>
                <a:lnTo>
                  <a:pt x="85003" y="190024"/>
                </a:lnTo>
                <a:lnTo>
                  <a:pt x="105005" y="190024"/>
                </a:lnTo>
                <a:lnTo>
                  <a:pt x="105005" y="110078"/>
                </a:lnTo>
                <a:cubicBezTo>
                  <a:pt x="104568" y="110078"/>
                  <a:pt x="104068" y="110014"/>
                  <a:pt x="103566" y="110014"/>
                </a:cubicBezTo>
                <a:lnTo>
                  <a:pt x="86377" y="110014"/>
                </a:lnTo>
                <a:cubicBezTo>
                  <a:pt x="85877" y="110014"/>
                  <a:pt x="85440" y="110014"/>
                  <a:pt x="84938" y="110078"/>
                </a:cubicBezTo>
                <a:lnTo>
                  <a:pt x="85003" y="110078"/>
                </a:lnTo>
                <a:moveTo>
                  <a:pt x="85003" y="220028"/>
                </a:moveTo>
                <a:lnTo>
                  <a:pt x="85003" y="305040"/>
                </a:lnTo>
                <a:cubicBezTo>
                  <a:pt x="85003" y="313354"/>
                  <a:pt x="78314" y="320043"/>
                  <a:pt x="70001" y="320043"/>
                </a:cubicBezTo>
                <a:cubicBezTo>
                  <a:pt x="61687" y="320043"/>
                  <a:pt x="54998" y="313354"/>
                  <a:pt x="54998" y="305043"/>
                </a:cubicBezTo>
                <a:lnTo>
                  <a:pt x="54998" y="139771"/>
                </a:lnTo>
                <a:lnTo>
                  <a:pt x="28057" y="187403"/>
                </a:lnTo>
                <a:cubicBezTo>
                  <a:pt x="23994" y="194591"/>
                  <a:pt x="14805" y="197154"/>
                  <a:pt x="7616" y="193090"/>
                </a:cubicBezTo>
                <a:cubicBezTo>
                  <a:pt x="427" y="189025"/>
                  <a:pt x="-2136" y="179837"/>
                  <a:pt x="1929" y="172649"/>
                </a:cubicBezTo>
                <a:lnTo>
                  <a:pt x="38557" y="107953"/>
                </a:lnTo>
                <a:cubicBezTo>
                  <a:pt x="48309" y="90699"/>
                  <a:pt x="66624" y="80013"/>
                  <a:pt x="86437" y="80013"/>
                </a:cubicBezTo>
                <a:lnTo>
                  <a:pt x="103627" y="80013"/>
                </a:lnTo>
                <a:cubicBezTo>
                  <a:pt x="123443" y="80013"/>
                  <a:pt x="141757" y="90703"/>
                  <a:pt x="151507" y="107953"/>
                </a:cubicBezTo>
                <a:lnTo>
                  <a:pt x="188075" y="172649"/>
                </a:lnTo>
                <a:cubicBezTo>
                  <a:pt x="192138" y="179837"/>
                  <a:pt x="189637" y="189025"/>
                  <a:pt x="182388" y="193090"/>
                </a:cubicBezTo>
                <a:cubicBezTo>
                  <a:pt x="175136" y="197154"/>
                  <a:pt x="166012" y="194652"/>
                  <a:pt x="161947" y="187403"/>
                </a:cubicBezTo>
                <a:lnTo>
                  <a:pt x="135005" y="139771"/>
                </a:lnTo>
                <a:lnTo>
                  <a:pt x="135005" y="305043"/>
                </a:lnTo>
                <a:cubicBezTo>
                  <a:pt x="135005" y="313358"/>
                  <a:pt x="128317" y="320046"/>
                  <a:pt x="120003" y="320046"/>
                </a:cubicBezTo>
                <a:cubicBezTo>
                  <a:pt x="111690" y="320046"/>
                  <a:pt x="105001" y="313358"/>
                  <a:pt x="105001" y="305046"/>
                </a:cubicBezTo>
                <a:lnTo>
                  <a:pt x="105001" y="220037"/>
                </a:lnTo>
                <a:lnTo>
                  <a:pt x="85003" y="22002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339511" y="2702245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推送业务方数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业务通过数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转化率</a:t>
            </a:r>
            <a:endParaRPr lang="en-US" sz="962" dirty="0"/>
          </a:p>
        </p:txBody>
      </p:sp>
      <p:sp>
        <p:nvSpPr>
          <p:cNvPr id="25" name="Text 23"/>
          <p:cNvSpPr/>
          <p:nvPr/>
        </p:nvSpPr>
        <p:spPr>
          <a:xfrm>
            <a:off x="8339511" y="2190087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业务筛选阶段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36280" y="1691397"/>
            <a:ext cx="320040" cy="222907"/>
          </a:xfrm>
          <a:custGeom>
            <a:avLst/>
            <a:gdLst/>
            <a:ahLst/>
            <a:cxnLst/>
            <a:rect l="l" t="t" r="r" b="b"/>
            <a:pathLst>
              <a:path w="320040" h="222907">
                <a:moveTo>
                  <a:pt x="315006" y="5035"/>
                </a:moveTo>
                <a:cubicBezTo>
                  <a:pt x="321720" y="11749"/>
                  <a:pt x="321720" y="22605"/>
                  <a:pt x="315006" y="29248"/>
                </a:cubicBezTo>
                <a:lnTo>
                  <a:pt x="126454" y="217871"/>
                </a:lnTo>
                <a:cubicBezTo>
                  <a:pt x="119740" y="224585"/>
                  <a:pt x="108884" y="224585"/>
                  <a:pt x="102243" y="217871"/>
                </a:cubicBezTo>
                <a:lnTo>
                  <a:pt x="5037" y="120737"/>
                </a:lnTo>
                <a:cubicBezTo>
                  <a:pt x="-1677" y="114023"/>
                  <a:pt x="-1677" y="103168"/>
                  <a:pt x="5037" y="96525"/>
                </a:cubicBezTo>
                <a:cubicBezTo>
                  <a:pt x="11752" y="89883"/>
                  <a:pt x="22608" y="89811"/>
                  <a:pt x="29248" y="96525"/>
                </a:cubicBezTo>
                <a:lnTo>
                  <a:pt x="114241" y="181517"/>
                </a:lnTo>
                <a:lnTo>
                  <a:pt x="290724" y="5035"/>
                </a:lnTo>
                <a:cubicBezTo>
                  <a:pt x="297439" y="-1678"/>
                  <a:pt x="308294" y="-1678"/>
                  <a:pt x="314935" y="5035"/>
                </a:cubicBezTo>
                <a:lnTo>
                  <a:pt x="315006" y="503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87240" y="269855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沟通人数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进入面试人数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转化率</a:t>
            </a:r>
            <a:endParaRPr lang="en-US" sz="962" dirty="0"/>
          </a:p>
        </p:txBody>
      </p:sp>
      <p:sp>
        <p:nvSpPr>
          <p:cNvPr id="28" name="Text 26"/>
          <p:cNvSpPr/>
          <p:nvPr/>
        </p:nvSpPr>
        <p:spPr>
          <a:xfrm>
            <a:off x="4587240" y="2190087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在线沟通阶段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87240" y="1662837"/>
            <a:ext cx="320040" cy="280027"/>
          </a:xfrm>
          <a:custGeom>
            <a:avLst/>
            <a:gdLst/>
            <a:ahLst/>
            <a:cxnLst/>
            <a:rect l="l" t="t" r="r" b="b"/>
            <a:pathLst>
              <a:path w="320040" h="280027">
                <a:moveTo>
                  <a:pt x="77322" y="224534"/>
                </a:moveTo>
                <a:cubicBezTo>
                  <a:pt x="85383" y="218659"/>
                  <a:pt x="95820" y="217161"/>
                  <a:pt x="105194" y="220535"/>
                </a:cubicBezTo>
                <a:cubicBezTo>
                  <a:pt x="121753" y="226533"/>
                  <a:pt x="140315" y="229972"/>
                  <a:pt x="160062" y="229972"/>
                </a:cubicBezTo>
                <a:cubicBezTo>
                  <a:pt x="237988" y="229972"/>
                  <a:pt x="290046" y="179665"/>
                  <a:pt x="290046" y="129985"/>
                </a:cubicBezTo>
                <a:cubicBezTo>
                  <a:pt x="290046" y="80303"/>
                  <a:pt x="237991" y="29999"/>
                  <a:pt x="160062" y="29999"/>
                </a:cubicBezTo>
                <a:cubicBezTo>
                  <a:pt x="82135" y="29999"/>
                  <a:pt x="30077" y="80306"/>
                  <a:pt x="30077" y="129985"/>
                </a:cubicBezTo>
                <a:cubicBezTo>
                  <a:pt x="30077" y="149982"/>
                  <a:pt x="37825" y="169231"/>
                  <a:pt x="52387" y="185728"/>
                </a:cubicBezTo>
                <a:cubicBezTo>
                  <a:pt x="57761" y="191790"/>
                  <a:pt x="60385" y="199788"/>
                  <a:pt x="59761" y="207911"/>
                </a:cubicBezTo>
                <a:cubicBezTo>
                  <a:pt x="58887" y="219222"/>
                  <a:pt x="56199" y="229597"/>
                  <a:pt x="52701" y="238781"/>
                </a:cubicBezTo>
                <a:cubicBezTo>
                  <a:pt x="63323" y="233845"/>
                  <a:pt x="72137" y="228345"/>
                  <a:pt x="77322" y="224595"/>
                </a:cubicBezTo>
                <a:lnTo>
                  <a:pt x="77322" y="224534"/>
                </a:lnTo>
                <a:moveTo>
                  <a:pt x="13330" y="249904"/>
                </a:moveTo>
                <a:cubicBezTo>
                  <a:pt x="14453" y="248215"/>
                  <a:pt x="15516" y="246530"/>
                  <a:pt x="16517" y="244841"/>
                </a:cubicBezTo>
                <a:cubicBezTo>
                  <a:pt x="22768" y="234466"/>
                  <a:pt x="28704" y="220843"/>
                  <a:pt x="29892" y="205534"/>
                </a:cubicBezTo>
                <a:cubicBezTo>
                  <a:pt x="11144" y="184224"/>
                  <a:pt x="83" y="158165"/>
                  <a:pt x="83" y="129980"/>
                </a:cubicBezTo>
                <a:cubicBezTo>
                  <a:pt x="83" y="58175"/>
                  <a:pt x="71699" y="-3"/>
                  <a:pt x="160062" y="-3"/>
                </a:cubicBezTo>
                <a:cubicBezTo>
                  <a:pt x="248425" y="-3"/>
                  <a:pt x="320040" y="58178"/>
                  <a:pt x="320040" y="129980"/>
                </a:cubicBezTo>
                <a:cubicBezTo>
                  <a:pt x="320040" y="201784"/>
                  <a:pt x="248425" y="259963"/>
                  <a:pt x="160062" y="259963"/>
                </a:cubicBezTo>
                <a:cubicBezTo>
                  <a:pt x="136878" y="259963"/>
                  <a:pt x="114878" y="255964"/>
                  <a:pt x="95007" y="248776"/>
                </a:cubicBezTo>
                <a:cubicBezTo>
                  <a:pt x="87569" y="254214"/>
                  <a:pt x="75446" y="261648"/>
                  <a:pt x="61073" y="267899"/>
                </a:cubicBezTo>
                <a:cubicBezTo>
                  <a:pt x="51638" y="272023"/>
                  <a:pt x="40888" y="275773"/>
                  <a:pt x="29764" y="277960"/>
                </a:cubicBezTo>
                <a:cubicBezTo>
                  <a:pt x="29264" y="278086"/>
                  <a:pt x="28765" y="278148"/>
                  <a:pt x="28263" y="278274"/>
                </a:cubicBezTo>
                <a:cubicBezTo>
                  <a:pt x="25514" y="278775"/>
                  <a:pt x="22825" y="279212"/>
                  <a:pt x="20015" y="279461"/>
                </a:cubicBezTo>
                <a:cubicBezTo>
                  <a:pt x="19891" y="279461"/>
                  <a:pt x="19702" y="279523"/>
                  <a:pt x="19577" y="279523"/>
                </a:cubicBezTo>
                <a:cubicBezTo>
                  <a:pt x="16389" y="279836"/>
                  <a:pt x="13202" y="280024"/>
                  <a:pt x="10014" y="280024"/>
                </a:cubicBezTo>
                <a:cubicBezTo>
                  <a:pt x="5953" y="280024"/>
                  <a:pt x="2327" y="277588"/>
                  <a:pt x="765" y="273838"/>
                </a:cubicBezTo>
                <a:cubicBezTo>
                  <a:pt x="-797" y="270088"/>
                  <a:pt x="77" y="265838"/>
                  <a:pt x="2890" y="262964"/>
                </a:cubicBezTo>
                <a:cubicBezTo>
                  <a:pt x="5454" y="260341"/>
                  <a:pt x="7764" y="257526"/>
                  <a:pt x="9950" y="254527"/>
                </a:cubicBezTo>
                <a:cubicBezTo>
                  <a:pt x="11013" y="253091"/>
                  <a:pt x="12011" y="251651"/>
                  <a:pt x="12949" y="250215"/>
                </a:cubicBezTo>
                <a:lnTo>
                  <a:pt x="13138" y="249901"/>
                </a:lnTo>
                <a:lnTo>
                  <a:pt x="13330" y="24990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38200" y="269541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收到简历数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通过筛选数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转化率</a:t>
            </a:r>
            <a:endParaRPr lang="en-US" sz="962" dirty="0"/>
          </a:p>
        </p:txBody>
      </p:sp>
      <p:sp>
        <p:nvSpPr>
          <p:cNvPr id="31" name="Text 29"/>
          <p:cNvSpPr/>
          <p:nvPr/>
        </p:nvSpPr>
        <p:spPr>
          <a:xfrm>
            <a:off x="838200" y="2192681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简历筛选阶段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4969" y="1662833"/>
            <a:ext cx="320040" cy="280035"/>
          </a:xfrm>
          <a:custGeom>
            <a:avLst/>
            <a:gdLst/>
            <a:ahLst/>
            <a:cxnLst/>
            <a:rect l="l" t="t" r="r" b="b"/>
            <a:pathLst>
              <a:path w="320040" h="280035">
                <a:moveTo>
                  <a:pt x="0" y="26066"/>
                </a:moveTo>
                <a:cubicBezTo>
                  <a:pt x="0" y="11689"/>
                  <a:pt x="11688" y="0"/>
                  <a:pt x="26067" y="0"/>
                </a:cubicBezTo>
                <a:lnTo>
                  <a:pt x="293976" y="0"/>
                </a:lnTo>
                <a:cubicBezTo>
                  <a:pt x="308352" y="0"/>
                  <a:pt x="320043" y="11689"/>
                  <a:pt x="320043" y="26066"/>
                </a:cubicBezTo>
                <a:cubicBezTo>
                  <a:pt x="320043" y="32067"/>
                  <a:pt x="317979" y="37880"/>
                  <a:pt x="314167" y="42506"/>
                </a:cubicBezTo>
                <a:lnTo>
                  <a:pt x="210029" y="170334"/>
                </a:lnTo>
                <a:lnTo>
                  <a:pt x="210029" y="259844"/>
                </a:lnTo>
                <a:cubicBezTo>
                  <a:pt x="210029" y="270970"/>
                  <a:pt x="200966" y="280035"/>
                  <a:pt x="189838" y="280035"/>
                </a:cubicBezTo>
                <a:cubicBezTo>
                  <a:pt x="185274" y="280035"/>
                  <a:pt x="180839" y="278472"/>
                  <a:pt x="177273" y="275661"/>
                </a:cubicBezTo>
                <a:lnTo>
                  <a:pt x="119455" y="229780"/>
                </a:lnTo>
                <a:cubicBezTo>
                  <a:pt x="113454" y="225031"/>
                  <a:pt x="110017" y="217842"/>
                  <a:pt x="110017" y="210214"/>
                </a:cubicBezTo>
                <a:lnTo>
                  <a:pt x="110017" y="170396"/>
                </a:lnTo>
                <a:lnTo>
                  <a:pt x="5879" y="42504"/>
                </a:lnTo>
                <a:cubicBezTo>
                  <a:pt x="2067" y="37877"/>
                  <a:pt x="3" y="32064"/>
                  <a:pt x="3" y="26063"/>
                </a:cubicBezTo>
                <a:lnTo>
                  <a:pt x="0" y="26066"/>
                </a:lnTo>
                <a:moveTo>
                  <a:pt x="34379" y="30003"/>
                </a:moveTo>
                <a:lnTo>
                  <a:pt x="136641" y="155517"/>
                </a:lnTo>
                <a:cubicBezTo>
                  <a:pt x="138830" y="158206"/>
                  <a:pt x="140018" y="161519"/>
                  <a:pt x="140018" y="165019"/>
                </a:cubicBezTo>
                <a:lnTo>
                  <a:pt x="140018" y="207775"/>
                </a:lnTo>
                <a:lnTo>
                  <a:pt x="180023" y="239528"/>
                </a:lnTo>
                <a:lnTo>
                  <a:pt x="180023" y="165019"/>
                </a:lnTo>
                <a:cubicBezTo>
                  <a:pt x="180023" y="161580"/>
                  <a:pt x="181210" y="158206"/>
                  <a:pt x="183399" y="155517"/>
                </a:cubicBezTo>
                <a:lnTo>
                  <a:pt x="285661" y="30003"/>
                </a:lnTo>
                <a:lnTo>
                  <a:pt x="34379" y="3000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流失原因分析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79424" y="5024839"/>
            <a:ext cx="27635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反悔</a:t>
            </a:r>
            <a:endParaRPr lang="en-US" sz="1200" dirty="0"/>
          </a:p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其他offer更优</a:t>
            </a:r>
            <a:endParaRPr lang="en-US" sz="1200" dirty="0"/>
          </a:p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个人原因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79425" y="4620044"/>
            <a:ext cx="2763529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入职阶段流失原因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20008" y="5024839"/>
            <a:ext cx="277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薪资谈崩</a:t>
            </a:r>
            <a:endParaRPr lang="en-US" sz="1200" dirty="0"/>
          </a:p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竞品挖角</a:t>
            </a:r>
            <a:endParaRPr lang="en-US" sz="1200" dirty="0"/>
          </a:p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家庭原因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20009" y="4623739"/>
            <a:ext cx="2772783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Offer阶段流失原因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56435" y="2649169"/>
            <a:ext cx="277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能力不达标</a:t>
            </a:r>
            <a:endParaRPr lang="en-US" sz="1200" dirty="0"/>
          </a:p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文化契合度低</a:t>
            </a:r>
            <a:endParaRPr lang="en-US" sz="1200" dirty="0"/>
          </a:p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竞争力不足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56436" y="2227046"/>
            <a:ext cx="2772782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面试阶段流失原因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48905" y="2650910"/>
            <a:ext cx="27635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意向不强</a:t>
            </a:r>
            <a:endParaRPr lang="en-US" sz="1200" dirty="0"/>
          </a:p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职业规划不符</a:t>
            </a:r>
            <a:endParaRPr lang="en-US" sz="1200" dirty="0"/>
          </a:p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时间不匹配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48905" y="2246115"/>
            <a:ext cx="2763529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沟通阶段流失原因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9488" y="2650910"/>
            <a:ext cx="277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经验不匹配</a:t>
            </a:r>
            <a:endParaRPr lang="en-US" sz="1200" dirty="0"/>
          </a:p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期望薪资过高</a:t>
            </a:r>
            <a:endParaRPr lang="en-US" sz="1200" dirty="0"/>
          </a:p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地域限制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9489" y="2246115"/>
            <a:ext cx="2772783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简历阶段流失原因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14227" y="1548536"/>
            <a:ext cx="457200" cy="367727"/>
          </a:xfrm>
          <a:custGeom>
            <a:avLst/>
            <a:gdLst/>
            <a:ahLst/>
            <a:cxnLst/>
            <a:rect l="l" t="t" r="r" b="b"/>
            <a:pathLst>
              <a:path w="457200" h="367727">
                <a:moveTo>
                  <a:pt x="68914" y="12017"/>
                </a:moveTo>
                <a:cubicBezTo>
                  <a:pt x="66043" y="21067"/>
                  <a:pt x="70999" y="30760"/>
                  <a:pt x="80047" y="33706"/>
                </a:cubicBezTo>
                <a:lnTo>
                  <a:pt x="171829" y="63006"/>
                </a:lnTo>
                <a:cubicBezTo>
                  <a:pt x="174056" y="86276"/>
                  <a:pt x="190145" y="105523"/>
                  <a:pt x="211761" y="112274"/>
                </a:cubicBezTo>
                <a:lnTo>
                  <a:pt x="211761" y="333256"/>
                </a:lnTo>
                <a:lnTo>
                  <a:pt x="85364" y="333256"/>
                </a:lnTo>
                <a:cubicBezTo>
                  <a:pt x="75813" y="333256"/>
                  <a:pt x="68127" y="340942"/>
                  <a:pt x="68127" y="350492"/>
                </a:cubicBezTo>
                <a:cubicBezTo>
                  <a:pt x="68127" y="360042"/>
                  <a:pt x="75813" y="367727"/>
                  <a:pt x="85364" y="367727"/>
                </a:cubicBezTo>
                <a:lnTo>
                  <a:pt x="228998" y="367727"/>
                </a:lnTo>
                <a:cubicBezTo>
                  <a:pt x="238549" y="367727"/>
                  <a:pt x="246234" y="360042"/>
                  <a:pt x="246234" y="350492"/>
                </a:cubicBezTo>
                <a:lnTo>
                  <a:pt x="246234" y="112275"/>
                </a:lnTo>
                <a:cubicBezTo>
                  <a:pt x="256434" y="109042"/>
                  <a:pt x="265482" y="103081"/>
                  <a:pt x="272377" y="95183"/>
                </a:cubicBezTo>
                <a:lnTo>
                  <a:pt x="367392" y="125561"/>
                </a:lnTo>
                <a:cubicBezTo>
                  <a:pt x="376440" y="128433"/>
                  <a:pt x="386137" y="123479"/>
                  <a:pt x="389082" y="114429"/>
                </a:cubicBezTo>
                <a:cubicBezTo>
                  <a:pt x="392026" y="105380"/>
                  <a:pt x="386997" y="95686"/>
                  <a:pt x="377949" y="92741"/>
                </a:cubicBezTo>
                <a:lnTo>
                  <a:pt x="286166" y="63440"/>
                </a:lnTo>
                <a:cubicBezTo>
                  <a:pt x="286381" y="61502"/>
                  <a:pt x="286454" y="59491"/>
                  <a:pt x="286454" y="57480"/>
                </a:cubicBezTo>
                <a:cubicBezTo>
                  <a:pt x="286454" y="25737"/>
                  <a:pt x="260746" y="26"/>
                  <a:pt x="229002" y="26"/>
                </a:cubicBezTo>
                <a:cubicBezTo>
                  <a:pt x="207601" y="26"/>
                  <a:pt x="188929" y="11731"/>
                  <a:pt x="179017" y="29113"/>
                </a:cubicBezTo>
                <a:lnTo>
                  <a:pt x="90612" y="817"/>
                </a:lnTo>
                <a:cubicBezTo>
                  <a:pt x="81564" y="-2055"/>
                  <a:pt x="71867" y="2898"/>
                  <a:pt x="68923" y="11948"/>
                </a:cubicBezTo>
                <a:lnTo>
                  <a:pt x="68914" y="12017"/>
                </a:lnTo>
                <a:moveTo>
                  <a:pt x="91106" y="117662"/>
                </a:moveTo>
                <a:lnTo>
                  <a:pt x="143104" y="206858"/>
                </a:lnTo>
                <a:lnTo>
                  <a:pt x="39113" y="206858"/>
                </a:lnTo>
                <a:lnTo>
                  <a:pt x="91106" y="117662"/>
                </a:lnTo>
                <a:moveTo>
                  <a:pt x="181595" y="219140"/>
                </a:moveTo>
                <a:cubicBezTo>
                  <a:pt x="183461" y="211241"/>
                  <a:pt x="180877" y="203125"/>
                  <a:pt x="176786" y="196087"/>
                </a:cubicBezTo>
                <a:lnTo>
                  <a:pt x="108416" y="78881"/>
                </a:lnTo>
                <a:cubicBezTo>
                  <a:pt x="104827" y="72703"/>
                  <a:pt x="98216" y="68971"/>
                  <a:pt x="91106" y="68971"/>
                </a:cubicBezTo>
                <a:cubicBezTo>
                  <a:pt x="83997" y="68971"/>
                  <a:pt x="77390" y="72777"/>
                  <a:pt x="73797" y="78881"/>
                </a:cubicBezTo>
                <a:lnTo>
                  <a:pt x="5427" y="196157"/>
                </a:lnTo>
                <a:cubicBezTo>
                  <a:pt x="1335" y="203121"/>
                  <a:pt x="-1253" y="211237"/>
                  <a:pt x="617" y="219140"/>
                </a:cubicBezTo>
                <a:cubicBezTo>
                  <a:pt x="8371" y="251386"/>
                  <a:pt x="45935" y="275803"/>
                  <a:pt x="91106" y="275803"/>
                </a:cubicBezTo>
                <a:cubicBezTo>
                  <a:pt x="136278" y="275803"/>
                  <a:pt x="173841" y="251386"/>
                  <a:pt x="181595" y="219140"/>
                </a:cubicBezTo>
                <a:lnTo>
                  <a:pt x="181595" y="219140"/>
                </a:lnTo>
                <a:moveTo>
                  <a:pt x="418087" y="298782"/>
                </a:moveTo>
                <a:lnTo>
                  <a:pt x="314023" y="298782"/>
                </a:lnTo>
                <a:lnTo>
                  <a:pt x="366021" y="209586"/>
                </a:lnTo>
                <a:lnTo>
                  <a:pt x="418087" y="298782"/>
                </a:lnTo>
                <a:moveTo>
                  <a:pt x="366094" y="367727"/>
                </a:moveTo>
                <a:cubicBezTo>
                  <a:pt x="411265" y="367727"/>
                  <a:pt x="448829" y="343310"/>
                  <a:pt x="456583" y="311064"/>
                </a:cubicBezTo>
                <a:cubicBezTo>
                  <a:pt x="458448" y="303165"/>
                  <a:pt x="455865" y="295050"/>
                  <a:pt x="451773" y="288011"/>
                </a:cubicBezTo>
                <a:lnTo>
                  <a:pt x="383330" y="170806"/>
                </a:lnTo>
                <a:cubicBezTo>
                  <a:pt x="379741" y="164628"/>
                  <a:pt x="373130" y="160895"/>
                  <a:pt x="366021" y="160895"/>
                </a:cubicBezTo>
                <a:cubicBezTo>
                  <a:pt x="358911" y="160895"/>
                  <a:pt x="352305" y="164701"/>
                  <a:pt x="348711" y="170806"/>
                </a:cubicBezTo>
                <a:lnTo>
                  <a:pt x="280414" y="288081"/>
                </a:lnTo>
                <a:cubicBezTo>
                  <a:pt x="276323" y="295119"/>
                  <a:pt x="273735" y="303235"/>
                  <a:pt x="275605" y="311134"/>
                </a:cubicBezTo>
                <a:cubicBezTo>
                  <a:pt x="283359" y="343306"/>
                  <a:pt x="320922" y="367727"/>
                  <a:pt x="366021" y="367727"/>
                </a:cubicBezTo>
                <a:lnTo>
                  <a:pt x="366094" y="367727"/>
                </a:lnTo>
                <a:moveTo>
                  <a:pt x="228993" y="34497"/>
                </a:moveTo>
                <a:cubicBezTo>
                  <a:pt x="241685" y="34497"/>
                  <a:pt x="251977" y="44786"/>
                  <a:pt x="251977" y="57479"/>
                </a:cubicBezTo>
                <a:cubicBezTo>
                  <a:pt x="251977" y="70173"/>
                  <a:pt x="241690" y="80462"/>
                  <a:pt x="228993" y="80462"/>
                </a:cubicBezTo>
                <a:cubicBezTo>
                  <a:pt x="216301" y="80462"/>
                  <a:pt x="206010" y="70173"/>
                  <a:pt x="206010" y="57479"/>
                </a:cubicBezTo>
                <a:cubicBezTo>
                  <a:pt x="206010" y="44786"/>
                  <a:pt x="216297" y="34497"/>
                  <a:pt x="228993" y="34497"/>
                </a:cubicBezTo>
                <a:lnTo>
                  <a:pt x="228993" y="344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59219" y="15038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00014" y="42863"/>
                </a:moveTo>
                <a:cubicBezTo>
                  <a:pt x="100014" y="19198"/>
                  <a:pt x="119213" y="0"/>
                  <a:pt x="142876" y="0"/>
                </a:cubicBezTo>
                <a:lnTo>
                  <a:pt x="200027" y="0"/>
                </a:lnTo>
                <a:cubicBezTo>
                  <a:pt x="223691" y="0"/>
                  <a:pt x="242890" y="19198"/>
                  <a:pt x="242890" y="42863"/>
                </a:cubicBezTo>
                <a:lnTo>
                  <a:pt x="242890" y="100013"/>
                </a:lnTo>
                <a:lnTo>
                  <a:pt x="300041" y="100013"/>
                </a:lnTo>
                <a:cubicBezTo>
                  <a:pt x="323704" y="100013"/>
                  <a:pt x="342903" y="119210"/>
                  <a:pt x="342903" y="142875"/>
                </a:cubicBezTo>
                <a:lnTo>
                  <a:pt x="342903" y="200025"/>
                </a:lnTo>
                <a:cubicBezTo>
                  <a:pt x="342903" y="223690"/>
                  <a:pt x="323704" y="242888"/>
                  <a:pt x="300041" y="242888"/>
                </a:cubicBezTo>
                <a:lnTo>
                  <a:pt x="242890" y="242888"/>
                </a:lnTo>
                <a:lnTo>
                  <a:pt x="242890" y="414338"/>
                </a:lnTo>
                <a:cubicBezTo>
                  <a:pt x="242890" y="438002"/>
                  <a:pt x="223691" y="457200"/>
                  <a:pt x="200027" y="457200"/>
                </a:cubicBezTo>
                <a:lnTo>
                  <a:pt x="142876" y="457200"/>
                </a:lnTo>
                <a:cubicBezTo>
                  <a:pt x="119213" y="457200"/>
                  <a:pt x="100014" y="438002"/>
                  <a:pt x="100014" y="414338"/>
                </a:cubicBezTo>
                <a:lnTo>
                  <a:pt x="100014" y="242888"/>
                </a:lnTo>
                <a:lnTo>
                  <a:pt x="42863" y="242888"/>
                </a:lnTo>
                <a:cubicBezTo>
                  <a:pt x="19199" y="242888"/>
                  <a:pt x="0" y="223690"/>
                  <a:pt x="0" y="200025"/>
                </a:cubicBezTo>
                <a:lnTo>
                  <a:pt x="0" y="142875"/>
                </a:lnTo>
                <a:cubicBezTo>
                  <a:pt x="0" y="119210"/>
                  <a:pt x="19199" y="100013"/>
                  <a:pt x="42863" y="100013"/>
                </a:cubicBezTo>
                <a:lnTo>
                  <a:pt x="100014" y="100013"/>
                </a:lnTo>
                <a:lnTo>
                  <a:pt x="100014" y="42863"/>
                </a:lnTo>
                <a:moveTo>
                  <a:pt x="200024" y="42863"/>
                </a:moveTo>
                <a:lnTo>
                  <a:pt x="142873" y="42863"/>
                </a:lnTo>
                <a:lnTo>
                  <a:pt x="142873" y="121446"/>
                </a:lnTo>
                <a:cubicBezTo>
                  <a:pt x="142873" y="133324"/>
                  <a:pt x="133320" y="142880"/>
                  <a:pt x="121441" y="142880"/>
                </a:cubicBezTo>
                <a:lnTo>
                  <a:pt x="42859" y="142880"/>
                </a:lnTo>
                <a:lnTo>
                  <a:pt x="42859" y="200030"/>
                </a:lnTo>
                <a:lnTo>
                  <a:pt x="121441" y="200030"/>
                </a:lnTo>
                <a:cubicBezTo>
                  <a:pt x="133320" y="200030"/>
                  <a:pt x="142873" y="209585"/>
                  <a:pt x="142873" y="221463"/>
                </a:cubicBezTo>
                <a:lnTo>
                  <a:pt x="142873" y="414347"/>
                </a:lnTo>
                <a:lnTo>
                  <a:pt x="200024" y="414347"/>
                </a:lnTo>
                <a:lnTo>
                  <a:pt x="200024" y="221468"/>
                </a:lnTo>
                <a:cubicBezTo>
                  <a:pt x="200024" y="209590"/>
                  <a:pt x="209577" y="200039"/>
                  <a:pt x="221455" y="200039"/>
                </a:cubicBezTo>
                <a:lnTo>
                  <a:pt x="300038" y="200039"/>
                </a:lnTo>
                <a:lnTo>
                  <a:pt x="300038" y="142889"/>
                </a:lnTo>
                <a:lnTo>
                  <a:pt x="221455" y="142889"/>
                </a:lnTo>
                <a:cubicBezTo>
                  <a:pt x="209577" y="142889"/>
                  <a:pt x="200024" y="133333"/>
                  <a:pt x="200024" y="121460"/>
                </a:cubicBezTo>
                <a:lnTo>
                  <a:pt x="200024" y="4286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47280" y="1532375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78584" y="0"/>
                </a:moveTo>
                <a:cubicBezTo>
                  <a:pt x="35186" y="0"/>
                  <a:pt x="5" y="35184"/>
                  <a:pt x="5" y="78582"/>
                </a:cubicBezTo>
                <a:lnTo>
                  <a:pt x="5" y="321468"/>
                </a:lnTo>
                <a:cubicBezTo>
                  <a:pt x="5" y="364866"/>
                  <a:pt x="35186" y="400050"/>
                  <a:pt x="78588" y="400050"/>
                </a:cubicBezTo>
                <a:lnTo>
                  <a:pt x="378626" y="400050"/>
                </a:lnTo>
                <a:cubicBezTo>
                  <a:pt x="422023" y="400050"/>
                  <a:pt x="457209" y="364866"/>
                  <a:pt x="457209" y="321468"/>
                </a:cubicBezTo>
                <a:lnTo>
                  <a:pt x="457209" y="164305"/>
                </a:lnTo>
                <a:cubicBezTo>
                  <a:pt x="457209" y="120907"/>
                  <a:pt x="422028" y="85723"/>
                  <a:pt x="378630" y="85723"/>
                </a:cubicBezTo>
                <a:lnTo>
                  <a:pt x="107168" y="85723"/>
                </a:lnTo>
                <a:cubicBezTo>
                  <a:pt x="95290" y="85723"/>
                  <a:pt x="85739" y="95276"/>
                  <a:pt x="85739" y="107153"/>
                </a:cubicBezTo>
                <a:cubicBezTo>
                  <a:pt x="85739" y="119031"/>
                  <a:pt x="95294" y="128584"/>
                  <a:pt x="107172" y="128584"/>
                </a:cubicBezTo>
                <a:lnTo>
                  <a:pt x="378635" y="128584"/>
                </a:lnTo>
                <a:cubicBezTo>
                  <a:pt x="398368" y="128584"/>
                  <a:pt x="414356" y="144570"/>
                  <a:pt x="414356" y="164305"/>
                </a:cubicBezTo>
                <a:lnTo>
                  <a:pt x="414356" y="321468"/>
                </a:lnTo>
                <a:cubicBezTo>
                  <a:pt x="414356" y="341203"/>
                  <a:pt x="398372" y="357189"/>
                  <a:pt x="378639" y="357189"/>
                </a:cubicBezTo>
                <a:lnTo>
                  <a:pt x="78602" y="357189"/>
                </a:lnTo>
                <a:cubicBezTo>
                  <a:pt x="58869" y="357189"/>
                  <a:pt x="42885" y="341203"/>
                  <a:pt x="42885" y="321468"/>
                </a:cubicBezTo>
                <a:lnTo>
                  <a:pt x="42885" y="78582"/>
                </a:lnTo>
                <a:cubicBezTo>
                  <a:pt x="42885" y="58847"/>
                  <a:pt x="58869" y="42861"/>
                  <a:pt x="78606" y="42861"/>
                </a:cubicBezTo>
                <a:lnTo>
                  <a:pt x="407219" y="42861"/>
                </a:lnTo>
                <a:cubicBezTo>
                  <a:pt x="419097" y="42861"/>
                  <a:pt x="428652" y="33308"/>
                  <a:pt x="428652" y="21431"/>
                </a:cubicBezTo>
                <a:cubicBezTo>
                  <a:pt x="428652" y="9553"/>
                  <a:pt x="419097" y="0"/>
                  <a:pt x="407223" y="0"/>
                </a:cubicBezTo>
                <a:lnTo>
                  <a:pt x="78584" y="0"/>
                </a:lnTo>
                <a:moveTo>
                  <a:pt x="342900" y="271462"/>
                </a:moveTo>
                <a:cubicBezTo>
                  <a:pt x="358683" y="271462"/>
                  <a:pt x="371475" y="258668"/>
                  <a:pt x="371475" y="242886"/>
                </a:cubicBezTo>
                <a:cubicBezTo>
                  <a:pt x="371475" y="227104"/>
                  <a:pt x="358683" y="214311"/>
                  <a:pt x="342900" y="214311"/>
                </a:cubicBezTo>
                <a:cubicBezTo>
                  <a:pt x="327117" y="214311"/>
                  <a:pt x="314325" y="227104"/>
                  <a:pt x="314325" y="242886"/>
                </a:cubicBezTo>
                <a:cubicBezTo>
                  <a:pt x="314325" y="258668"/>
                  <a:pt x="327117" y="271462"/>
                  <a:pt x="342900" y="271462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32589" y="3921870"/>
            <a:ext cx="457200" cy="428625"/>
          </a:xfrm>
          <a:custGeom>
            <a:avLst/>
            <a:gdLst/>
            <a:ahLst/>
            <a:cxnLst/>
            <a:rect l="l" t="t" r="r" b="b"/>
            <a:pathLst>
              <a:path w="457200" h="428625">
                <a:moveTo>
                  <a:pt x="157163" y="50008"/>
                </a:moveTo>
                <a:lnTo>
                  <a:pt x="157163" y="85725"/>
                </a:lnTo>
                <a:lnTo>
                  <a:pt x="300038" y="85725"/>
                </a:lnTo>
                <a:lnTo>
                  <a:pt x="300038" y="50008"/>
                </a:lnTo>
                <a:cubicBezTo>
                  <a:pt x="300038" y="46077"/>
                  <a:pt x="296823" y="42863"/>
                  <a:pt x="292896" y="42863"/>
                </a:cubicBezTo>
                <a:lnTo>
                  <a:pt x="164309" y="42863"/>
                </a:lnTo>
                <a:cubicBezTo>
                  <a:pt x="160381" y="42863"/>
                  <a:pt x="157167" y="46077"/>
                  <a:pt x="157167" y="50008"/>
                </a:cubicBezTo>
                <a:lnTo>
                  <a:pt x="157163" y="50008"/>
                </a:lnTo>
                <a:moveTo>
                  <a:pt x="114300" y="85725"/>
                </a:moveTo>
                <a:lnTo>
                  <a:pt x="114300" y="50008"/>
                </a:lnTo>
                <a:cubicBezTo>
                  <a:pt x="114300" y="22417"/>
                  <a:pt x="136712" y="0"/>
                  <a:pt x="164309" y="0"/>
                </a:cubicBezTo>
                <a:lnTo>
                  <a:pt x="292896" y="0"/>
                </a:lnTo>
                <a:cubicBezTo>
                  <a:pt x="320488" y="0"/>
                  <a:pt x="342905" y="22413"/>
                  <a:pt x="342905" y="50008"/>
                </a:cubicBezTo>
                <a:lnTo>
                  <a:pt x="342905" y="85725"/>
                </a:lnTo>
                <a:lnTo>
                  <a:pt x="400055" y="85725"/>
                </a:lnTo>
                <a:cubicBezTo>
                  <a:pt x="431579" y="85725"/>
                  <a:pt x="457205" y="111352"/>
                  <a:pt x="457205" y="142874"/>
                </a:cubicBezTo>
                <a:lnTo>
                  <a:pt x="457205" y="250030"/>
                </a:lnTo>
                <a:lnTo>
                  <a:pt x="457205" y="371472"/>
                </a:lnTo>
                <a:cubicBezTo>
                  <a:pt x="457205" y="402993"/>
                  <a:pt x="431579" y="428621"/>
                  <a:pt x="400055" y="428621"/>
                </a:cubicBezTo>
                <a:lnTo>
                  <a:pt x="57155" y="428621"/>
                </a:lnTo>
                <a:cubicBezTo>
                  <a:pt x="25631" y="428621"/>
                  <a:pt x="5" y="402993"/>
                  <a:pt x="5" y="371472"/>
                </a:cubicBezTo>
                <a:lnTo>
                  <a:pt x="5" y="250030"/>
                </a:lnTo>
                <a:lnTo>
                  <a:pt x="5" y="142874"/>
                </a:lnTo>
                <a:cubicBezTo>
                  <a:pt x="5" y="111352"/>
                  <a:pt x="25631" y="85725"/>
                  <a:pt x="57155" y="85725"/>
                </a:cubicBezTo>
                <a:lnTo>
                  <a:pt x="114300" y="85725"/>
                </a:lnTo>
                <a:moveTo>
                  <a:pt x="42863" y="271461"/>
                </a:moveTo>
                <a:lnTo>
                  <a:pt x="42863" y="371472"/>
                </a:lnTo>
                <a:cubicBezTo>
                  <a:pt x="42863" y="379329"/>
                  <a:pt x="49291" y="385758"/>
                  <a:pt x="57150" y="385758"/>
                </a:cubicBezTo>
                <a:lnTo>
                  <a:pt x="400050" y="385758"/>
                </a:lnTo>
                <a:cubicBezTo>
                  <a:pt x="407909" y="385758"/>
                  <a:pt x="414338" y="379329"/>
                  <a:pt x="414338" y="371472"/>
                </a:cubicBezTo>
                <a:lnTo>
                  <a:pt x="414338" y="271461"/>
                </a:lnTo>
                <a:lnTo>
                  <a:pt x="285750" y="271461"/>
                </a:lnTo>
                <a:lnTo>
                  <a:pt x="285750" y="285747"/>
                </a:lnTo>
                <a:cubicBezTo>
                  <a:pt x="285750" y="301551"/>
                  <a:pt x="272980" y="314324"/>
                  <a:pt x="257175" y="314324"/>
                </a:cubicBezTo>
                <a:lnTo>
                  <a:pt x="200025" y="314324"/>
                </a:lnTo>
                <a:cubicBezTo>
                  <a:pt x="184220" y="314324"/>
                  <a:pt x="171450" y="301555"/>
                  <a:pt x="171450" y="285747"/>
                </a:cubicBezTo>
                <a:lnTo>
                  <a:pt x="171450" y="271461"/>
                </a:lnTo>
                <a:lnTo>
                  <a:pt x="42863" y="271461"/>
                </a:lnTo>
                <a:moveTo>
                  <a:pt x="171450" y="228599"/>
                </a:moveTo>
                <a:lnTo>
                  <a:pt x="285750" y="228599"/>
                </a:lnTo>
                <a:lnTo>
                  <a:pt x="414338" y="228599"/>
                </a:lnTo>
                <a:lnTo>
                  <a:pt x="414338" y="142874"/>
                </a:lnTo>
                <a:cubicBezTo>
                  <a:pt x="414338" y="135017"/>
                  <a:pt x="407909" y="128587"/>
                  <a:pt x="400050" y="128587"/>
                </a:cubicBezTo>
                <a:lnTo>
                  <a:pt x="321471" y="128587"/>
                </a:lnTo>
                <a:lnTo>
                  <a:pt x="135734" y="128587"/>
                </a:lnTo>
                <a:lnTo>
                  <a:pt x="57155" y="128587"/>
                </a:lnTo>
                <a:cubicBezTo>
                  <a:pt x="49295" y="128587"/>
                  <a:pt x="42867" y="135017"/>
                  <a:pt x="42867" y="142874"/>
                </a:cubicBezTo>
                <a:lnTo>
                  <a:pt x="42867" y="228599"/>
                </a:lnTo>
                <a:lnTo>
                  <a:pt x="171450" y="22859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377800" y="390758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8984" y="228600"/>
                </a:moveTo>
                <a:cubicBezTo>
                  <a:pt x="48984" y="327794"/>
                  <a:pt x="129401" y="408216"/>
                  <a:pt x="228600" y="408216"/>
                </a:cubicBezTo>
                <a:cubicBezTo>
                  <a:pt x="327794" y="408216"/>
                  <a:pt x="408216" y="327799"/>
                  <a:pt x="408216" y="228600"/>
                </a:cubicBezTo>
                <a:lnTo>
                  <a:pt x="408216" y="163284"/>
                </a:lnTo>
                <a:lnTo>
                  <a:pt x="342900" y="163284"/>
                </a:lnTo>
                <a:lnTo>
                  <a:pt x="342900" y="228600"/>
                </a:lnTo>
                <a:cubicBezTo>
                  <a:pt x="342900" y="291771"/>
                  <a:pt x="291771" y="342900"/>
                  <a:pt x="228600" y="342900"/>
                </a:cubicBezTo>
                <a:cubicBezTo>
                  <a:pt x="165429" y="342900"/>
                  <a:pt x="114300" y="291771"/>
                  <a:pt x="114300" y="228600"/>
                </a:cubicBezTo>
                <a:lnTo>
                  <a:pt x="114300" y="163284"/>
                </a:lnTo>
                <a:lnTo>
                  <a:pt x="48984" y="163284"/>
                </a:lnTo>
                <a:lnTo>
                  <a:pt x="48984" y="228600"/>
                </a:lnTo>
                <a:moveTo>
                  <a:pt x="0" y="57150"/>
                </a:moveTo>
                <a:cubicBezTo>
                  <a:pt x="0" y="25617"/>
                  <a:pt x="25617" y="0"/>
                  <a:pt x="57150" y="0"/>
                </a:cubicBezTo>
                <a:lnTo>
                  <a:pt x="106134" y="0"/>
                </a:lnTo>
                <a:cubicBezTo>
                  <a:pt x="137667" y="0"/>
                  <a:pt x="163284" y="25617"/>
                  <a:pt x="163284" y="57150"/>
                </a:cubicBezTo>
                <a:lnTo>
                  <a:pt x="163284" y="228600"/>
                </a:lnTo>
                <a:cubicBezTo>
                  <a:pt x="163284" y="264623"/>
                  <a:pt x="192573" y="293916"/>
                  <a:pt x="228600" y="293916"/>
                </a:cubicBezTo>
                <a:cubicBezTo>
                  <a:pt x="264623" y="293916"/>
                  <a:pt x="293916" y="264627"/>
                  <a:pt x="293916" y="228600"/>
                </a:cubicBezTo>
                <a:lnTo>
                  <a:pt x="293916" y="57150"/>
                </a:lnTo>
                <a:cubicBezTo>
                  <a:pt x="293916" y="25617"/>
                  <a:pt x="319533" y="0"/>
                  <a:pt x="351066" y="0"/>
                </a:cubicBezTo>
                <a:lnTo>
                  <a:pt x="400050" y="0"/>
                </a:lnTo>
                <a:cubicBezTo>
                  <a:pt x="431583" y="0"/>
                  <a:pt x="457200" y="25617"/>
                  <a:pt x="457200" y="57150"/>
                </a:cubicBezTo>
                <a:lnTo>
                  <a:pt x="457200" y="228600"/>
                </a:lnTo>
                <a:cubicBezTo>
                  <a:pt x="457200" y="354842"/>
                  <a:pt x="354842" y="457200"/>
                  <a:pt x="228600" y="457200"/>
                </a:cubicBezTo>
                <a:cubicBezTo>
                  <a:pt x="102358" y="457200"/>
                  <a:pt x="0" y="354842"/>
                  <a:pt x="0" y="228600"/>
                </a:cubicBezTo>
                <a:lnTo>
                  <a:pt x="0" y="5715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62018" y="1574157"/>
            <a:ext cx="4236334" cy="4233672"/>
          </a:xfrm>
          <a:custGeom>
            <a:avLst/>
            <a:gdLst/>
            <a:ahLst/>
            <a:cxnLst/>
            <a:rect l="l" t="t" r="r" b="b"/>
            <a:pathLst>
              <a:path w="4236334" h="4233672">
                <a:moveTo>
                  <a:pt x="0" y="2116836"/>
                </a:moveTo>
                <a:cubicBezTo>
                  <a:pt x="0" y="947750"/>
                  <a:pt x="948346" y="0"/>
                  <a:pt x="2118167" y="0"/>
                </a:cubicBezTo>
                <a:cubicBezTo>
                  <a:pt x="3287988" y="0"/>
                  <a:pt x="4236334" y="947750"/>
                  <a:pt x="4236334" y="2116836"/>
                </a:cubicBezTo>
                <a:cubicBezTo>
                  <a:pt x="4236334" y="3285922"/>
                  <a:pt x="3287988" y="4233672"/>
                  <a:pt x="2118167" y="4233672"/>
                </a:cubicBezTo>
                <a:cubicBezTo>
                  <a:pt x="948346" y="4233672"/>
                  <a:pt x="0" y="3285922"/>
                  <a:pt x="0" y="2116836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1164617"/>
            <a:ext cx="10874394" cy="10672"/>
          </a:xfrm>
          <a:custGeom>
            <a:avLst/>
            <a:gdLst/>
            <a:ahLst/>
            <a:cxnLst/>
            <a:rect l="l" t="t" r="r" b="b"/>
            <a:pathLst>
              <a:path w="10874394" h="10672">
                <a:moveTo>
                  <a:pt x="0" y="0"/>
                </a:moveTo>
                <a:lnTo>
                  <a:pt x="10874394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"/>
            <a:ext cx="10908453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数据分析价值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7766" y="6309360"/>
            <a:ext cx="50214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8" y="2648365"/>
            <a:ext cx="5659717" cy="2884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全流程可视化 招聘漏斗清晰展示各阶段转化情况. 问题快速定位 流失原因统计帮助识别流程瓶颈. 策略优化依据 数据驱动调整招聘策略提升效率. 决策支持 量化分析支撑管理层决策和资源配置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78" y="1672714"/>
            <a:ext cx="5659717" cy="77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数据分析价值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08585" y="2319393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1469560" y="293906"/>
                </a:moveTo>
                <a:lnTo>
                  <a:pt x="1469560" y="2449266"/>
                </a:lnTo>
                <a:lnTo>
                  <a:pt x="1273613" y="2449266"/>
                </a:lnTo>
                <a:lnTo>
                  <a:pt x="1273613" y="293906"/>
                </a:lnTo>
                <a:lnTo>
                  <a:pt x="1469560" y="293906"/>
                </a:lnTo>
                <a:moveTo>
                  <a:pt x="1273640" y="0"/>
                </a:moveTo>
                <a:cubicBezTo>
                  <a:pt x="1111380" y="0"/>
                  <a:pt x="979734" y="131646"/>
                  <a:pt x="979734" y="293906"/>
                </a:cubicBezTo>
                <a:lnTo>
                  <a:pt x="979734" y="2449266"/>
                </a:lnTo>
                <a:cubicBezTo>
                  <a:pt x="979734" y="2611526"/>
                  <a:pt x="1111380" y="2743173"/>
                  <a:pt x="1273640" y="2743173"/>
                </a:cubicBezTo>
                <a:lnTo>
                  <a:pt x="1469587" y="2743173"/>
                </a:lnTo>
                <a:cubicBezTo>
                  <a:pt x="1631847" y="2743173"/>
                  <a:pt x="1763494" y="2611526"/>
                  <a:pt x="1763494" y="2449266"/>
                </a:cubicBezTo>
                <a:lnTo>
                  <a:pt x="1763494" y="293906"/>
                </a:lnTo>
                <a:cubicBezTo>
                  <a:pt x="1763494" y="131646"/>
                  <a:pt x="1631847" y="0"/>
                  <a:pt x="1469587" y="0"/>
                </a:cubicBezTo>
                <a:lnTo>
                  <a:pt x="1273640" y="0"/>
                </a:lnTo>
                <a:moveTo>
                  <a:pt x="489853" y="1469560"/>
                </a:moveTo>
                <a:lnTo>
                  <a:pt x="489853" y="2449266"/>
                </a:lnTo>
                <a:lnTo>
                  <a:pt x="293906" y="2449266"/>
                </a:lnTo>
                <a:lnTo>
                  <a:pt x="293906" y="1469560"/>
                </a:lnTo>
                <a:lnTo>
                  <a:pt x="489853" y="1469560"/>
                </a:lnTo>
                <a:moveTo>
                  <a:pt x="293906" y="1175653"/>
                </a:moveTo>
                <a:cubicBezTo>
                  <a:pt x="131646" y="1175653"/>
                  <a:pt x="0" y="1307299"/>
                  <a:pt x="0" y="1469560"/>
                </a:cubicBezTo>
                <a:lnTo>
                  <a:pt x="0" y="2449266"/>
                </a:lnTo>
                <a:cubicBezTo>
                  <a:pt x="0" y="2611526"/>
                  <a:pt x="131646" y="2743173"/>
                  <a:pt x="293906" y="2743173"/>
                </a:cubicBezTo>
                <a:lnTo>
                  <a:pt x="489853" y="2743173"/>
                </a:lnTo>
                <a:cubicBezTo>
                  <a:pt x="652114" y="2743173"/>
                  <a:pt x="783760" y="2611526"/>
                  <a:pt x="783760" y="2449266"/>
                </a:cubicBezTo>
                <a:lnTo>
                  <a:pt x="783760" y="1469560"/>
                </a:lnTo>
                <a:cubicBezTo>
                  <a:pt x="783760" y="1307299"/>
                  <a:pt x="652114" y="1175653"/>
                  <a:pt x="489853" y="1175653"/>
                </a:cubicBezTo>
                <a:lnTo>
                  <a:pt x="293906" y="1175653"/>
                </a:lnTo>
                <a:moveTo>
                  <a:pt x="2253347" y="685800"/>
                </a:moveTo>
                <a:lnTo>
                  <a:pt x="2449294" y="685800"/>
                </a:lnTo>
                <a:lnTo>
                  <a:pt x="2449294" y="2449294"/>
                </a:lnTo>
                <a:lnTo>
                  <a:pt x="2253347" y="2449294"/>
                </a:lnTo>
                <a:lnTo>
                  <a:pt x="2253347" y="685800"/>
                </a:lnTo>
                <a:moveTo>
                  <a:pt x="1959440" y="685800"/>
                </a:moveTo>
                <a:lnTo>
                  <a:pt x="1959440" y="2449294"/>
                </a:lnTo>
                <a:cubicBezTo>
                  <a:pt x="1959440" y="2611554"/>
                  <a:pt x="2091086" y="2743200"/>
                  <a:pt x="2253347" y="2743200"/>
                </a:cubicBezTo>
                <a:lnTo>
                  <a:pt x="2449294" y="2743200"/>
                </a:lnTo>
                <a:cubicBezTo>
                  <a:pt x="2611554" y="2743200"/>
                  <a:pt x="2743200" y="2611554"/>
                  <a:pt x="2743200" y="2449294"/>
                </a:cubicBezTo>
                <a:lnTo>
                  <a:pt x="2743200" y="685800"/>
                </a:lnTo>
                <a:cubicBezTo>
                  <a:pt x="2743200" y="523540"/>
                  <a:pt x="2611554" y="391894"/>
                  <a:pt x="2449294" y="391894"/>
                </a:cubicBezTo>
                <a:lnTo>
                  <a:pt x="2253347" y="391894"/>
                </a:lnTo>
                <a:cubicBezTo>
                  <a:pt x="2091086" y="391894"/>
                  <a:pt x="1959440" y="523540"/>
                  <a:pt x="1959440" y="685800"/>
                </a:cubicBezTo>
                <a:lnTo>
                  <a:pt x="1959440" y="6858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8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78" y="1"/>
            <a:ext cx="795528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系统技术架构建议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765" y="6309360"/>
            <a:ext cx="77375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91600" y="0"/>
            <a:ext cx="3200400" cy="6858000"/>
          </a:xfrm>
          <a:prstGeom prst="rect">
            <a:avLst/>
          </a:prstGeom>
          <a:blipFill>
            <a:blip r:embed="rId2"/>
            <a:srcRect/>
            <a:stretch>
              <a:fillRect l="-110699" r="-110699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78704" y="49104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云服务器或容器化部署保证系统稳定性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78704" y="442823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部署方案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5055" y="49104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ECharts或类似图表库实现漏斗和仪表盘.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055" y="442823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数据可视化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12353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MySQL或PostgreSQL存储招聘数据支持复杂查询.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12353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数据库设计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78704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NodejsPython提供RESTful API服务.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78704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后端技术栈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055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React或Vue构建响应式界面支持移动端.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5055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前端技术栈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16003" y="1414048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250032" y="53757"/>
                </a:moveTo>
                <a:lnTo>
                  <a:pt x="250032" y="109201"/>
                </a:lnTo>
                <a:cubicBezTo>
                  <a:pt x="241718" y="113701"/>
                  <a:pt x="230278" y="118076"/>
                  <a:pt x="215778" y="121641"/>
                </a:cubicBezTo>
                <a:cubicBezTo>
                  <a:pt x="194588" y="126893"/>
                  <a:pt x="168461" y="130016"/>
                  <a:pt x="140017" y="130016"/>
                </a:cubicBezTo>
                <a:cubicBezTo>
                  <a:pt x="111577" y="130016"/>
                  <a:pt x="85447" y="126889"/>
                  <a:pt x="64257" y="121641"/>
                </a:cubicBezTo>
                <a:cubicBezTo>
                  <a:pt x="49754" y="118079"/>
                  <a:pt x="38317" y="113765"/>
                  <a:pt x="30003" y="109201"/>
                </a:cubicBezTo>
                <a:lnTo>
                  <a:pt x="30003" y="53757"/>
                </a:lnTo>
                <a:lnTo>
                  <a:pt x="30378" y="53443"/>
                </a:lnTo>
                <a:cubicBezTo>
                  <a:pt x="33691" y="50630"/>
                  <a:pt x="40317" y="46755"/>
                  <a:pt x="51131" y="42879"/>
                </a:cubicBezTo>
                <a:cubicBezTo>
                  <a:pt x="72448" y="35316"/>
                  <a:pt x="103887" y="30004"/>
                  <a:pt x="140017" y="30004"/>
                </a:cubicBezTo>
                <a:cubicBezTo>
                  <a:pt x="176147" y="30004"/>
                  <a:pt x="207587" y="35316"/>
                  <a:pt x="228903" y="42879"/>
                </a:cubicBezTo>
                <a:cubicBezTo>
                  <a:pt x="239718" y="46755"/>
                  <a:pt x="246279" y="50630"/>
                  <a:pt x="249657" y="53443"/>
                </a:cubicBezTo>
                <a:lnTo>
                  <a:pt x="250032" y="53757"/>
                </a:lnTo>
                <a:moveTo>
                  <a:pt x="250032" y="142207"/>
                </a:moveTo>
                <a:lnTo>
                  <a:pt x="250032" y="189211"/>
                </a:lnTo>
                <a:cubicBezTo>
                  <a:pt x="241718" y="193711"/>
                  <a:pt x="230278" y="198086"/>
                  <a:pt x="215778" y="201651"/>
                </a:cubicBezTo>
                <a:cubicBezTo>
                  <a:pt x="194588" y="206903"/>
                  <a:pt x="168461" y="210026"/>
                  <a:pt x="140017" y="210026"/>
                </a:cubicBezTo>
                <a:cubicBezTo>
                  <a:pt x="111577" y="210026"/>
                  <a:pt x="85447" y="206899"/>
                  <a:pt x="64257" y="201651"/>
                </a:cubicBezTo>
                <a:cubicBezTo>
                  <a:pt x="49754" y="198089"/>
                  <a:pt x="38317" y="193775"/>
                  <a:pt x="30003" y="189211"/>
                </a:cubicBezTo>
                <a:lnTo>
                  <a:pt x="30003" y="142207"/>
                </a:lnTo>
                <a:cubicBezTo>
                  <a:pt x="38317" y="145519"/>
                  <a:pt x="47443" y="148396"/>
                  <a:pt x="57068" y="150771"/>
                </a:cubicBezTo>
                <a:cubicBezTo>
                  <a:pt x="80947" y="156647"/>
                  <a:pt x="109513" y="160023"/>
                  <a:pt x="140017" y="160023"/>
                </a:cubicBezTo>
                <a:cubicBezTo>
                  <a:pt x="170522" y="160023"/>
                  <a:pt x="199088" y="156647"/>
                  <a:pt x="222966" y="150771"/>
                </a:cubicBezTo>
                <a:cubicBezTo>
                  <a:pt x="232591" y="148396"/>
                  <a:pt x="241718" y="145583"/>
                  <a:pt x="250032" y="142207"/>
                </a:cubicBezTo>
                <a:lnTo>
                  <a:pt x="250032" y="142207"/>
                </a:lnTo>
                <a:moveTo>
                  <a:pt x="30003" y="266283"/>
                </a:moveTo>
                <a:lnTo>
                  <a:pt x="30003" y="222277"/>
                </a:lnTo>
                <a:cubicBezTo>
                  <a:pt x="38317" y="225590"/>
                  <a:pt x="47444" y="228467"/>
                  <a:pt x="57068" y="230842"/>
                </a:cubicBezTo>
                <a:cubicBezTo>
                  <a:pt x="80947" y="236654"/>
                  <a:pt x="109513" y="240030"/>
                  <a:pt x="140017" y="240030"/>
                </a:cubicBezTo>
                <a:cubicBezTo>
                  <a:pt x="170522" y="240030"/>
                  <a:pt x="199088" y="236654"/>
                  <a:pt x="222967" y="230778"/>
                </a:cubicBezTo>
                <a:cubicBezTo>
                  <a:pt x="232591" y="228403"/>
                  <a:pt x="241718" y="225590"/>
                  <a:pt x="250032" y="222213"/>
                </a:cubicBezTo>
                <a:lnTo>
                  <a:pt x="250032" y="266219"/>
                </a:lnTo>
                <a:lnTo>
                  <a:pt x="249657" y="266533"/>
                </a:lnTo>
                <a:cubicBezTo>
                  <a:pt x="246344" y="269346"/>
                  <a:pt x="239718" y="273221"/>
                  <a:pt x="228903" y="277097"/>
                </a:cubicBezTo>
                <a:cubicBezTo>
                  <a:pt x="207587" y="284724"/>
                  <a:pt x="176148" y="290036"/>
                  <a:pt x="140017" y="290036"/>
                </a:cubicBezTo>
                <a:cubicBezTo>
                  <a:pt x="103887" y="290036"/>
                  <a:pt x="72448" y="284724"/>
                  <a:pt x="51132" y="277161"/>
                </a:cubicBezTo>
                <a:cubicBezTo>
                  <a:pt x="40317" y="273285"/>
                  <a:pt x="33755" y="269410"/>
                  <a:pt x="30378" y="266597"/>
                </a:cubicBezTo>
                <a:lnTo>
                  <a:pt x="30003" y="266283"/>
                </a:lnTo>
                <a:moveTo>
                  <a:pt x="251343" y="264971"/>
                </a:moveTo>
                <a:cubicBezTo>
                  <a:pt x="251343" y="264971"/>
                  <a:pt x="251343" y="265035"/>
                  <a:pt x="251217" y="265096"/>
                </a:cubicBezTo>
                <a:lnTo>
                  <a:pt x="251278" y="264971"/>
                </a:lnTo>
                <a:cubicBezTo>
                  <a:pt x="251278" y="264971"/>
                  <a:pt x="251278" y="264971"/>
                  <a:pt x="251278" y="264907"/>
                </a:cubicBezTo>
                <a:lnTo>
                  <a:pt x="251343" y="264971"/>
                </a:lnTo>
                <a:moveTo>
                  <a:pt x="28754" y="264971"/>
                </a:moveTo>
                <a:cubicBezTo>
                  <a:pt x="28754" y="264971"/>
                  <a:pt x="28754" y="265035"/>
                  <a:pt x="28880" y="265096"/>
                </a:cubicBezTo>
                <a:cubicBezTo>
                  <a:pt x="28818" y="265032"/>
                  <a:pt x="28818" y="264971"/>
                  <a:pt x="28754" y="264971"/>
                </a:cubicBezTo>
                <a:moveTo>
                  <a:pt x="28754" y="55069"/>
                </a:moveTo>
                <a:cubicBezTo>
                  <a:pt x="28754" y="55069"/>
                  <a:pt x="28816" y="55005"/>
                  <a:pt x="28880" y="54944"/>
                </a:cubicBezTo>
                <a:cubicBezTo>
                  <a:pt x="28818" y="55008"/>
                  <a:pt x="28754" y="55069"/>
                  <a:pt x="28754" y="55069"/>
                </a:cubicBezTo>
                <a:moveTo>
                  <a:pt x="251281" y="54944"/>
                </a:moveTo>
                <a:cubicBezTo>
                  <a:pt x="251343" y="55008"/>
                  <a:pt x="251407" y="55069"/>
                  <a:pt x="251407" y="55069"/>
                </a:cubicBezTo>
                <a:cubicBezTo>
                  <a:pt x="251407" y="55069"/>
                  <a:pt x="251407" y="55005"/>
                  <a:pt x="251281" y="54944"/>
                </a:cubicBezTo>
                <a:moveTo>
                  <a:pt x="280035" y="270034"/>
                </a:moveTo>
                <a:lnTo>
                  <a:pt x="280035" y="50006"/>
                </a:lnTo>
                <a:cubicBezTo>
                  <a:pt x="280035" y="22377"/>
                  <a:pt x="217341" y="0"/>
                  <a:pt x="140017" y="0"/>
                </a:cubicBezTo>
                <a:cubicBezTo>
                  <a:pt x="62694" y="0"/>
                  <a:pt x="0" y="22377"/>
                  <a:pt x="0" y="50006"/>
                </a:cubicBezTo>
                <a:lnTo>
                  <a:pt x="0" y="270034"/>
                </a:lnTo>
                <a:cubicBezTo>
                  <a:pt x="0" y="297663"/>
                  <a:pt x="62694" y="320040"/>
                  <a:pt x="140017" y="320040"/>
                </a:cubicBezTo>
                <a:cubicBezTo>
                  <a:pt x="217341" y="320040"/>
                  <a:pt x="280035" y="297663"/>
                  <a:pt x="280035" y="270034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73135" y="1434050"/>
            <a:ext cx="320040" cy="280035"/>
          </a:xfrm>
          <a:custGeom>
            <a:avLst/>
            <a:gdLst/>
            <a:ahLst/>
            <a:cxnLst/>
            <a:rect l="l" t="t" r="r" b="b"/>
            <a:pathLst>
              <a:path w="320040" h="280035">
                <a:moveTo>
                  <a:pt x="40005" y="30003"/>
                </a:moveTo>
                <a:cubicBezTo>
                  <a:pt x="34504" y="30003"/>
                  <a:pt x="30004" y="34503"/>
                  <a:pt x="30004" y="40003"/>
                </a:cubicBezTo>
                <a:lnTo>
                  <a:pt x="30004" y="80009"/>
                </a:lnTo>
                <a:cubicBezTo>
                  <a:pt x="30004" y="85509"/>
                  <a:pt x="34504" y="90009"/>
                  <a:pt x="40005" y="90009"/>
                </a:cubicBezTo>
                <a:lnTo>
                  <a:pt x="280035" y="90009"/>
                </a:lnTo>
                <a:cubicBezTo>
                  <a:pt x="285536" y="90009"/>
                  <a:pt x="290036" y="85509"/>
                  <a:pt x="290036" y="80009"/>
                </a:cubicBezTo>
                <a:lnTo>
                  <a:pt x="290036" y="40003"/>
                </a:lnTo>
                <a:cubicBezTo>
                  <a:pt x="290036" y="34503"/>
                  <a:pt x="285536" y="30003"/>
                  <a:pt x="280035" y="30003"/>
                </a:cubicBezTo>
                <a:lnTo>
                  <a:pt x="40005" y="30003"/>
                </a:lnTo>
                <a:moveTo>
                  <a:pt x="0" y="40006"/>
                </a:moveTo>
                <a:cubicBezTo>
                  <a:pt x="0" y="17942"/>
                  <a:pt x="17938" y="0"/>
                  <a:pt x="40005" y="0"/>
                </a:cubicBezTo>
                <a:lnTo>
                  <a:pt x="280035" y="0"/>
                </a:lnTo>
                <a:cubicBezTo>
                  <a:pt x="302102" y="0"/>
                  <a:pt x="320040" y="17939"/>
                  <a:pt x="320040" y="40006"/>
                </a:cubicBezTo>
                <a:lnTo>
                  <a:pt x="320040" y="80012"/>
                </a:lnTo>
                <a:cubicBezTo>
                  <a:pt x="320040" y="102076"/>
                  <a:pt x="302102" y="120017"/>
                  <a:pt x="280035" y="120017"/>
                </a:cubicBezTo>
                <a:lnTo>
                  <a:pt x="40005" y="120017"/>
                </a:lnTo>
                <a:cubicBezTo>
                  <a:pt x="17938" y="120017"/>
                  <a:pt x="0" y="102078"/>
                  <a:pt x="0" y="80012"/>
                </a:cubicBezTo>
                <a:lnTo>
                  <a:pt x="0" y="40006"/>
                </a:lnTo>
                <a:moveTo>
                  <a:pt x="40005" y="190023"/>
                </a:moveTo>
                <a:cubicBezTo>
                  <a:pt x="34504" y="190023"/>
                  <a:pt x="30004" y="194524"/>
                  <a:pt x="30004" y="200023"/>
                </a:cubicBezTo>
                <a:lnTo>
                  <a:pt x="30004" y="240029"/>
                </a:lnTo>
                <a:cubicBezTo>
                  <a:pt x="30004" y="245529"/>
                  <a:pt x="34504" y="250029"/>
                  <a:pt x="40005" y="250029"/>
                </a:cubicBezTo>
                <a:lnTo>
                  <a:pt x="280035" y="250029"/>
                </a:lnTo>
                <a:cubicBezTo>
                  <a:pt x="285536" y="250029"/>
                  <a:pt x="290036" y="245529"/>
                  <a:pt x="290036" y="240029"/>
                </a:cubicBezTo>
                <a:lnTo>
                  <a:pt x="290036" y="200023"/>
                </a:lnTo>
                <a:cubicBezTo>
                  <a:pt x="290036" y="194523"/>
                  <a:pt x="285536" y="190023"/>
                  <a:pt x="280035" y="190023"/>
                </a:cubicBezTo>
                <a:lnTo>
                  <a:pt x="40005" y="190023"/>
                </a:lnTo>
                <a:moveTo>
                  <a:pt x="0" y="200026"/>
                </a:moveTo>
                <a:cubicBezTo>
                  <a:pt x="0" y="177962"/>
                  <a:pt x="17938" y="160020"/>
                  <a:pt x="40005" y="160020"/>
                </a:cubicBezTo>
                <a:lnTo>
                  <a:pt x="280035" y="160020"/>
                </a:lnTo>
                <a:cubicBezTo>
                  <a:pt x="302102" y="160020"/>
                  <a:pt x="320040" y="177959"/>
                  <a:pt x="320040" y="200026"/>
                </a:cubicBezTo>
                <a:lnTo>
                  <a:pt x="320040" y="240032"/>
                </a:lnTo>
                <a:cubicBezTo>
                  <a:pt x="320040" y="262096"/>
                  <a:pt x="302102" y="280038"/>
                  <a:pt x="280035" y="280038"/>
                </a:cubicBezTo>
                <a:lnTo>
                  <a:pt x="40005" y="280038"/>
                </a:lnTo>
                <a:cubicBezTo>
                  <a:pt x="17938" y="280038"/>
                  <a:pt x="0" y="262099"/>
                  <a:pt x="0" y="240032"/>
                </a:cubicBezTo>
                <a:lnTo>
                  <a:pt x="0" y="200026"/>
                </a:lnTo>
                <a:moveTo>
                  <a:pt x="245032" y="220026"/>
                </a:moveTo>
                <a:cubicBezTo>
                  <a:pt x="245032" y="211740"/>
                  <a:pt x="251750" y="205025"/>
                  <a:pt x="260036" y="205025"/>
                </a:cubicBezTo>
                <a:cubicBezTo>
                  <a:pt x="268322" y="205025"/>
                  <a:pt x="275039" y="211740"/>
                  <a:pt x="275039" y="220026"/>
                </a:cubicBezTo>
                <a:cubicBezTo>
                  <a:pt x="275039" y="228313"/>
                  <a:pt x="268322" y="235028"/>
                  <a:pt x="260039" y="235028"/>
                </a:cubicBezTo>
                <a:cubicBezTo>
                  <a:pt x="251753" y="235028"/>
                  <a:pt x="245039" y="228313"/>
                  <a:pt x="245039" y="220026"/>
                </a:cubicBezTo>
                <a:lnTo>
                  <a:pt x="245032" y="220026"/>
                </a:lnTo>
                <a:moveTo>
                  <a:pt x="260033" y="45004"/>
                </a:moveTo>
                <a:cubicBezTo>
                  <a:pt x="268318" y="45004"/>
                  <a:pt x="275036" y="51720"/>
                  <a:pt x="275036" y="60006"/>
                </a:cubicBezTo>
                <a:cubicBezTo>
                  <a:pt x="275036" y="68292"/>
                  <a:pt x="268318" y="75007"/>
                  <a:pt x="260036" y="75007"/>
                </a:cubicBezTo>
                <a:cubicBezTo>
                  <a:pt x="251750" y="75007"/>
                  <a:pt x="245035" y="68292"/>
                  <a:pt x="245035" y="60006"/>
                </a:cubicBezTo>
                <a:cubicBezTo>
                  <a:pt x="245035" y="51720"/>
                  <a:pt x="251753" y="45004"/>
                  <a:pt x="260039" y="45004"/>
                </a:cubicBezTo>
                <a:lnTo>
                  <a:pt x="260033" y="45004"/>
                </a:lnTo>
                <a:moveTo>
                  <a:pt x="205027" y="220026"/>
                </a:moveTo>
                <a:cubicBezTo>
                  <a:pt x="205027" y="211740"/>
                  <a:pt x="211745" y="205025"/>
                  <a:pt x="220031" y="205025"/>
                </a:cubicBezTo>
                <a:cubicBezTo>
                  <a:pt x="228317" y="205025"/>
                  <a:pt x="235034" y="211740"/>
                  <a:pt x="235034" y="220026"/>
                </a:cubicBezTo>
                <a:cubicBezTo>
                  <a:pt x="235034" y="228313"/>
                  <a:pt x="228317" y="235028"/>
                  <a:pt x="220034" y="235028"/>
                </a:cubicBezTo>
                <a:cubicBezTo>
                  <a:pt x="211748" y="235028"/>
                  <a:pt x="205034" y="228313"/>
                  <a:pt x="205034" y="220026"/>
                </a:cubicBezTo>
                <a:lnTo>
                  <a:pt x="205027" y="220026"/>
                </a:lnTo>
                <a:moveTo>
                  <a:pt x="220028" y="45004"/>
                </a:moveTo>
                <a:cubicBezTo>
                  <a:pt x="228313" y="45004"/>
                  <a:pt x="235031" y="51720"/>
                  <a:pt x="235031" y="60006"/>
                </a:cubicBezTo>
                <a:cubicBezTo>
                  <a:pt x="235031" y="68292"/>
                  <a:pt x="228313" y="75007"/>
                  <a:pt x="220031" y="75007"/>
                </a:cubicBezTo>
                <a:cubicBezTo>
                  <a:pt x="211745" y="75007"/>
                  <a:pt x="205030" y="68292"/>
                  <a:pt x="205030" y="60006"/>
                </a:cubicBezTo>
                <a:cubicBezTo>
                  <a:pt x="205030" y="51720"/>
                  <a:pt x="211748" y="45004"/>
                  <a:pt x="220034" y="45004"/>
                </a:cubicBezTo>
                <a:lnTo>
                  <a:pt x="220028" y="4500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5060" y="1414048"/>
            <a:ext cx="220028" cy="320040"/>
          </a:xfrm>
          <a:custGeom>
            <a:avLst/>
            <a:gdLst/>
            <a:ahLst/>
            <a:cxnLst/>
            <a:rect l="l" t="t" r="r" b="b"/>
            <a:pathLst>
              <a:path w="220028" h="320040">
                <a:moveTo>
                  <a:pt x="150019" y="30004"/>
                </a:moveTo>
                <a:lnTo>
                  <a:pt x="150019" y="40005"/>
                </a:lnTo>
                <a:cubicBezTo>
                  <a:pt x="150019" y="45506"/>
                  <a:pt x="145520" y="50006"/>
                  <a:pt x="140019" y="50006"/>
                </a:cubicBezTo>
                <a:lnTo>
                  <a:pt x="80011" y="50006"/>
                </a:lnTo>
                <a:cubicBezTo>
                  <a:pt x="74510" y="50006"/>
                  <a:pt x="70011" y="45506"/>
                  <a:pt x="70011" y="40005"/>
                </a:cubicBezTo>
                <a:lnTo>
                  <a:pt x="70011" y="30004"/>
                </a:lnTo>
                <a:lnTo>
                  <a:pt x="50008" y="30004"/>
                </a:lnTo>
                <a:cubicBezTo>
                  <a:pt x="38945" y="30004"/>
                  <a:pt x="30005" y="38942"/>
                  <a:pt x="30005" y="50006"/>
                </a:cubicBezTo>
                <a:lnTo>
                  <a:pt x="30005" y="270034"/>
                </a:lnTo>
                <a:cubicBezTo>
                  <a:pt x="30005" y="281098"/>
                  <a:pt x="38943" y="290036"/>
                  <a:pt x="50008" y="290036"/>
                </a:cubicBezTo>
                <a:lnTo>
                  <a:pt x="170022" y="290036"/>
                </a:lnTo>
                <a:cubicBezTo>
                  <a:pt x="181085" y="290036"/>
                  <a:pt x="190025" y="281098"/>
                  <a:pt x="190025" y="270034"/>
                </a:cubicBezTo>
                <a:lnTo>
                  <a:pt x="190025" y="50006"/>
                </a:lnTo>
                <a:cubicBezTo>
                  <a:pt x="190025" y="38942"/>
                  <a:pt x="181085" y="30004"/>
                  <a:pt x="170022" y="30004"/>
                </a:cubicBezTo>
                <a:lnTo>
                  <a:pt x="150019" y="30004"/>
                </a:lnTo>
                <a:moveTo>
                  <a:pt x="0" y="50006"/>
                </a:moveTo>
                <a:cubicBezTo>
                  <a:pt x="0" y="22377"/>
                  <a:pt x="22377" y="0"/>
                  <a:pt x="50006" y="0"/>
                </a:cubicBezTo>
                <a:lnTo>
                  <a:pt x="170020" y="0"/>
                </a:lnTo>
                <a:cubicBezTo>
                  <a:pt x="197649" y="0"/>
                  <a:pt x="220025" y="22377"/>
                  <a:pt x="220025" y="50006"/>
                </a:cubicBezTo>
                <a:lnTo>
                  <a:pt x="220025" y="270034"/>
                </a:lnTo>
                <a:cubicBezTo>
                  <a:pt x="220025" y="297663"/>
                  <a:pt x="197649" y="320040"/>
                  <a:pt x="170020" y="320040"/>
                </a:cubicBezTo>
                <a:lnTo>
                  <a:pt x="50006" y="320040"/>
                </a:lnTo>
                <a:cubicBezTo>
                  <a:pt x="22377" y="320040"/>
                  <a:pt x="0" y="297663"/>
                  <a:pt x="0" y="270034"/>
                </a:cubicBezTo>
                <a:lnTo>
                  <a:pt x="0" y="5000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73135" y="3933973"/>
            <a:ext cx="320040" cy="224028"/>
          </a:xfrm>
          <a:custGeom>
            <a:avLst/>
            <a:gdLst/>
            <a:ahLst/>
            <a:cxnLst/>
            <a:rect l="l" t="t" r="r" b="b"/>
            <a:pathLst>
              <a:path w="320040" h="224028">
                <a:moveTo>
                  <a:pt x="205427" y="51105"/>
                </a:moveTo>
                <a:cubicBezTo>
                  <a:pt x="195775" y="55407"/>
                  <a:pt x="184423" y="52855"/>
                  <a:pt x="177475" y="44855"/>
                </a:cubicBezTo>
                <a:cubicBezTo>
                  <a:pt x="166424" y="32054"/>
                  <a:pt x="150172" y="24002"/>
                  <a:pt x="132020" y="24002"/>
                </a:cubicBezTo>
                <a:cubicBezTo>
                  <a:pt x="98867" y="24002"/>
                  <a:pt x="72012" y="50857"/>
                  <a:pt x="72012" y="84011"/>
                </a:cubicBezTo>
                <a:lnTo>
                  <a:pt x="72012" y="84011"/>
                </a:lnTo>
                <a:lnTo>
                  <a:pt x="72012" y="84011"/>
                </a:lnTo>
                <a:lnTo>
                  <a:pt x="72012" y="84111"/>
                </a:lnTo>
                <a:cubicBezTo>
                  <a:pt x="72012" y="94314"/>
                  <a:pt x="65611" y="103364"/>
                  <a:pt x="56010" y="106765"/>
                </a:cubicBezTo>
                <a:cubicBezTo>
                  <a:pt x="37307" y="113365"/>
                  <a:pt x="24006" y="131168"/>
                  <a:pt x="24006" y="152021"/>
                </a:cubicBezTo>
                <a:cubicBezTo>
                  <a:pt x="24006" y="178523"/>
                  <a:pt x="45510" y="200028"/>
                  <a:pt x="72012" y="200028"/>
                </a:cubicBezTo>
                <a:lnTo>
                  <a:pt x="252035" y="200028"/>
                </a:lnTo>
                <a:lnTo>
                  <a:pt x="253686" y="200028"/>
                </a:lnTo>
                <a:cubicBezTo>
                  <a:pt x="253987" y="199979"/>
                  <a:pt x="254336" y="199979"/>
                  <a:pt x="254637" y="199927"/>
                </a:cubicBezTo>
                <a:cubicBezTo>
                  <a:pt x="277740" y="198576"/>
                  <a:pt x="296043" y="179424"/>
                  <a:pt x="296043" y="156022"/>
                </a:cubicBezTo>
                <a:cubicBezTo>
                  <a:pt x="296043" y="138019"/>
                  <a:pt x="285242" y="122467"/>
                  <a:pt x="269640" y="115668"/>
                </a:cubicBezTo>
                <a:cubicBezTo>
                  <a:pt x="259588" y="111268"/>
                  <a:pt x="253837" y="100667"/>
                  <a:pt x="255587" y="89815"/>
                </a:cubicBezTo>
                <a:cubicBezTo>
                  <a:pt x="255888" y="87915"/>
                  <a:pt x="256038" y="85964"/>
                  <a:pt x="256038" y="83963"/>
                </a:cubicBezTo>
                <a:cubicBezTo>
                  <a:pt x="256038" y="64061"/>
                  <a:pt x="239937" y="47960"/>
                  <a:pt x="220034" y="47960"/>
                </a:cubicBezTo>
                <a:cubicBezTo>
                  <a:pt x="214782" y="47960"/>
                  <a:pt x="209834" y="49060"/>
                  <a:pt x="205434" y="51060"/>
                </a:cubicBezTo>
                <a:lnTo>
                  <a:pt x="205427" y="51105"/>
                </a:lnTo>
                <a:moveTo>
                  <a:pt x="256032" y="223927"/>
                </a:moveTo>
                <a:lnTo>
                  <a:pt x="256032" y="224028"/>
                </a:lnTo>
                <a:lnTo>
                  <a:pt x="252031" y="224028"/>
                </a:lnTo>
                <a:lnTo>
                  <a:pt x="232029" y="224028"/>
                </a:lnTo>
                <a:lnTo>
                  <a:pt x="72009" y="224028"/>
                </a:lnTo>
                <a:cubicBezTo>
                  <a:pt x="32254" y="224028"/>
                  <a:pt x="0" y="191775"/>
                  <a:pt x="0" y="152019"/>
                </a:cubicBezTo>
                <a:cubicBezTo>
                  <a:pt x="0" y="120664"/>
                  <a:pt x="20054" y="94011"/>
                  <a:pt x="48006" y="84111"/>
                </a:cubicBezTo>
                <a:lnTo>
                  <a:pt x="48006" y="84011"/>
                </a:lnTo>
                <a:cubicBezTo>
                  <a:pt x="48006" y="37605"/>
                  <a:pt x="85611" y="0"/>
                  <a:pt x="132016" y="0"/>
                </a:cubicBezTo>
                <a:cubicBezTo>
                  <a:pt x="157469" y="0"/>
                  <a:pt x="180221" y="11302"/>
                  <a:pt x="195676" y="29153"/>
                </a:cubicBezTo>
                <a:cubicBezTo>
                  <a:pt x="203126" y="25853"/>
                  <a:pt x="211329" y="24003"/>
                  <a:pt x="220027" y="24003"/>
                </a:cubicBezTo>
                <a:cubicBezTo>
                  <a:pt x="253180" y="24003"/>
                  <a:pt x="280035" y="50857"/>
                  <a:pt x="280035" y="84011"/>
                </a:cubicBezTo>
                <a:cubicBezTo>
                  <a:pt x="280035" y="87311"/>
                  <a:pt x="279785" y="90512"/>
                  <a:pt x="279286" y="93662"/>
                </a:cubicBezTo>
                <a:cubicBezTo>
                  <a:pt x="303289" y="104164"/>
                  <a:pt x="320040" y="128115"/>
                  <a:pt x="320040" y="156020"/>
                </a:cubicBezTo>
                <a:cubicBezTo>
                  <a:pt x="320040" y="192225"/>
                  <a:pt x="291736" y="221828"/>
                  <a:pt x="256032" y="223927"/>
                </a:cubicBezTo>
                <a:lnTo>
                  <a:pt x="256032" y="22392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5054" y="388596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160020" y="30004"/>
                </a:moveTo>
                <a:cubicBezTo>
                  <a:pt x="231827" y="30004"/>
                  <a:pt x="290036" y="88213"/>
                  <a:pt x="290036" y="160020"/>
                </a:cubicBezTo>
                <a:cubicBezTo>
                  <a:pt x="290036" y="231827"/>
                  <a:pt x="231827" y="290036"/>
                  <a:pt x="160020" y="290036"/>
                </a:cubicBezTo>
                <a:cubicBezTo>
                  <a:pt x="88213" y="290036"/>
                  <a:pt x="30004" y="231827"/>
                  <a:pt x="30004" y="160020"/>
                </a:cubicBezTo>
                <a:cubicBezTo>
                  <a:pt x="30004" y="88213"/>
                  <a:pt x="88213" y="30004"/>
                  <a:pt x="160020" y="30004"/>
                </a:cubicBezTo>
                <a:lnTo>
                  <a:pt x="160020" y="30004"/>
                </a:lnTo>
                <a:moveTo>
                  <a:pt x="160020" y="320040"/>
                </a:moveTo>
                <a:cubicBezTo>
                  <a:pt x="248396" y="320040"/>
                  <a:pt x="320040" y="248396"/>
                  <a:pt x="320040" y="160020"/>
                </a:cubicBezTo>
                <a:cubicBezTo>
                  <a:pt x="320040" y="71644"/>
                  <a:pt x="248396" y="0"/>
                  <a:pt x="160020" y="0"/>
                </a:cubicBezTo>
                <a:cubicBezTo>
                  <a:pt x="71644" y="0"/>
                  <a:pt x="0" y="71644"/>
                  <a:pt x="0" y="160020"/>
                </a:cubicBezTo>
                <a:cubicBezTo>
                  <a:pt x="0" y="248396"/>
                  <a:pt x="71644" y="320040"/>
                  <a:pt x="160020" y="320040"/>
                </a:cubicBezTo>
                <a:moveTo>
                  <a:pt x="195026" y="220028"/>
                </a:moveTo>
                <a:cubicBezTo>
                  <a:pt x="195026" y="206090"/>
                  <a:pt x="186836" y="194024"/>
                  <a:pt x="175023" y="188398"/>
                </a:cubicBezTo>
                <a:lnTo>
                  <a:pt x="175023" y="75008"/>
                </a:lnTo>
                <a:cubicBezTo>
                  <a:pt x="175023" y="66693"/>
                  <a:pt x="168335" y="60008"/>
                  <a:pt x="160023" y="60008"/>
                </a:cubicBezTo>
                <a:cubicBezTo>
                  <a:pt x="151709" y="60008"/>
                  <a:pt x="145023" y="66696"/>
                  <a:pt x="145023" y="75011"/>
                </a:cubicBezTo>
                <a:lnTo>
                  <a:pt x="145023" y="188401"/>
                </a:lnTo>
                <a:cubicBezTo>
                  <a:pt x="133210" y="194027"/>
                  <a:pt x="125020" y="206090"/>
                  <a:pt x="125020" y="220031"/>
                </a:cubicBezTo>
                <a:cubicBezTo>
                  <a:pt x="125020" y="239345"/>
                  <a:pt x="140709" y="255037"/>
                  <a:pt x="160026" y="255037"/>
                </a:cubicBezTo>
                <a:cubicBezTo>
                  <a:pt x="179341" y="255037"/>
                  <a:pt x="195032" y="239348"/>
                  <a:pt x="195032" y="220034"/>
                </a:cubicBezTo>
                <a:lnTo>
                  <a:pt x="195026" y="220028"/>
                </a:lnTo>
                <a:moveTo>
                  <a:pt x="100013" y="120015"/>
                </a:moveTo>
                <a:cubicBezTo>
                  <a:pt x="111060" y="120015"/>
                  <a:pt x="120015" y="111060"/>
                  <a:pt x="120015" y="100013"/>
                </a:cubicBezTo>
                <a:cubicBezTo>
                  <a:pt x="120015" y="88965"/>
                  <a:pt x="111060" y="80010"/>
                  <a:pt x="100013" y="80010"/>
                </a:cubicBezTo>
                <a:cubicBezTo>
                  <a:pt x="88965" y="80010"/>
                  <a:pt x="80010" y="88965"/>
                  <a:pt x="80010" y="100013"/>
                </a:cubicBezTo>
                <a:cubicBezTo>
                  <a:pt x="80010" y="111060"/>
                  <a:pt x="88965" y="120015"/>
                  <a:pt x="100013" y="120015"/>
                </a:cubicBezTo>
                <a:moveTo>
                  <a:pt x="90011" y="160020"/>
                </a:moveTo>
                <a:cubicBezTo>
                  <a:pt x="90011" y="148972"/>
                  <a:pt x="81057" y="140018"/>
                  <a:pt x="70009" y="140018"/>
                </a:cubicBezTo>
                <a:cubicBezTo>
                  <a:pt x="58961" y="140018"/>
                  <a:pt x="50006" y="148972"/>
                  <a:pt x="50006" y="160020"/>
                </a:cubicBezTo>
                <a:cubicBezTo>
                  <a:pt x="50006" y="171068"/>
                  <a:pt x="58961" y="180023"/>
                  <a:pt x="70009" y="180023"/>
                </a:cubicBezTo>
                <a:cubicBezTo>
                  <a:pt x="81057" y="180023"/>
                  <a:pt x="90011" y="171068"/>
                  <a:pt x="90011" y="160020"/>
                </a:cubicBezTo>
                <a:moveTo>
                  <a:pt x="250031" y="180023"/>
                </a:moveTo>
                <a:cubicBezTo>
                  <a:pt x="261079" y="180023"/>
                  <a:pt x="270034" y="171068"/>
                  <a:pt x="270034" y="160020"/>
                </a:cubicBezTo>
                <a:cubicBezTo>
                  <a:pt x="270034" y="148972"/>
                  <a:pt x="261079" y="140017"/>
                  <a:pt x="250031" y="140017"/>
                </a:cubicBezTo>
                <a:cubicBezTo>
                  <a:pt x="238983" y="140017"/>
                  <a:pt x="230029" y="148972"/>
                  <a:pt x="230029" y="160020"/>
                </a:cubicBezTo>
                <a:cubicBezTo>
                  <a:pt x="230029" y="171068"/>
                  <a:pt x="238983" y="180023"/>
                  <a:pt x="250031" y="180023"/>
                </a:cubicBezTo>
                <a:moveTo>
                  <a:pt x="240030" y="100013"/>
                </a:moveTo>
                <a:cubicBezTo>
                  <a:pt x="240030" y="88965"/>
                  <a:pt x="231075" y="80010"/>
                  <a:pt x="220027" y="80010"/>
                </a:cubicBezTo>
                <a:cubicBezTo>
                  <a:pt x="208980" y="80010"/>
                  <a:pt x="200025" y="88965"/>
                  <a:pt x="200025" y="100013"/>
                </a:cubicBezTo>
                <a:cubicBezTo>
                  <a:pt x="200025" y="111060"/>
                  <a:pt x="208980" y="120015"/>
                  <a:pt x="220027" y="120015"/>
                </a:cubicBezTo>
                <a:cubicBezTo>
                  <a:pt x="231075" y="120015"/>
                  <a:pt x="240030" y="111060"/>
                  <a:pt x="240030" y="100013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8216" y="3948597"/>
            <a:ext cx="685241" cy="685241"/>
          </a:xfrm>
          <a:custGeom>
            <a:avLst/>
            <a:gdLst/>
            <a:ahLst/>
            <a:cxnLst/>
            <a:rect l="l" t="t" r="r" b="b"/>
            <a:pathLst>
              <a:path w="685241" h="685241">
                <a:moveTo>
                  <a:pt x="0" y="342621"/>
                </a:moveTo>
                <a:cubicBezTo>
                  <a:pt x="0" y="153398"/>
                  <a:pt x="153398" y="0"/>
                  <a:pt x="342621" y="0"/>
                </a:cubicBezTo>
                <a:cubicBezTo>
                  <a:pt x="531843" y="0"/>
                  <a:pt x="685241" y="153398"/>
                  <a:pt x="685241" y="342621"/>
                </a:cubicBezTo>
                <a:cubicBezTo>
                  <a:pt x="685241" y="531843"/>
                  <a:pt x="531843" y="685241"/>
                  <a:pt x="342621" y="685241"/>
                </a:cubicBezTo>
                <a:cubicBezTo>
                  <a:pt x="153398" y="685241"/>
                  <a:pt x="0" y="531843"/>
                  <a:pt x="0" y="342621"/>
                </a:cubicBezTo>
              </a:path>
            </a:pathLst>
          </a:custGeom>
          <a:solidFill>
            <a:srgbClr val="D0E2FC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15669" y="3846050"/>
            <a:ext cx="890334" cy="890334"/>
          </a:xfrm>
          <a:custGeom>
            <a:avLst/>
            <a:gdLst/>
            <a:ahLst/>
            <a:cxnLst/>
            <a:rect l="l" t="t" r="r" b="b"/>
            <a:pathLst>
              <a:path w="890334" h="890334">
                <a:moveTo>
                  <a:pt x="0" y="445167"/>
                </a:moveTo>
                <a:cubicBezTo>
                  <a:pt x="0" y="199310"/>
                  <a:pt x="199310" y="0"/>
                  <a:pt x="445167" y="0"/>
                </a:cubicBezTo>
                <a:cubicBezTo>
                  <a:pt x="691024" y="0"/>
                  <a:pt x="890334" y="199310"/>
                  <a:pt x="890334" y="445167"/>
                </a:cubicBezTo>
                <a:cubicBezTo>
                  <a:pt x="890334" y="691024"/>
                  <a:pt x="691024" y="890334"/>
                  <a:pt x="445167" y="890334"/>
                </a:cubicBezTo>
                <a:cubicBezTo>
                  <a:pt x="199310" y="890334"/>
                  <a:pt x="0" y="691024"/>
                  <a:pt x="0" y="445167"/>
                </a:cubicBez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60836" y="2969938"/>
            <a:ext cx="2114413" cy="876113"/>
          </a:xfrm>
          <a:custGeom>
            <a:avLst/>
            <a:gdLst/>
            <a:ahLst/>
            <a:cxnLst/>
            <a:rect l="l" t="t" r="r" b="b"/>
            <a:pathLst>
              <a:path w="2114413" h="876113">
                <a:moveTo>
                  <a:pt x="0" y="876113"/>
                </a:moveTo>
                <a:lnTo>
                  <a:pt x="0" y="438057"/>
                </a:lnTo>
                <a:lnTo>
                  <a:pt x="2114413" y="438057"/>
                </a:lnTo>
                <a:lnTo>
                  <a:pt x="2114413" y="0"/>
                </a:ln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32629" y="2182150"/>
            <a:ext cx="685241" cy="685241"/>
          </a:xfrm>
          <a:custGeom>
            <a:avLst/>
            <a:gdLst/>
            <a:ahLst/>
            <a:cxnLst/>
            <a:rect l="l" t="t" r="r" b="b"/>
            <a:pathLst>
              <a:path w="685241" h="685241">
                <a:moveTo>
                  <a:pt x="0" y="342621"/>
                </a:moveTo>
                <a:cubicBezTo>
                  <a:pt x="0" y="153398"/>
                  <a:pt x="153398" y="0"/>
                  <a:pt x="342621" y="0"/>
                </a:cubicBezTo>
                <a:cubicBezTo>
                  <a:pt x="531843" y="0"/>
                  <a:pt x="685241" y="153398"/>
                  <a:pt x="685241" y="342621"/>
                </a:cubicBezTo>
                <a:cubicBezTo>
                  <a:pt x="685241" y="531843"/>
                  <a:pt x="531843" y="685241"/>
                  <a:pt x="342621" y="685241"/>
                </a:cubicBezTo>
                <a:cubicBezTo>
                  <a:pt x="153398" y="685241"/>
                  <a:pt x="0" y="531843"/>
                  <a:pt x="0" y="342621"/>
                </a:cubicBezTo>
              </a:path>
            </a:pathLst>
          </a:custGeom>
          <a:solidFill>
            <a:srgbClr val="D0E2FC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30082" y="2079603"/>
            <a:ext cx="890334" cy="890334"/>
          </a:xfrm>
          <a:custGeom>
            <a:avLst/>
            <a:gdLst/>
            <a:ahLst/>
            <a:cxnLst/>
            <a:rect l="l" t="t" r="r" b="b"/>
            <a:pathLst>
              <a:path w="890334" h="890334">
                <a:moveTo>
                  <a:pt x="0" y="445167"/>
                </a:moveTo>
                <a:cubicBezTo>
                  <a:pt x="0" y="199310"/>
                  <a:pt x="199310" y="0"/>
                  <a:pt x="445167" y="0"/>
                </a:cubicBezTo>
                <a:cubicBezTo>
                  <a:pt x="691024" y="0"/>
                  <a:pt x="890334" y="199310"/>
                  <a:pt x="890334" y="445167"/>
                </a:cubicBezTo>
                <a:cubicBezTo>
                  <a:pt x="890334" y="691024"/>
                  <a:pt x="691024" y="890334"/>
                  <a:pt x="445167" y="890334"/>
                </a:cubicBezTo>
                <a:cubicBezTo>
                  <a:pt x="199310" y="890334"/>
                  <a:pt x="0" y="691024"/>
                  <a:pt x="0" y="445167"/>
                </a:cubicBez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98127" y="2969938"/>
            <a:ext cx="2125835" cy="876113"/>
          </a:xfrm>
          <a:custGeom>
            <a:avLst/>
            <a:gdLst/>
            <a:ahLst/>
            <a:cxnLst/>
            <a:rect l="l" t="t" r="r" b="b"/>
            <a:pathLst>
              <a:path w="2125835" h="876113">
                <a:moveTo>
                  <a:pt x="0" y="876113"/>
                </a:moveTo>
                <a:lnTo>
                  <a:pt x="0" y="438057"/>
                </a:lnTo>
                <a:lnTo>
                  <a:pt x="2125835" y="438057"/>
                </a:lnTo>
                <a:lnTo>
                  <a:pt x="2125835" y="0"/>
                </a:ln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81342" y="2182150"/>
            <a:ext cx="685241" cy="685241"/>
          </a:xfrm>
          <a:custGeom>
            <a:avLst/>
            <a:gdLst/>
            <a:ahLst/>
            <a:cxnLst/>
            <a:rect l="l" t="t" r="r" b="b"/>
            <a:pathLst>
              <a:path w="685241" h="685241">
                <a:moveTo>
                  <a:pt x="0" y="342621"/>
                </a:moveTo>
                <a:cubicBezTo>
                  <a:pt x="0" y="153398"/>
                  <a:pt x="153398" y="0"/>
                  <a:pt x="342621" y="0"/>
                </a:cubicBezTo>
                <a:cubicBezTo>
                  <a:pt x="531843" y="0"/>
                  <a:pt x="685241" y="153398"/>
                  <a:pt x="685241" y="342621"/>
                </a:cubicBezTo>
                <a:cubicBezTo>
                  <a:pt x="685241" y="531843"/>
                  <a:pt x="531843" y="685241"/>
                  <a:pt x="342621" y="685241"/>
                </a:cubicBezTo>
                <a:cubicBezTo>
                  <a:pt x="153398" y="685241"/>
                  <a:pt x="0" y="531843"/>
                  <a:pt x="0" y="342621"/>
                </a:cubicBezTo>
              </a:path>
            </a:pathLst>
          </a:custGeom>
          <a:solidFill>
            <a:srgbClr val="D0E2FC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78795" y="2079603"/>
            <a:ext cx="890334" cy="890334"/>
          </a:xfrm>
          <a:custGeom>
            <a:avLst/>
            <a:gdLst/>
            <a:ahLst/>
            <a:cxnLst/>
            <a:rect l="l" t="t" r="r" b="b"/>
            <a:pathLst>
              <a:path w="890334" h="890334">
                <a:moveTo>
                  <a:pt x="0" y="445167"/>
                </a:moveTo>
                <a:cubicBezTo>
                  <a:pt x="0" y="199310"/>
                  <a:pt x="199310" y="0"/>
                  <a:pt x="445167" y="0"/>
                </a:cubicBezTo>
                <a:cubicBezTo>
                  <a:pt x="691024" y="0"/>
                  <a:pt x="890334" y="199310"/>
                  <a:pt x="890334" y="445167"/>
                </a:cubicBezTo>
                <a:cubicBezTo>
                  <a:pt x="890334" y="691024"/>
                  <a:pt x="691024" y="890334"/>
                  <a:pt x="445167" y="890334"/>
                </a:cubicBezTo>
                <a:cubicBezTo>
                  <a:pt x="199310" y="890334"/>
                  <a:pt x="0" y="691024"/>
                  <a:pt x="0" y="445167"/>
                </a:cubicBez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75250" y="2969938"/>
            <a:ext cx="2122878" cy="876113"/>
          </a:xfrm>
          <a:custGeom>
            <a:avLst/>
            <a:gdLst/>
            <a:ahLst/>
            <a:cxnLst/>
            <a:rect l="l" t="t" r="r" b="b"/>
            <a:pathLst>
              <a:path w="2122878" h="876113">
                <a:moveTo>
                  <a:pt x="2122878" y="876113"/>
                </a:moveTo>
                <a:lnTo>
                  <a:pt x="2122878" y="438057"/>
                </a:lnTo>
                <a:lnTo>
                  <a:pt x="0" y="43805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5507" y="3948597"/>
            <a:ext cx="685241" cy="685241"/>
          </a:xfrm>
          <a:custGeom>
            <a:avLst/>
            <a:gdLst/>
            <a:ahLst/>
            <a:cxnLst/>
            <a:rect l="l" t="t" r="r" b="b"/>
            <a:pathLst>
              <a:path w="685241" h="685241">
                <a:moveTo>
                  <a:pt x="0" y="342621"/>
                </a:moveTo>
                <a:cubicBezTo>
                  <a:pt x="0" y="153398"/>
                  <a:pt x="153398" y="0"/>
                  <a:pt x="342621" y="0"/>
                </a:cubicBezTo>
                <a:cubicBezTo>
                  <a:pt x="531843" y="0"/>
                  <a:pt x="685241" y="153398"/>
                  <a:pt x="685241" y="342621"/>
                </a:cubicBezTo>
                <a:cubicBezTo>
                  <a:pt x="685241" y="531843"/>
                  <a:pt x="531843" y="685241"/>
                  <a:pt x="342621" y="685241"/>
                </a:cubicBezTo>
                <a:cubicBezTo>
                  <a:pt x="153398" y="685241"/>
                  <a:pt x="0" y="531843"/>
                  <a:pt x="0" y="342621"/>
                </a:cubicBezTo>
              </a:path>
            </a:pathLst>
          </a:custGeom>
          <a:solidFill>
            <a:srgbClr val="D0E2FC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52960" y="3846050"/>
            <a:ext cx="890334" cy="890334"/>
          </a:xfrm>
          <a:custGeom>
            <a:avLst/>
            <a:gdLst/>
            <a:ahLst/>
            <a:cxnLst/>
            <a:rect l="l" t="t" r="r" b="b"/>
            <a:pathLst>
              <a:path w="890334" h="890334">
                <a:moveTo>
                  <a:pt x="0" y="445167"/>
                </a:moveTo>
                <a:cubicBezTo>
                  <a:pt x="0" y="199310"/>
                  <a:pt x="199310" y="0"/>
                  <a:pt x="445167" y="0"/>
                </a:cubicBezTo>
                <a:cubicBezTo>
                  <a:pt x="691024" y="0"/>
                  <a:pt x="890334" y="199310"/>
                  <a:pt x="890334" y="445167"/>
                </a:cubicBezTo>
                <a:cubicBezTo>
                  <a:pt x="890334" y="691024"/>
                  <a:pt x="691024" y="890334"/>
                  <a:pt x="445167" y="890334"/>
                </a:cubicBezTo>
                <a:cubicBezTo>
                  <a:pt x="199310" y="890334"/>
                  <a:pt x="0" y="691024"/>
                  <a:pt x="0" y="445167"/>
                </a:cubicBez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实施路线图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智能招聘管理系统设计与实施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88633" y="1876852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10000"/>
              </a:lnSpc>
              <a:buSzPct val="120000"/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根据使用反馈优化交互</a:t>
            </a:r>
            <a:endParaRPr lang="en-US" sz="1200" dirty="0"/>
          </a:p>
          <a:p>
            <a:pPr algn="l" marL="182880" indent="-182880">
              <a:lnSpc>
                <a:spcPct val="110000"/>
              </a:lnSpc>
              <a:buSzPct val="120000"/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增强数据能力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88633" y="1420929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Phase4持续迭代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43962" y="234477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>
                <a:moveTo>
                  <a:pt x="226616" y="188438"/>
                </a:moveTo>
                <a:cubicBezTo>
                  <a:pt x="233226" y="190267"/>
                  <a:pt x="240188" y="191250"/>
                  <a:pt x="247500" y="191250"/>
                </a:cubicBezTo>
                <a:cubicBezTo>
                  <a:pt x="290038" y="191250"/>
                  <a:pt x="324702" y="157500"/>
                  <a:pt x="326178" y="115312"/>
                </a:cubicBezTo>
                <a:lnTo>
                  <a:pt x="308390" y="133099"/>
                </a:lnTo>
                <a:cubicBezTo>
                  <a:pt x="299952" y="141537"/>
                  <a:pt x="288493" y="146246"/>
                  <a:pt x="276538" y="146246"/>
                </a:cubicBezTo>
                <a:lnTo>
                  <a:pt x="258750" y="146246"/>
                </a:lnTo>
                <a:cubicBezTo>
                  <a:pt x="233928" y="146246"/>
                  <a:pt x="213750" y="126068"/>
                  <a:pt x="213750" y="101246"/>
                </a:cubicBezTo>
                <a:lnTo>
                  <a:pt x="213750" y="83387"/>
                </a:lnTo>
                <a:cubicBezTo>
                  <a:pt x="213750" y="71435"/>
                  <a:pt x="218462" y="59972"/>
                  <a:pt x="226897" y="51534"/>
                </a:cubicBezTo>
                <a:lnTo>
                  <a:pt x="226897" y="51534"/>
                </a:lnTo>
                <a:lnTo>
                  <a:pt x="244685" y="33815"/>
                </a:lnTo>
                <a:cubicBezTo>
                  <a:pt x="202496" y="35222"/>
                  <a:pt x="168746" y="69955"/>
                  <a:pt x="168746" y="112493"/>
                </a:cubicBezTo>
                <a:cubicBezTo>
                  <a:pt x="168746" y="119736"/>
                  <a:pt x="169729" y="126767"/>
                  <a:pt x="171558" y="133376"/>
                </a:cubicBezTo>
                <a:cubicBezTo>
                  <a:pt x="174791" y="145047"/>
                  <a:pt x="171418" y="157565"/>
                  <a:pt x="162839" y="166144"/>
                </a:cubicBezTo>
                <a:lnTo>
                  <a:pt x="40143" y="288770"/>
                </a:lnTo>
                <a:cubicBezTo>
                  <a:pt x="35996" y="292849"/>
                  <a:pt x="33746" y="298472"/>
                  <a:pt x="33746" y="304308"/>
                </a:cubicBezTo>
                <a:cubicBezTo>
                  <a:pt x="33746" y="316400"/>
                  <a:pt x="43589" y="326246"/>
                  <a:pt x="55685" y="326246"/>
                </a:cubicBezTo>
                <a:cubicBezTo>
                  <a:pt x="61520" y="326246"/>
                  <a:pt x="67075" y="323924"/>
                  <a:pt x="71222" y="319849"/>
                </a:cubicBezTo>
                <a:lnTo>
                  <a:pt x="193845" y="197154"/>
                </a:lnTo>
                <a:cubicBezTo>
                  <a:pt x="202424" y="188575"/>
                  <a:pt x="214938" y="185270"/>
                  <a:pt x="226613" y="188435"/>
                </a:cubicBezTo>
                <a:lnTo>
                  <a:pt x="226616" y="188438"/>
                </a:lnTo>
                <a:moveTo>
                  <a:pt x="298548" y="27702"/>
                </a:moveTo>
                <a:lnTo>
                  <a:pt x="250805" y="75445"/>
                </a:lnTo>
                <a:cubicBezTo>
                  <a:pt x="248695" y="77555"/>
                  <a:pt x="247500" y="80438"/>
                  <a:pt x="247500" y="83390"/>
                </a:cubicBezTo>
                <a:lnTo>
                  <a:pt x="247500" y="101250"/>
                </a:lnTo>
                <a:cubicBezTo>
                  <a:pt x="247500" y="107438"/>
                  <a:pt x="252562" y="112500"/>
                  <a:pt x="258750" y="112500"/>
                </a:cubicBezTo>
                <a:lnTo>
                  <a:pt x="276610" y="112500"/>
                </a:lnTo>
                <a:cubicBezTo>
                  <a:pt x="279562" y="112500"/>
                  <a:pt x="282445" y="111305"/>
                  <a:pt x="284555" y="109195"/>
                </a:cubicBezTo>
                <a:lnTo>
                  <a:pt x="332298" y="61452"/>
                </a:lnTo>
                <a:cubicBezTo>
                  <a:pt x="337359" y="56390"/>
                  <a:pt x="345870" y="57305"/>
                  <a:pt x="348962" y="63774"/>
                </a:cubicBezTo>
                <a:cubicBezTo>
                  <a:pt x="356065" y="78541"/>
                  <a:pt x="360000" y="95062"/>
                  <a:pt x="360000" y="112500"/>
                </a:cubicBezTo>
                <a:cubicBezTo>
                  <a:pt x="360000" y="174658"/>
                  <a:pt x="309657" y="225000"/>
                  <a:pt x="247500" y="225000"/>
                </a:cubicBezTo>
                <a:cubicBezTo>
                  <a:pt x="237164" y="225000"/>
                  <a:pt x="227178" y="223592"/>
                  <a:pt x="217757" y="220993"/>
                </a:cubicBezTo>
                <a:lnTo>
                  <a:pt x="95061" y="343688"/>
                </a:lnTo>
                <a:cubicBezTo>
                  <a:pt x="84585" y="354164"/>
                  <a:pt x="70452" y="360000"/>
                  <a:pt x="55688" y="360000"/>
                </a:cubicBezTo>
                <a:cubicBezTo>
                  <a:pt x="24962" y="360000"/>
                  <a:pt x="0" y="335038"/>
                  <a:pt x="0" y="304312"/>
                </a:cubicBezTo>
                <a:cubicBezTo>
                  <a:pt x="0" y="289544"/>
                  <a:pt x="5835" y="275414"/>
                  <a:pt x="16311" y="264938"/>
                </a:cubicBezTo>
                <a:lnTo>
                  <a:pt x="139007" y="142243"/>
                </a:lnTo>
                <a:cubicBezTo>
                  <a:pt x="136404" y="132822"/>
                  <a:pt x="135000" y="122836"/>
                  <a:pt x="135000" y="112500"/>
                </a:cubicBezTo>
                <a:cubicBezTo>
                  <a:pt x="135000" y="50342"/>
                  <a:pt x="185342" y="0"/>
                  <a:pt x="247500" y="0"/>
                </a:cubicBezTo>
                <a:cubicBezTo>
                  <a:pt x="264938" y="0"/>
                  <a:pt x="281462" y="4007"/>
                  <a:pt x="296226" y="11037"/>
                </a:cubicBezTo>
                <a:cubicBezTo>
                  <a:pt x="302695" y="14130"/>
                  <a:pt x="303609" y="22640"/>
                  <a:pt x="298548" y="27702"/>
                </a:cubicBezTo>
                <a:lnTo>
                  <a:pt x="298548" y="27702"/>
                </a:lnTo>
                <a:moveTo>
                  <a:pt x="61877" y="286877"/>
                </a:moveTo>
                <a:cubicBezTo>
                  <a:pt x="68090" y="286877"/>
                  <a:pt x="73127" y="291913"/>
                  <a:pt x="73127" y="298127"/>
                </a:cubicBezTo>
                <a:cubicBezTo>
                  <a:pt x="73127" y="304340"/>
                  <a:pt x="68090" y="309377"/>
                  <a:pt x="61877" y="309377"/>
                </a:cubicBezTo>
                <a:cubicBezTo>
                  <a:pt x="55663" y="309377"/>
                  <a:pt x="50627" y="304340"/>
                  <a:pt x="50627" y="298127"/>
                </a:cubicBezTo>
                <a:cubicBezTo>
                  <a:pt x="50627" y="291913"/>
                  <a:pt x="55663" y="286877"/>
                  <a:pt x="61877" y="286877"/>
                </a:cubicBezTo>
                <a:lnTo>
                  <a:pt x="61877" y="28687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65652" y="4108996"/>
            <a:ext cx="2834640" cy="16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10000"/>
              </a:lnSpc>
              <a:buSzPct val="120000"/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招聘漏斗流失分析</a:t>
            </a:r>
            <a:endParaRPr lang="en-US" sz="1200" dirty="0"/>
          </a:p>
          <a:p>
            <a:pPr algn="l" marL="182880" indent="-182880">
              <a:lnSpc>
                <a:spcPct val="110000"/>
              </a:lnSpc>
              <a:buSzPct val="120000"/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数据看板上线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5652" y="3653073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Phase3数据分析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18127" y="4133717"/>
            <a:ext cx="360000" cy="315000"/>
          </a:xfrm>
          <a:custGeom>
            <a:avLst/>
            <a:gdLst/>
            <a:ahLst/>
            <a:cxnLst/>
            <a:rect l="l" t="t" r="r" b="b"/>
            <a:pathLst>
              <a:path w="360000" h="315000">
                <a:moveTo>
                  <a:pt x="16877" y="0"/>
                </a:moveTo>
                <a:cubicBezTo>
                  <a:pt x="26230" y="0"/>
                  <a:pt x="33754" y="7522"/>
                  <a:pt x="33754" y="16875"/>
                </a:cubicBezTo>
                <a:lnTo>
                  <a:pt x="33754" y="264373"/>
                </a:lnTo>
                <a:cubicBezTo>
                  <a:pt x="33754" y="273726"/>
                  <a:pt x="41278" y="281248"/>
                  <a:pt x="50630" y="281248"/>
                </a:cubicBezTo>
                <a:lnTo>
                  <a:pt x="343130" y="281248"/>
                </a:lnTo>
                <a:cubicBezTo>
                  <a:pt x="352483" y="281248"/>
                  <a:pt x="360007" y="288770"/>
                  <a:pt x="360007" y="298122"/>
                </a:cubicBezTo>
                <a:cubicBezTo>
                  <a:pt x="360007" y="307475"/>
                  <a:pt x="352483" y="314997"/>
                  <a:pt x="343134" y="314997"/>
                </a:cubicBezTo>
                <a:lnTo>
                  <a:pt x="50634" y="314997"/>
                </a:lnTo>
                <a:cubicBezTo>
                  <a:pt x="22651" y="314997"/>
                  <a:pt x="11" y="292355"/>
                  <a:pt x="11" y="264373"/>
                </a:cubicBezTo>
                <a:lnTo>
                  <a:pt x="11" y="16875"/>
                </a:lnTo>
                <a:cubicBezTo>
                  <a:pt x="11" y="7522"/>
                  <a:pt x="7535" y="0"/>
                  <a:pt x="16888" y="0"/>
                </a:cubicBezTo>
                <a:lnTo>
                  <a:pt x="16877" y="0"/>
                </a:lnTo>
              </a:path>
              <a:path w="360000" h="315000">
                <a:moveTo>
                  <a:pt x="118127" y="135000"/>
                </a:moveTo>
                <a:cubicBezTo>
                  <a:pt x="127480" y="135000"/>
                  <a:pt x="135004" y="142522"/>
                  <a:pt x="135004" y="151874"/>
                </a:cubicBezTo>
                <a:lnTo>
                  <a:pt x="135004" y="208124"/>
                </a:lnTo>
                <a:cubicBezTo>
                  <a:pt x="135004" y="217476"/>
                  <a:pt x="127480" y="224998"/>
                  <a:pt x="118130" y="224998"/>
                </a:cubicBezTo>
                <a:cubicBezTo>
                  <a:pt x="108778" y="224998"/>
                  <a:pt x="101257" y="217476"/>
                  <a:pt x="101257" y="208124"/>
                </a:cubicBezTo>
                <a:lnTo>
                  <a:pt x="101257" y="151874"/>
                </a:lnTo>
                <a:cubicBezTo>
                  <a:pt x="101257" y="142522"/>
                  <a:pt x="108781" y="135000"/>
                  <a:pt x="118134" y="135000"/>
                </a:cubicBezTo>
                <a:lnTo>
                  <a:pt x="118127" y="135000"/>
                </a:lnTo>
              </a:path>
              <a:path w="360000" h="315000">
                <a:moveTo>
                  <a:pt x="202500" y="84376"/>
                </a:moveTo>
                <a:lnTo>
                  <a:pt x="202500" y="208127"/>
                </a:lnTo>
                <a:cubicBezTo>
                  <a:pt x="202500" y="217479"/>
                  <a:pt x="194976" y="225001"/>
                  <a:pt x="185627" y="225001"/>
                </a:cubicBezTo>
                <a:cubicBezTo>
                  <a:pt x="176274" y="225001"/>
                  <a:pt x="168754" y="217479"/>
                  <a:pt x="168754" y="208127"/>
                </a:cubicBezTo>
                <a:lnTo>
                  <a:pt x="168754" y="84376"/>
                </a:lnTo>
                <a:cubicBezTo>
                  <a:pt x="168754" y="75024"/>
                  <a:pt x="176278" y="67501"/>
                  <a:pt x="185630" y="67501"/>
                </a:cubicBezTo>
                <a:cubicBezTo>
                  <a:pt x="194983" y="67501"/>
                  <a:pt x="202507" y="75023"/>
                  <a:pt x="202507" y="84376"/>
                </a:cubicBezTo>
                <a:lnTo>
                  <a:pt x="202500" y="84376"/>
                </a:lnTo>
              </a:path>
              <a:path w="360000" h="315000">
                <a:moveTo>
                  <a:pt x="253127" y="112499"/>
                </a:moveTo>
                <a:cubicBezTo>
                  <a:pt x="262480" y="112499"/>
                  <a:pt x="270004" y="120021"/>
                  <a:pt x="270004" y="129374"/>
                </a:cubicBezTo>
                <a:lnTo>
                  <a:pt x="270004" y="208124"/>
                </a:lnTo>
                <a:cubicBezTo>
                  <a:pt x="270004" y="217476"/>
                  <a:pt x="262480" y="224998"/>
                  <a:pt x="253130" y="224998"/>
                </a:cubicBezTo>
                <a:cubicBezTo>
                  <a:pt x="243778" y="224998"/>
                  <a:pt x="236257" y="217476"/>
                  <a:pt x="236257" y="208124"/>
                </a:cubicBezTo>
                <a:lnTo>
                  <a:pt x="236257" y="129374"/>
                </a:lnTo>
                <a:cubicBezTo>
                  <a:pt x="236257" y="120021"/>
                  <a:pt x="243781" y="112499"/>
                  <a:pt x="253134" y="112499"/>
                </a:cubicBezTo>
                <a:lnTo>
                  <a:pt x="253127" y="112499"/>
                </a:lnTo>
              </a:path>
              <a:path w="360000" h="315000">
                <a:moveTo>
                  <a:pt x="337500" y="39375"/>
                </a:moveTo>
                <a:lnTo>
                  <a:pt x="337500" y="208124"/>
                </a:lnTo>
                <a:cubicBezTo>
                  <a:pt x="337500" y="217476"/>
                  <a:pt x="329976" y="224998"/>
                  <a:pt x="320627" y="224998"/>
                </a:cubicBezTo>
                <a:cubicBezTo>
                  <a:pt x="311274" y="224998"/>
                  <a:pt x="303754" y="217476"/>
                  <a:pt x="303754" y="208124"/>
                </a:cubicBezTo>
                <a:lnTo>
                  <a:pt x="303754" y="39375"/>
                </a:lnTo>
                <a:cubicBezTo>
                  <a:pt x="303754" y="30023"/>
                  <a:pt x="311278" y="22500"/>
                  <a:pt x="320630" y="22500"/>
                </a:cubicBezTo>
                <a:cubicBezTo>
                  <a:pt x="329983" y="22500"/>
                  <a:pt x="337507" y="30023"/>
                  <a:pt x="337507" y="39375"/>
                </a:cubicBezTo>
                <a:lnTo>
                  <a:pt x="337500" y="3937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85314" y="1876852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10000"/>
              </a:lnSpc>
              <a:buSzPct val="120000"/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面试管理多轮次支持</a:t>
            </a:r>
            <a:endParaRPr lang="en-US" sz="1200" dirty="0"/>
          </a:p>
          <a:p>
            <a:pPr algn="l" marL="182880" indent="-182880">
              <a:lnSpc>
                <a:spcPct val="110000"/>
              </a:lnSpc>
              <a:buSzPct val="120000"/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业务协同功能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85314" y="1420929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Phase2流程优化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02882" y="2344770"/>
            <a:ext cx="344735" cy="360000"/>
          </a:xfrm>
          <a:custGeom>
            <a:avLst/>
            <a:gdLst/>
            <a:ahLst/>
            <a:cxnLst/>
            <a:rect l="l" t="t" r="r" b="b"/>
            <a:pathLst>
              <a:path w="344735" h="360000">
                <a:moveTo>
                  <a:pt x="172371" y="0"/>
                </a:moveTo>
                <a:cubicBezTo>
                  <a:pt x="184323" y="0"/>
                  <a:pt x="195996" y="1195"/>
                  <a:pt x="207386" y="3377"/>
                </a:cubicBezTo>
                <a:cubicBezTo>
                  <a:pt x="212939" y="4432"/>
                  <a:pt x="222713" y="7664"/>
                  <a:pt x="228056" y="17510"/>
                </a:cubicBezTo>
                <a:cubicBezTo>
                  <a:pt x="229462" y="20113"/>
                  <a:pt x="230586" y="22853"/>
                  <a:pt x="231290" y="25808"/>
                </a:cubicBezTo>
                <a:lnTo>
                  <a:pt x="237829" y="52880"/>
                </a:lnTo>
                <a:cubicBezTo>
                  <a:pt x="238815" y="56959"/>
                  <a:pt x="245703" y="60966"/>
                  <a:pt x="249712" y="59771"/>
                </a:cubicBezTo>
                <a:lnTo>
                  <a:pt x="276433" y="51894"/>
                </a:lnTo>
                <a:cubicBezTo>
                  <a:pt x="279246" y="51052"/>
                  <a:pt x="282128" y="50627"/>
                  <a:pt x="285010" y="50558"/>
                </a:cubicBezTo>
                <a:cubicBezTo>
                  <a:pt x="296331" y="50206"/>
                  <a:pt x="303994" y="57168"/>
                  <a:pt x="307721" y="61387"/>
                </a:cubicBezTo>
                <a:cubicBezTo>
                  <a:pt x="323261" y="79034"/>
                  <a:pt x="335213" y="99778"/>
                  <a:pt x="342808" y="122065"/>
                </a:cubicBezTo>
                <a:cubicBezTo>
                  <a:pt x="344635" y="127407"/>
                  <a:pt x="346745" y="137394"/>
                  <a:pt x="340908" y="146956"/>
                </a:cubicBezTo>
                <a:cubicBezTo>
                  <a:pt x="339361" y="149486"/>
                  <a:pt x="337464" y="151877"/>
                  <a:pt x="335282" y="153986"/>
                </a:cubicBezTo>
                <a:lnTo>
                  <a:pt x="315101" y="173181"/>
                </a:lnTo>
                <a:cubicBezTo>
                  <a:pt x="312147" y="175993"/>
                  <a:pt x="312147" y="184079"/>
                  <a:pt x="315101" y="186894"/>
                </a:cubicBezTo>
                <a:lnTo>
                  <a:pt x="335282" y="206089"/>
                </a:lnTo>
                <a:cubicBezTo>
                  <a:pt x="337461" y="208199"/>
                  <a:pt x="339361" y="210589"/>
                  <a:pt x="340908" y="213120"/>
                </a:cubicBezTo>
                <a:cubicBezTo>
                  <a:pt x="346672" y="222681"/>
                  <a:pt x="344566" y="232668"/>
                  <a:pt x="342808" y="238010"/>
                </a:cubicBezTo>
                <a:cubicBezTo>
                  <a:pt x="335213" y="260298"/>
                  <a:pt x="323261" y="280973"/>
                  <a:pt x="307721" y="298688"/>
                </a:cubicBezTo>
                <a:cubicBezTo>
                  <a:pt x="303994" y="302907"/>
                  <a:pt x="296258" y="309866"/>
                  <a:pt x="285010" y="309517"/>
                </a:cubicBezTo>
                <a:cubicBezTo>
                  <a:pt x="282128" y="309445"/>
                  <a:pt x="279246" y="308955"/>
                  <a:pt x="276433" y="308181"/>
                </a:cubicBezTo>
                <a:lnTo>
                  <a:pt x="249712" y="300236"/>
                </a:lnTo>
                <a:cubicBezTo>
                  <a:pt x="245703" y="299041"/>
                  <a:pt x="238815" y="303048"/>
                  <a:pt x="237829" y="307127"/>
                </a:cubicBezTo>
                <a:lnTo>
                  <a:pt x="231290" y="334199"/>
                </a:lnTo>
                <a:cubicBezTo>
                  <a:pt x="230586" y="337151"/>
                  <a:pt x="229462" y="339966"/>
                  <a:pt x="228056" y="342497"/>
                </a:cubicBezTo>
                <a:cubicBezTo>
                  <a:pt x="222640" y="352339"/>
                  <a:pt x="212867" y="355503"/>
                  <a:pt x="207386" y="356630"/>
                </a:cubicBezTo>
                <a:cubicBezTo>
                  <a:pt x="195996" y="358808"/>
                  <a:pt x="184323" y="360003"/>
                  <a:pt x="172371" y="360003"/>
                </a:cubicBezTo>
                <a:cubicBezTo>
                  <a:pt x="160419" y="360003"/>
                  <a:pt x="148746" y="358808"/>
                  <a:pt x="137356" y="356626"/>
                </a:cubicBezTo>
                <a:cubicBezTo>
                  <a:pt x="131802" y="355572"/>
                  <a:pt x="122029" y="352339"/>
                  <a:pt x="116686" y="342493"/>
                </a:cubicBezTo>
                <a:cubicBezTo>
                  <a:pt x="115279" y="339890"/>
                  <a:pt x="114156" y="337151"/>
                  <a:pt x="113452" y="334195"/>
                </a:cubicBezTo>
                <a:lnTo>
                  <a:pt x="106913" y="307123"/>
                </a:lnTo>
                <a:cubicBezTo>
                  <a:pt x="105927" y="303044"/>
                  <a:pt x="99039" y="299037"/>
                  <a:pt x="95030" y="300233"/>
                </a:cubicBezTo>
                <a:lnTo>
                  <a:pt x="68309" y="308106"/>
                </a:lnTo>
                <a:cubicBezTo>
                  <a:pt x="65496" y="308948"/>
                  <a:pt x="62614" y="309373"/>
                  <a:pt x="59732" y="309441"/>
                </a:cubicBezTo>
                <a:cubicBezTo>
                  <a:pt x="48411" y="309794"/>
                  <a:pt x="40748" y="302832"/>
                  <a:pt x="37021" y="298613"/>
                </a:cubicBezTo>
                <a:cubicBezTo>
                  <a:pt x="21553" y="280965"/>
                  <a:pt x="9529" y="260222"/>
                  <a:pt x="1934" y="237935"/>
                </a:cubicBezTo>
                <a:cubicBezTo>
                  <a:pt x="107" y="232592"/>
                  <a:pt x="-2003" y="222606"/>
                  <a:pt x="3833" y="213044"/>
                </a:cubicBezTo>
                <a:cubicBezTo>
                  <a:pt x="5381" y="210513"/>
                  <a:pt x="7277" y="208123"/>
                  <a:pt x="9459" y="206013"/>
                </a:cubicBezTo>
                <a:lnTo>
                  <a:pt x="29640" y="186818"/>
                </a:lnTo>
                <a:cubicBezTo>
                  <a:pt x="32595" y="184007"/>
                  <a:pt x="32595" y="175921"/>
                  <a:pt x="29640" y="173106"/>
                </a:cubicBezTo>
                <a:lnTo>
                  <a:pt x="9391" y="153911"/>
                </a:lnTo>
                <a:cubicBezTo>
                  <a:pt x="7212" y="151801"/>
                  <a:pt x="5312" y="149411"/>
                  <a:pt x="3764" y="146880"/>
                </a:cubicBezTo>
                <a:cubicBezTo>
                  <a:pt x="-1999" y="137318"/>
                  <a:pt x="107" y="127332"/>
                  <a:pt x="1937" y="122058"/>
                </a:cubicBezTo>
                <a:cubicBezTo>
                  <a:pt x="9532" y="99770"/>
                  <a:pt x="21484" y="79096"/>
                  <a:pt x="37025" y="61380"/>
                </a:cubicBezTo>
                <a:cubicBezTo>
                  <a:pt x="40751" y="57161"/>
                  <a:pt x="48487" y="50202"/>
                  <a:pt x="59736" y="50551"/>
                </a:cubicBezTo>
                <a:cubicBezTo>
                  <a:pt x="62618" y="50623"/>
                  <a:pt x="65500" y="51113"/>
                  <a:pt x="68313" y="51887"/>
                </a:cubicBezTo>
                <a:lnTo>
                  <a:pt x="95033" y="59764"/>
                </a:lnTo>
                <a:cubicBezTo>
                  <a:pt x="99042" y="60959"/>
                  <a:pt x="105930" y="56952"/>
                  <a:pt x="106916" y="52873"/>
                </a:cubicBezTo>
                <a:lnTo>
                  <a:pt x="113456" y="25801"/>
                </a:lnTo>
                <a:cubicBezTo>
                  <a:pt x="114159" y="22849"/>
                  <a:pt x="115283" y="20034"/>
                  <a:pt x="116689" y="17503"/>
                </a:cubicBezTo>
                <a:cubicBezTo>
                  <a:pt x="122105" y="7661"/>
                  <a:pt x="131878" y="4496"/>
                  <a:pt x="137360" y="3370"/>
                </a:cubicBezTo>
                <a:cubicBezTo>
                  <a:pt x="148750" y="1192"/>
                  <a:pt x="160422" y="-7"/>
                  <a:pt x="172374" y="-7"/>
                </a:cubicBezTo>
                <a:lnTo>
                  <a:pt x="172371" y="0"/>
                </a:lnTo>
                <a:moveTo>
                  <a:pt x="145723" y="36140"/>
                </a:moveTo>
                <a:lnTo>
                  <a:pt x="139745" y="60818"/>
                </a:lnTo>
                <a:cubicBezTo>
                  <a:pt x="134260" y="83531"/>
                  <a:pt x="107895" y="98716"/>
                  <a:pt x="85463" y="92178"/>
                </a:cubicBezTo>
                <a:lnTo>
                  <a:pt x="61204" y="85007"/>
                </a:lnTo>
                <a:cubicBezTo>
                  <a:pt x="49604" y="98579"/>
                  <a:pt x="40462" y="114329"/>
                  <a:pt x="34484" y="131202"/>
                </a:cubicBezTo>
                <a:lnTo>
                  <a:pt x="52906" y="148709"/>
                </a:lnTo>
                <a:cubicBezTo>
                  <a:pt x="69781" y="164740"/>
                  <a:pt x="69781" y="195257"/>
                  <a:pt x="52906" y="211288"/>
                </a:cubicBezTo>
                <a:lnTo>
                  <a:pt x="34484" y="228794"/>
                </a:lnTo>
                <a:cubicBezTo>
                  <a:pt x="40462" y="245671"/>
                  <a:pt x="49600" y="261418"/>
                  <a:pt x="61204" y="274990"/>
                </a:cubicBezTo>
                <a:lnTo>
                  <a:pt x="85532" y="267818"/>
                </a:lnTo>
                <a:cubicBezTo>
                  <a:pt x="107892" y="261209"/>
                  <a:pt x="134329" y="276466"/>
                  <a:pt x="139814" y="299178"/>
                </a:cubicBezTo>
                <a:lnTo>
                  <a:pt x="145792" y="323856"/>
                </a:lnTo>
                <a:cubicBezTo>
                  <a:pt x="163087" y="327020"/>
                  <a:pt x="181861" y="327020"/>
                  <a:pt x="199160" y="323856"/>
                </a:cubicBezTo>
                <a:lnTo>
                  <a:pt x="205138" y="299178"/>
                </a:lnTo>
                <a:cubicBezTo>
                  <a:pt x="210623" y="276466"/>
                  <a:pt x="236988" y="261281"/>
                  <a:pt x="259420" y="267818"/>
                </a:cubicBezTo>
                <a:lnTo>
                  <a:pt x="283748" y="274990"/>
                </a:lnTo>
                <a:cubicBezTo>
                  <a:pt x="295348" y="261418"/>
                  <a:pt x="304490" y="245668"/>
                  <a:pt x="310468" y="228794"/>
                </a:cubicBezTo>
                <a:lnTo>
                  <a:pt x="292045" y="211288"/>
                </a:lnTo>
                <a:cubicBezTo>
                  <a:pt x="275171" y="195257"/>
                  <a:pt x="275171" y="164740"/>
                  <a:pt x="292045" y="148709"/>
                </a:cubicBezTo>
                <a:lnTo>
                  <a:pt x="310468" y="131202"/>
                </a:lnTo>
                <a:cubicBezTo>
                  <a:pt x="304490" y="114329"/>
                  <a:pt x="295351" y="98575"/>
                  <a:pt x="283748" y="85007"/>
                </a:cubicBezTo>
                <a:lnTo>
                  <a:pt x="259420" y="92178"/>
                </a:lnTo>
                <a:cubicBezTo>
                  <a:pt x="237060" y="98788"/>
                  <a:pt x="210623" y="83531"/>
                  <a:pt x="205138" y="60818"/>
                </a:cubicBezTo>
                <a:lnTo>
                  <a:pt x="199160" y="36140"/>
                </a:lnTo>
                <a:cubicBezTo>
                  <a:pt x="181865" y="32976"/>
                  <a:pt x="163090" y="32976"/>
                  <a:pt x="145792" y="36140"/>
                </a:cubicBezTo>
                <a:lnTo>
                  <a:pt x="145723" y="36140"/>
                </a:lnTo>
                <a:moveTo>
                  <a:pt x="138621" y="180000"/>
                </a:moveTo>
                <a:cubicBezTo>
                  <a:pt x="138621" y="198641"/>
                  <a:pt x="153731" y="213750"/>
                  <a:pt x="172371" y="213750"/>
                </a:cubicBezTo>
                <a:cubicBezTo>
                  <a:pt x="191011" y="213750"/>
                  <a:pt x="206120" y="198641"/>
                  <a:pt x="206120" y="180000"/>
                </a:cubicBezTo>
                <a:cubicBezTo>
                  <a:pt x="206120" y="161359"/>
                  <a:pt x="191011" y="146250"/>
                  <a:pt x="172371" y="146250"/>
                </a:cubicBezTo>
                <a:cubicBezTo>
                  <a:pt x="153731" y="146250"/>
                  <a:pt x="138621" y="161359"/>
                  <a:pt x="138621" y="180000"/>
                </a:cubicBezTo>
                <a:lnTo>
                  <a:pt x="138621" y="180000"/>
                </a:lnTo>
                <a:moveTo>
                  <a:pt x="172371" y="247500"/>
                </a:moveTo>
                <a:cubicBezTo>
                  <a:pt x="135091" y="247500"/>
                  <a:pt x="104872" y="217278"/>
                  <a:pt x="104872" y="180000"/>
                </a:cubicBezTo>
                <a:cubicBezTo>
                  <a:pt x="104872" y="142722"/>
                  <a:pt x="135091" y="112500"/>
                  <a:pt x="172371" y="112500"/>
                </a:cubicBezTo>
                <a:cubicBezTo>
                  <a:pt x="209650" y="112500"/>
                  <a:pt x="239870" y="142722"/>
                  <a:pt x="239870" y="180000"/>
                </a:cubicBezTo>
                <a:cubicBezTo>
                  <a:pt x="239870" y="217278"/>
                  <a:pt x="209650" y="247500"/>
                  <a:pt x="172371" y="2475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28361" y="4108996"/>
            <a:ext cx="2834640" cy="16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10000"/>
              </a:lnSpc>
              <a:buSzPct val="120000"/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登录招聘计划候选人管理基础流程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28361" y="3653073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Phase1基础功能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836" y="4111252"/>
            <a:ext cx="360000" cy="359930"/>
          </a:xfrm>
          <a:custGeom>
            <a:avLst/>
            <a:gdLst/>
            <a:ahLst/>
            <a:cxnLst/>
            <a:rect l="l" t="t" r="r" b="b"/>
            <a:pathLst>
              <a:path w="360000" h="359930">
                <a:moveTo>
                  <a:pt x="146221" y="123726"/>
                </a:moveTo>
                <a:cubicBezTo>
                  <a:pt x="146221" y="74023"/>
                  <a:pt x="186502" y="33743"/>
                  <a:pt x="236203" y="33743"/>
                </a:cubicBezTo>
                <a:cubicBezTo>
                  <a:pt x="285905" y="33743"/>
                  <a:pt x="326185" y="74023"/>
                  <a:pt x="326185" y="123726"/>
                </a:cubicBezTo>
                <a:cubicBezTo>
                  <a:pt x="326185" y="173429"/>
                  <a:pt x="285905" y="213708"/>
                  <a:pt x="236203" y="213708"/>
                </a:cubicBezTo>
                <a:cubicBezTo>
                  <a:pt x="228892" y="213708"/>
                  <a:pt x="221792" y="212866"/>
                  <a:pt x="215042" y="211178"/>
                </a:cubicBezTo>
                <a:cubicBezTo>
                  <a:pt x="209347" y="209771"/>
                  <a:pt x="203303" y="211459"/>
                  <a:pt x="199156" y="215677"/>
                </a:cubicBezTo>
                <a:lnTo>
                  <a:pt x="178628" y="236204"/>
                </a:lnTo>
                <a:lnTo>
                  <a:pt x="140598" y="236204"/>
                </a:lnTo>
                <a:cubicBezTo>
                  <a:pt x="131249" y="236204"/>
                  <a:pt x="123725" y="243726"/>
                  <a:pt x="123725" y="253077"/>
                </a:cubicBezTo>
                <a:lnTo>
                  <a:pt x="123725" y="281199"/>
                </a:lnTo>
                <a:lnTo>
                  <a:pt x="95605" y="281199"/>
                </a:lnTo>
                <a:cubicBezTo>
                  <a:pt x="86256" y="281199"/>
                  <a:pt x="78732" y="288721"/>
                  <a:pt x="78732" y="298072"/>
                </a:cubicBezTo>
                <a:lnTo>
                  <a:pt x="78732" y="326194"/>
                </a:lnTo>
                <a:lnTo>
                  <a:pt x="33739" y="326194"/>
                </a:lnTo>
                <a:lnTo>
                  <a:pt x="33739" y="271290"/>
                </a:lnTo>
                <a:lnTo>
                  <a:pt x="144249" y="160781"/>
                </a:lnTo>
                <a:cubicBezTo>
                  <a:pt x="148396" y="156634"/>
                  <a:pt x="150084" y="150587"/>
                  <a:pt x="148748" y="144893"/>
                </a:cubicBezTo>
                <a:cubicBezTo>
                  <a:pt x="147132" y="138145"/>
                  <a:pt x="146218" y="131043"/>
                  <a:pt x="146218" y="123733"/>
                </a:cubicBezTo>
                <a:lnTo>
                  <a:pt x="146221" y="123726"/>
                </a:lnTo>
                <a:moveTo>
                  <a:pt x="236203" y="0"/>
                </a:moveTo>
                <a:cubicBezTo>
                  <a:pt x="167872" y="0"/>
                  <a:pt x="112478" y="55397"/>
                  <a:pt x="112478" y="123726"/>
                </a:cubicBezTo>
                <a:cubicBezTo>
                  <a:pt x="112478" y="130403"/>
                  <a:pt x="112972" y="136942"/>
                  <a:pt x="114026" y="143338"/>
                </a:cubicBezTo>
                <a:lnTo>
                  <a:pt x="4921" y="252372"/>
                </a:lnTo>
                <a:cubicBezTo>
                  <a:pt x="1757" y="255536"/>
                  <a:pt x="0" y="259822"/>
                  <a:pt x="0" y="264322"/>
                </a:cubicBezTo>
                <a:lnTo>
                  <a:pt x="0" y="343056"/>
                </a:lnTo>
                <a:cubicBezTo>
                  <a:pt x="0" y="352407"/>
                  <a:pt x="7520" y="359930"/>
                  <a:pt x="16873" y="359930"/>
                </a:cubicBezTo>
                <a:lnTo>
                  <a:pt x="95609" y="359930"/>
                </a:lnTo>
                <a:cubicBezTo>
                  <a:pt x="104958" y="359930"/>
                  <a:pt x="112482" y="352407"/>
                  <a:pt x="112482" y="343060"/>
                </a:cubicBezTo>
                <a:lnTo>
                  <a:pt x="112482" y="314942"/>
                </a:lnTo>
                <a:lnTo>
                  <a:pt x="140602" y="314942"/>
                </a:lnTo>
                <a:cubicBezTo>
                  <a:pt x="149951" y="314942"/>
                  <a:pt x="157475" y="307420"/>
                  <a:pt x="157475" y="298072"/>
                </a:cubicBezTo>
                <a:lnTo>
                  <a:pt x="157475" y="269955"/>
                </a:lnTo>
                <a:lnTo>
                  <a:pt x="185594" y="269955"/>
                </a:lnTo>
                <a:cubicBezTo>
                  <a:pt x="190094" y="269955"/>
                  <a:pt x="194382" y="268198"/>
                  <a:pt x="197546" y="265034"/>
                </a:cubicBezTo>
                <a:lnTo>
                  <a:pt x="216666" y="245915"/>
                </a:lnTo>
                <a:cubicBezTo>
                  <a:pt x="223063" y="246897"/>
                  <a:pt x="229601" y="247463"/>
                  <a:pt x="236279" y="247463"/>
                </a:cubicBezTo>
                <a:cubicBezTo>
                  <a:pt x="304610" y="247463"/>
                  <a:pt x="360004" y="192066"/>
                  <a:pt x="360004" y="123737"/>
                </a:cubicBezTo>
                <a:cubicBezTo>
                  <a:pt x="360004" y="55408"/>
                  <a:pt x="304538" y="11"/>
                  <a:pt x="236207" y="11"/>
                </a:cubicBezTo>
                <a:lnTo>
                  <a:pt x="236203" y="0"/>
                </a:lnTo>
                <a:moveTo>
                  <a:pt x="258700" y="123726"/>
                </a:moveTo>
                <a:cubicBezTo>
                  <a:pt x="271123" y="123726"/>
                  <a:pt x="281196" y="113655"/>
                  <a:pt x="281196" y="101230"/>
                </a:cubicBezTo>
                <a:cubicBezTo>
                  <a:pt x="281196" y="88805"/>
                  <a:pt x="271123" y="78735"/>
                  <a:pt x="258700" y="78735"/>
                </a:cubicBezTo>
                <a:cubicBezTo>
                  <a:pt x="246276" y="78735"/>
                  <a:pt x="236203" y="88806"/>
                  <a:pt x="236203" y="101230"/>
                </a:cubicBezTo>
                <a:cubicBezTo>
                  <a:pt x="236203" y="113655"/>
                  <a:pt x="246276" y="123726"/>
                  <a:pt x="258700" y="123726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SlideSpeak</dc:creator>
  <cp:lastModifiedBy>SlideSpeak</cp:lastModifiedBy>
  <cp:revision>1</cp:revision>
  <dcterms:created xsi:type="dcterms:W3CDTF">2025-12-25T10:01:20Z</dcterms:created>
  <dcterms:modified xsi:type="dcterms:W3CDTF">2025-12-25T10:01:20Z</dcterms:modified>
</cp:coreProperties>
</file>