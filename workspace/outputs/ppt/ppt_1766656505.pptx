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Figtree SemiBold" pitchFamily="2" charset="0"/>
      <p:regular r:id="rId100"/>
    </p:embeddedFont>
    <p:embeddedFont>
      <p:font typeface="Figtree Bold" pitchFamily="2" charset="0"/>
      <p:regular r:id="rId101"/>
    </p:embeddedFont>
    <p:embeddedFont>
      <p:font typeface="Figtree Regular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f2d182e089cb27e074c010719d9324f7088586e0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8f7614f34b88417a66a3f3a2516dca16c46a262a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5ab582770c18f275ecc4b48d2282e5f0dbffddd0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7374da7dc39efe53f24714d05aa30afc4b035b47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全流程招聘管理系统介绍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统一账号驱动的数据透明招聘与流程优化解决方案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系统概览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登录系统设计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主页-招聘仪表盘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月度招聘计划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数据分析能力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系统功能架构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实施路径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预期收益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系统概览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51714" y="18331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89853" y="97969"/>
                </a:moveTo>
                <a:lnTo>
                  <a:pt x="489853" y="816422"/>
                </a:lnTo>
                <a:lnTo>
                  <a:pt x="424538" y="816422"/>
                </a:lnTo>
                <a:lnTo>
                  <a:pt x="424538" y="97969"/>
                </a:lnTo>
                <a:lnTo>
                  <a:pt x="489853" y="97969"/>
                </a:lnTo>
                <a:moveTo>
                  <a:pt x="424547" y="0"/>
                </a:moveTo>
                <a:cubicBezTo>
                  <a:pt x="370460" y="0"/>
                  <a:pt x="326578" y="43882"/>
                  <a:pt x="326578" y="97969"/>
                </a:cubicBezTo>
                <a:lnTo>
                  <a:pt x="326578" y="816422"/>
                </a:lnTo>
                <a:cubicBezTo>
                  <a:pt x="326578" y="870509"/>
                  <a:pt x="370460" y="914391"/>
                  <a:pt x="424547" y="914391"/>
                </a:cubicBezTo>
                <a:lnTo>
                  <a:pt x="489862" y="914391"/>
                </a:lnTo>
                <a:cubicBezTo>
                  <a:pt x="543949" y="914391"/>
                  <a:pt x="587831" y="870509"/>
                  <a:pt x="587831" y="816422"/>
                </a:cubicBezTo>
                <a:lnTo>
                  <a:pt x="587831" y="97969"/>
                </a:lnTo>
                <a:cubicBezTo>
                  <a:pt x="587831" y="43882"/>
                  <a:pt x="543949" y="0"/>
                  <a:pt x="489862" y="0"/>
                </a:cubicBezTo>
                <a:lnTo>
                  <a:pt x="424547" y="0"/>
                </a:lnTo>
                <a:moveTo>
                  <a:pt x="163284" y="489853"/>
                </a:moveTo>
                <a:lnTo>
                  <a:pt x="163284" y="816422"/>
                </a:lnTo>
                <a:lnTo>
                  <a:pt x="97969" y="816422"/>
                </a:lnTo>
                <a:lnTo>
                  <a:pt x="97969" y="489853"/>
                </a:lnTo>
                <a:lnTo>
                  <a:pt x="163284" y="489853"/>
                </a:lnTo>
                <a:moveTo>
                  <a:pt x="97969" y="391884"/>
                </a:moveTo>
                <a:cubicBezTo>
                  <a:pt x="43882" y="391884"/>
                  <a:pt x="0" y="435766"/>
                  <a:pt x="0" y="489853"/>
                </a:cubicBezTo>
                <a:lnTo>
                  <a:pt x="0" y="816422"/>
                </a:lnTo>
                <a:cubicBezTo>
                  <a:pt x="0" y="870509"/>
                  <a:pt x="43882" y="914391"/>
                  <a:pt x="97969" y="914391"/>
                </a:cubicBezTo>
                <a:lnTo>
                  <a:pt x="163284" y="914391"/>
                </a:lnTo>
                <a:cubicBezTo>
                  <a:pt x="217371" y="914391"/>
                  <a:pt x="261253" y="870509"/>
                  <a:pt x="261253" y="816422"/>
                </a:cubicBezTo>
                <a:lnTo>
                  <a:pt x="261253" y="489853"/>
                </a:lnTo>
                <a:cubicBezTo>
                  <a:pt x="261253" y="435766"/>
                  <a:pt x="217371" y="391884"/>
                  <a:pt x="163284" y="391884"/>
                </a:cubicBezTo>
                <a:lnTo>
                  <a:pt x="97969" y="391884"/>
                </a:lnTo>
                <a:moveTo>
                  <a:pt x="751116" y="228600"/>
                </a:moveTo>
                <a:lnTo>
                  <a:pt x="816431" y="228600"/>
                </a:lnTo>
                <a:lnTo>
                  <a:pt x="816431" y="816431"/>
                </a:lnTo>
                <a:lnTo>
                  <a:pt x="751116" y="816431"/>
                </a:lnTo>
                <a:lnTo>
                  <a:pt x="751116" y="228600"/>
                </a:lnTo>
                <a:moveTo>
                  <a:pt x="653147" y="228600"/>
                </a:moveTo>
                <a:lnTo>
                  <a:pt x="653147" y="816431"/>
                </a:lnTo>
                <a:cubicBezTo>
                  <a:pt x="653147" y="870518"/>
                  <a:pt x="697029" y="914400"/>
                  <a:pt x="751116" y="914400"/>
                </a:cubicBezTo>
                <a:lnTo>
                  <a:pt x="816431" y="914400"/>
                </a:lnTo>
                <a:cubicBezTo>
                  <a:pt x="870518" y="914400"/>
                  <a:pt x="914400" y="870518"/>
                  <a:pt x="914400" y="816431"/>
                </a:cubicBezTo>
                <a:lnTo>
                  <a:pt x="914400" y="228600"/>
                </a:lnTo>
                <a:cubicBezTo>
                  <a:pt x="914400" y="174513"/>
                  <a:pt x="870518" y="130631"/>
                  <a:pt x="816431" y="130631"/>
                </a:cubicBezTo>
                <a:lnTo>
                  <a:pt x="751116" y="130631"/>
                </a:lnTo>
                <a:cubicBezTo>
                  <a:pt x="697029" y="130631"/>
                  <a:pt x="653147" y="174513"/>
                  <a:pt x="653147" y="228600"/>
                </a:cubicBezTo>
                <a:lnTo>
                  <a:pt x="653147" y="2286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数据驱动决策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招聘漏斗和流失分析助力流程优化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1861694"/>
            <a:ext cx="914400" cy="857250"/>
          </a:xfrm>
          <a:custGeom>
            <a:avLst/>
            <a:gdLst/>
            <a:ahLst/>
            <a:cxnLst/>
            <a:rect l="l" t="t" r="r" b="b"/>
            <a:pathLst>
              <a:path w="914400" h="857250">
                <a:moveTo>
                  <a:pt x="314325" y="100015"/>
                </a:moveTo>
                <a:lnTo>
                  <a:pt x="314325" y="171450"/>
                </a:lnTo>
                <a:lnTo>
                  <a:pt x="600075" y="171450"/>
                </a:lnTo>
                <a:lnTo>
                  <a:pt x="600075" y="100015"/>
                </a:lnTo>
                <a:cubicBezTo>
                  <a:pt x="600075" y="92154"/>
                  <a:pt x="593647" y="85725"/>
                  <a:pt x="585792" y="85725"/>
                </a:cubicBezTo>
                <a:lnTo>
                  <a:pt x="328617" y="85725"/>
                </a:lnTo>
                <a:cubicBezTo>
                  <a:pt x="320762" y="85725"/>
                  <a:pt x="314334" y="92154"/>
                  <a:pt x="314334" y="100015"/>
                </a:cubicBezTo>
                <a:lnTo>
                  <a:pt x="314325" y="100015"/>
                </a:lnTo>
                <a:moveTo>
                  <a:pt x="228600" y="171450"/>
                </a:moveTo>
                <a:lnTo>
                  <a:pt x="228600" y="100015"/>
                </a:lnTo>
                <a:cubicBezTo>
                  <a:pt x="228600" y="44834"/>
                  <a:pt x="273424" y="0"/>
                  <a:pt x="328617" y="0"/>
                </a:cubicBezTo>
                <a:lnTo>
                  <a:pt x="585792" y="0"/>
                </a:lnTo>
                <a:cubicBezTo>
                  <a:pt x="640976" y="0"/>
                  <a:pt x="685809" y="44826"/>
                  <a:pt x="685809" y="100015"/>
                </a:cubicBezTo>
                <a:lnTo>
                  <a:pt x="685809" y="171450"/>
                </a:lnTo>
                <a:lnTo>
                  <a:pt x="800109" y="171450"/>
                </a:lnTo>
                <a:cubicBezTo>
                  <a:pt x="863157" y="171450"/>
                  <a:pt x="914409" y="222705"/>
                  <a:pt x="914409" y="285747"/>
                </a:cubicBezTo>
                <a:lnTo>
                  <a:pt x="914409" y="500060"/>
                </a:lnTo>
                <a:lnTo>
                  <a:pt x="914409" y="742944"/>
                </a:lnTo>
                <a:cubicBezTo>
                  <a:pt x="914409" y="805986"/>
                  <a:pt x="863157" y="857241"/>
                  <a:pt x="800109" y="857241"/>
                </a:cubicBezTo>
                <a:lnTo>
                  <a:pt x="114309" y="857241"/>
                </a:lnTo>
                <a:cubicBezTo>
                  <a:pt x="51261" y="857241"/>
                  <a:pt x="9" y="805986"/>
                  <a:pt x="9" y="742944"/>
                </a:cubicBezTo>
                <a:lnTo>
                  <a:pt x="9" y="500060"/>
                </a:lnTo>
                <a:lnTo>
                  <a:pt x="9" y="285747"/>
                </a:lnTo>
                <a:cubicBezTo>
                  <a:pt x="9" y="222705"/>
                  <a:pt x="51261" y="171450"/>
                  <a:pt x="114309" y="171450"/>
                </a:cubicBezTo>
                <a:lnTo>
                  <a:pt x="228600" y="171450"/>
                </a:lnTo>
                <a:moveTo>
                  <a:pt x="85725" y="542922"/>
                </a:moveTo>
                <a:lnTo>
                  <a:pt x="85725" y="742944"/>
                </a:lnTo>
                <a:cubicBezTo>
                  <a:pt x="85725" y="758658"/>
                  <a:pt x="98581" y="771516"/>
                  <a:pt x="114300" y="771516"/>
                </a:cubicBezTo>
                <a:lnTo>
                  <a:pt x="800100" y="771516"/>
                </a:lnTo>
                <a:cubicBezTo>
                  <a:pt x="815819" y="771516"/>
                  <a:pt x="828675" y="758658"/>
                  <a:pt x="828675" y="742944"/>
                </a:cubicBezTo>
                <a:lnTo>
                  <a:pt x="828675" y="542922"/>
                </a:lnTo>
                <a:lnTo>
                  <a:pt x="571500" y="542922"/>
                </a:lnTo>
                <a:lnTo>
                  <a:pt x="571500" y="571494"/>
                </a:lnTo>
                <a:cubicBezTo>
                  <a:pt x="571500" y="603101"/>
                  <a:pt x="545961" y="628647"/>
                  <a:pt x="514350" y="628647"/>
                </a:cubicBezTo>
                <a:lnTo>
                  <a:pt x="400050" y="628647"/>
                </a:lnTo>
                <a:cubicBezTo>
                  <a:pt x="368439" y="628647"/>
                  <a:pt x="342900" y="603110"/>
                  <a:pt x="342900" y="571494"/>
                </a:cubicBezTo>
                <a:lnTo>
                  <a:pt x="342900" y="542922"/>
                </a:lnTo>
                <a:lnTo>
                  <a:pt x="85725" y="542922"/>
                </a:lnTo>
                <a:moveTo>
                  <a:pt x="342900" y="457197"/>
                </a:moveTo>
                <a:lnTo>
                  <a:pt x="571500" y="457197"/>
                </a:lnTo>
                <a:lnTo>
                  <a:pt x="828675" y="457197"/>
                </a:lnTo>
                <a:lnTo>
                  <a:pt x="828675" y="285747"/>
                </a:lnTo>
                <a:cubicBezTo>
                  <a:pt x="828675" y="270034"/>
                  <a:pt x="815819" y="257175"/>
                  <a:pt x="800100" y="257175"/>
                </a:cubicBezTo>
                <a:lnTo>
                  <a:pt x="642942" y="257175"/>
                </a:lnTo>
                <a:lnTo>
                  <a:pt x="271467" y="257175"/>
                </a:lnTo>
                <a:lnTo>
                  <a:pt x="114309" y="257175"/>
                </a:lnTo>
                <a:cubicBezTo>
                  <a:pt x="98591" y="257175"/>
                  <a:pt x="85734" y="270034"/>
                  <a:pt x="85734" y="285747"/>
                </a:cubicBezTo>
                <a:lnTo>
                  <a:pt x="85734" y="457197"/>
                </a:lnTo>
                <a:lnTo>
                  <a:pt x="342900" y="4571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覆盖从候选人接触到最终入职的完整流程.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1158" y="18331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85725"/>
                </a:moveTo>
                <a:cubicBezTo>
                  <a:pt x="662364" y="85725"/>
                  <a:pt x="828675" y="252036"/>
                  <a:pt x="828675" y="457200"/>
                </a:cubicBezTo>
                <a:cubicBezTo>
                  <a:pt x="828675" y="662364"/>
                  <a:pt x="662364" y="828675"/>
                  <a:pt x="457200" y="828675"/>
                </a:cubicBezTo>
                <a:cubicBezTo>
                  <a:pt x="252036" y="828675"/>
                  <a:pt x="85725" y="662364"/>
                  <a:pt x="85725" y="457200"/>
                </a:cubicBezTo>
                <a:cubicBezTo>
                  <a:pt x="85725" y="252036"/>
                  <a:pt x="252036" y="85725"/>
                  <a:pt x="457200" y="85725"/>
                </a:cubicBezTo>
                <a:moveTo>
                  <a:pt x="457200" y="914400"/>
                </a:moveTo>
                <a:cubicBezTo>
                  <a:pt x="709702" y="914400"/>
                  <a:pt x="914400" y="709702"/>
                  <a:pt x="914400" y="457200"/>
                </a:cubicBezTo>
                <a:cubicBezTo>
                  <a:pt x="914400" y="204698"/>
                  <a:pt x="709702" y="0"/>
                  <a:pt x="457200" y="0"/>
                </a:cubicBezTo>
                <a:cubicBezTo>
                  <a:pt x="204698" y="0"/>
                  <a:pt x="0" y="204698"/>
                  <a:pt x="0" y="457200"/>
                </a:cubicBezTo>
                <a:cubicBezTo>
                  <a:pt x="0" y="709702"/>
                  <a:pt x="204698" y="914400"/>
                  <a:pt x="457200" y="914400"/>
                </a:cubicBezTo>
                <a:moveTo>
                  <a:pt x="557217" y="628650"/>
                </a:moveTo>
                <a:cubicBezTo>
                  <a:pt x="557217" y="588828"/>
                  <a:pt x="533818" y="554355"/>
                  <a:pt x="500067" y="538280"/>
                </a:cubicBezTo>
                <a:lnTo>
                  <a:pt x="500067" y="214308"/>
                </a:lnTo>
                <a:cubicBezTo>
                  <a:pt x="500067" y="190552"/>
                  <a:pt x="480956" y="171450"/>
                  <a:pt x="457209" y="171450"/>
                </a:cubicBezTo>
                <a:cubicBezTo>
                  <a:pt x="433453" y="171450"/>
                  <a:pt x="414351" y="190561"/>
                  <a:pt x="414351" y="214317"/>
                </a:cubicBezTo>
                <a:lnTo>
                  <a:pt x="414351" y="538289"/>
                </a:lnTo>
                <a:cubicBezTo>
                  <a:pt x="380601" y="554364"/>
                  <a:pt x="357201" y="588828"/>
                  <a:pt x="357201" y="628659"/>
                </a:cubicBezTo>
                <a:cubicBezTo>
                  <a:pt x="357201" y="683843"/>
                  <a:pt x="402025" y="728676"/>
                  <a:pt x="457218" y="728676"/>
                </a:cubicBezTo>
                <a:cubicBezTo>
                  <a:pt x="512402" y="728676"/>
                  <a:pt x="557235" y="683852"/>
                  <a:pt x="557235" y="628668"/>
                </a:cubicBezTo>
                <a:lnTo>
                  <a:pt x="557217" y="628650"/>
                </a:lnTo>
                <a:moveTo>
                  <a:pt x="285750" y="342900"/>
                </a:moveTo>
                <a:cubicBezTo>
                  <a:pt x="317315" y="342900"/>
                  <a:pt x="342900" y="317315"/>
                  <a:pt x="342900" y="285750"/>
                </a:cubicBezTo>
                <a:cubicBezTo>
                  <a:pt x="342900" y="254185"/>
                  <a:pt x="317315" y="228600"/>
                  <a:pt x="285750" y="228600"/>
                </a:cubicBezTo>
                <a:cubicBezTo>
                  <a:pt x="254185" y="228600"/>
                  <a:pt x="228600" y="254185"/>
                  <a:pt x="228600" y="285750"/>
                </a:cubicBezTo>
                <a:cubicBezTo>
                  <a:pt x="228600" y="317315"/>
                  <a:pt x="254185" y="342900"/>
                  <a:pt x="285750" y="342900"/>
                </a:cubicBezTo>
                <a:moveTo>
                  <a:pt x="257175" y="457200"/>
                </a:moveTo>
                <a:cubicBezTo>
                  <a:pt x="257175" y="425635"/>
                  <a:pt x="231590" y="400050"/>
                  <a:pt x="200025" y="400050"/>
                </a:cubicBezTo>
                <a:cubicBezTo>
                  <a:pt x="168460" y="400050"/>
                  <a:pt x="142875" y="425635"/>
                  <a:pt x="142875" y="457200"/>
                </a:cubicBezTo>
                <a:cubicBezTo>
                  <a:pt x="142875" y="488765"/>
                  <a:pt x="168460" y="514350"/>
                  <a:pt x="200025" y="514350"/>
                </a:cubicBezTo>
                <a:cubicBezTo>
                  <a:pt x="231590" y="514350"/>
                  <a:pt x="257175" y="488765"/>
                  <a:pt x="257175" y="457200"/>
                </a:cubicBezTo>
                <a:moveTo>
                  <a:pt x="714375" y="514350"/>
                </a:moveTo>
                <a:cubicBezTo>
                  <a:pt x="745940" y="514350"/>
                  <a:pt x="771525" y="488765"/>
                  <a:pt x="771525" y="457200"/>
                </a:cubicBezTo>
                <a:cubicBezTo>
                  <a:pt x="771525" y="425635"/>
                  <a:pt x="745940" y="400050"/>
                  <a:pt x="714375" y="400050"/>
                </a:cubicBezTo>
                <a:cubicBezTo>
                  <a:pt x="682810" y="400050"/>
                  <a:pt x="657225" y="425635"/>
                  <a:pt x="657225" y="457200"/>
                </a:cubicBezTo>
                <a:cubicBezTo>
                  <a:pt x="657225" y="488765"/>
                  <a:pt x="682810" y="514350"/>
                  <a:pt x="714375" y="514350"/>
                </a:cubicBezTo>
                <a:moveTo>
                  <a:pt x="685800" y="285750"/>
                </a:moveTo>
                <a:cubicBezTo>
                  <a:pt x="685800" y="254185"/>
                  <a:pt x="660215" y="228600"/>
                  <a:pt x="628650" y="228600"/>
                </a:cubicBezTo>
                <a:cubicBezTo>
                  <a:pt x="597085" y="228600"/>
                  <a:pt x="571500" y="254185"/>
                  <a:pt x="571500" y="285750"/>
                </a:cubicBezTo>
                <a:cubicBezTo>
                  <a:pt x="571500" y="317315"/>
                  <a:pt x="597085" y="342900"/>
                  <a:pt x="628650" y="342900"/>
                </a:cubicBezTo>
                <a:cubicBezTo>
                  <a:pt x="660215" y="342900"/>
                  <a:pt x="685800" y="317315"/>
                  <a:pt x="685800" y="28575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月度招聘仪表盘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主页实时展示当月招聘目标完成情况.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33208"/>
            <a:ext cx="914400" cy="914221"/>
          </a:xfrm>
          <a:custGeom>
            <a:avLst/>
            <a:gdLst/>
            <a:ahLst/>
            <a:cxnLst/>
            <a:rect l="l" t="t" r="r" b="b"/>
            <a:pathLst>
              <a:path w="914400" h="914221">
                <a:moveTo>
                  <a:pt x="371402" y="314264"/>
                </a:moveTo>
                <a:cubicBezTo>
                  <a:pt x="371402" y="188019"/>
                  <a:pt x="473714" y="85708"/>
                  <a:pt x="599956" y="85708"/>
                </a:cubicBezTo>
                <a:cubicBezTo>
                  <a:pt x="726198" y="85708"/>
                  <a:pt x="828510" y="188019"/>
                  <a:pt x="828510" y="314264"/>
                </a:cubicBezTo>
                <a:cubicBezTo>
                  <a:pt x="828510" y="440508"/>
                  <a:pt x="726198" y="542819"/>
                  <a:pt x="599956" y="542819"/>
                </a:cubicBezTo>
                <a:cubicBezTo>
                  <a:pt x="581385" y="542819"/>
                  <a:pt x="563353" y="540680"/>
                  <a:pt x="546208" y="536392"/>
                </a:cubicBezTo>
                <a:cubicBezTo>
                  <a:pt x="531742" y="532817"/>
                  <a:pt x="516389" y="537105"/>
                  <a:pt x="505855" y="547820"/>
                </a:cubicBezTo>
                <a:lnTo>
                  <a:pt x="453716" y="599958"/>
                </a:lnTo>
                <a:lnTo>
                  <a:pt x="357119" y="599958"/>
                </a:lnTo>
                <a:cubicBezTo>
                  <a:pt x="333372" y="599958"/>
                  <a:pt x="314261" y="619065"/>
                  <a:pt x="314261" y="642817"/>
                </a:cubicBezTo>
                <a:lnTo>
                  <a:pt x="314261" y="714245"/>
                </a:lnTo>
                <a:lnTo>
                  <a:pt x="242837" y="714245"/>
                </a:lnTo>
                <a:cubicBezTo>
                  <a:pt x="219090" y="714245"/>
                  <a:pt x="199979" y="733352"/>
                  <a:pt x="199979" y="757103"/>
                </a:cubicBezTo>
                <a:lnTo>
                  <a:pt x="199979" y="828532"/>
                </a:lnTo>
                <a:lnTo>
                  <a:pt x="85698" y="828532"/>
                </a:lnTo>
                <a:lnTo>
                  <a:pt x="85698" y="689076"/>
                </a:lnTo>
                <a:lnTo>
                  <a:pt x="366391" y="408383"/>
                </a:lnTo>
                <a:cubicBezTo>
                  <a:pt x="376925" y="397851"/>
                  <a:pt x="381213" y="382492"/>
                  <a:pt x="377821" y="368029"/>
                </a:cubicBezTo>
                <a:cubicBezTo>
                  <a:pt x="373715" y="350887"/>
                  <a:pt x="371393" y="332850"/>
                  <a:pt x="371393" y="314282"/>
                </a:cubicBezTo>
                <a:lnTo>
                  <a:pt x="371402" y="314264"/>
                </a:lnTo>
                <a:moveTo>
                  <a:pt x="599956" y="0"/>
                </a:moveTo>
                <a:cubicBezTo>
                  <a:pt x="426394" y="0"/>
                  <a:pt x="285695" y="140708"/>
                  <a:pt x="285695" y="314264"/>
                </a:cubicBezTo>
                <a:cubicBezTo>
                  <a:pt x="285695" y="331222"/>
                  <a:pt x="286948" y="347834"/>
                  <a:pt x="289627" y="364080"/>
                </a:cubicBezTo>
                <a:lnTo>
                  <a:pt x="12500" y="641025"/>
                </a:lnTo>
                <a:cubicBezTo>
                  <a:pt x="4462" y="649061"/>
                  <a:pt x="0" y="659949"/>
                  <a:pt x="0" y="671377"/>
                </a:cubicBezTo>
                <a:lnTo>
                  <a:pt x="0" y="871363"/>
                </a:lnTo>
                <a:cubicBezTo>
                  <a:pt x="0" y="895114"/>
                  <a:pt x="19102" y="914222"/>
                  <a:pt x="42858" y="914222"/>
                </a:cubicBezTo>
                <a:lnTo>
                  <a:pt x="242846" y="914222"/>
                </a:lnTo>
                <a:cubicBezTo>
                  <a:pt x="266593" y="914222"/>
                  <a:pt x="285704" y="895114"/>
                  <a:pt x="285704" y="871372"/>
                </a:cubicBezTo>
                <a:lnTo>
                  <a:pt x="285704" y="799953"/>
                </a:lnTo>
                <a:lnTo>
                  <a:pt x="357128" y="799953"/>
                </a:lnTo>
                <a:cubicBezTo>
                  <a:pt x="380875" y="799953"/>
                  <a:pt x="399986" y="780846"/>
                  <a:pt x="399986" y="757103"/>
                </a:cubicBezTo>
                <a:lnTo>
                  <a:pt x="399986" y="685684"/>
                </a:lnTo>
                <a:lnTo>
                  <a:pt x="471410" y="685684"/>
                </a:lnTo>
                <a:cubicBezTo>
                  <a:pt x="482840" y="685684"/>
                  <a:pt x="493730" y="681223"/>
                  <a:pt x="501768" y="673187"/>
                </a:cubicBezTo>
                <a:lnTo>
                  <a:pt x="550332" y="624624"/>
                </a:lnTo>
                <a:cubicBezTo>
                  <a:pt x="566581" y="627119"/>
                  <a:pt x="583186" y="628555"/>
                  <a:pt x="600148" y="628555"/>
                </a:cubicBezTo>
                <a:cubicBezTo>
                  <a:pt x="773710" y="628555"/>
                  <a:pt x="914409" y="487847"/>
                  <a:pt x="914409" y="314291"/>
                </a:cubicBezTo>
                <a:cubicBezTo>
                  <a:pt x="914409" y="140735"/>
                  <a:pt x="773528" y="27"/>
                  <a:pt x="599965" y="27"/>
                </a:cubicBezTo>
                <a:lnTo>
                  <a:pt x="599956" y="0"/>
                </a:lnTo>
                <a:moveTo>
                  <a:pt x="657097" y="314264"/>
                </a:moveTo>
                <a:cubicBezTo>
                  <a:pt x="688653" y="314264"/>
                  <a:pt x="714238" y="288684"/>
                  <a:pt x="714238" y="257125"/>
                </a:cubicBezTo>
                <a:cubicBezTo>
                  <a:pt x="714238" y="225566"/>
                  <a:pt x="688653" y="199986"/>
                  <a:pt x="657097" y="199986"/>
                </a:cubicBezTo>
                <a:cubicBezTo>
                  <a:pt x="625541" y="199986"/>
                  <a:pt x="599956" y="225566"/>
                  <a:pt x="599956" y="257125"/>
                </a:cubicBezTo>
                <a:cubicBezTo>
                  <a:pt x="599956" y="288684"/>
                  <a:pt x="625541" y="314264"/>
                  <a:pt x="657097" y="31426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简化的登录机制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统一账号zenflux共享使用,无需复杂权限管理.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2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473200"/>
            <a:ext cx="3200400" cy="4663440"/>
          </a:xfrm>
          <a:prstGeom prst="rect">
            <a:avLst/>
          </a:prstGeom>
          <a:blipFill>
            <a:blip r:embed="rId2"/>
            <a:srcRect/>
            <a:stretch>
              <a:fillRect l="-59328" r="-59328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698480" cy="10672"/>
          </a:xfrm>
          <a:custGeom>
            <a:avLst/>
            <a:gdLst/>
            <a:ahLst/>
            <a:cxnLst/>
            <a:rect l="l" t="t" r="r" b="b"/>
            <a:pathLst>
              <a:path w="10698480" h="10672">
                <a:moveTo>
                  <a:pt x="0" y="0"/>
                </a:moveTo>
                <a:lnTo>
                  <a:pt x="106984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8" y="1"/>
            <a:ext cx="106984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79" y="1481404"/>
            <a:ext cx="457200" cy="457111"/>
          </a:xfrm>
          <a:custGeom>
            <a:avLst/>
            <a:gdLst/>
            <a:ahLst/>
            <a:cxnLst/>
            <a:rect l="l" t="t" r="r" b="b"/>
            <a:pathLst>
              <a:path w="457200" h="457111">
                <a:moveTo>
                  <a:pt x="185701" y="157132"/>
                </a:moveTo>
                <a:cubicBezTo>
                  <a:pt x="185701" y="94009"/>
                  <a:pt x="236857" y="42854"/>
                  <a:pt x="299978" y="42854"/>
                </a:cubicBezTo>
                <a:cubicBezTo>
                  <a:pt x="363099" y="42854"/>
                  <a:pt x="414255" y="94009"/>
                  <a:pt x="414255" y="157132"/>
                </a:cubicBezTo>
                <a:cubicBezTo>
                  <a:pt x="414255" y="220254"/>
                  <a:pt x="363099" y="271410"/>
                  <a:pt x="299978" y="271410"/>
                </a:cubicBezTo>
                <a:cubicBezTo>
                  <a:pt x="290692" y="271410"/>
                  <a:pt x="281676" y="270340"/>
                  <a:pt x="273104" y="268196"/>
                </a:cubicBezTo>
                <a:cubicBezTo>
                  <a:pt x="265871" y="266409"/>
                  <a:pt x="258195" y="268553"/>
                  <a:pt x="252928" y="273910"/>
                </a:cubicBezTo>
                <a:lnTo>
                  <a:pt x="226858" y="299979"/>
                </a:lnTo>
                <a:lnTo>
                  <a:pt x="178559" y="299979"/>
                </a:lnTo>
                <a:cubicBezTo>
                  <a:pt x="166686" y="299979"/>
                  <a:pt x="157130" y="309533"/>
                  <a:pt x="157130" y="321408"/>
                </a:cubicBezTo>
                <a:lnTo>
                  <a:pt x="157130" y="357122"/>
                </a:lnTo>
                <a:lnTo>
                  <a:pt x="121419" y="357122"/>
                </a:lnTo>
                <a:cubicBezTo>
                  <a:pt x="109545" y="357122"/>
                  <a:pt x="99990" y="366676"/>
                  <a:pt x="99990" y="378552"/>
                </a:cubicBezTo>
                <a:lnTo>
                  <a:pt x="99990" y="414266"/>
                </a:lnTo>
                <a:lnTo>
                  <a:pt x="42849" y="414266"/>
                </a:lnTo>
                <a:lnTo>
                  <a:pt x="42849" y="344538"/>
                </a:lnTo>
                <a:lnTo>
                  <a:pt x="183195" y="204192"/>
                </a:lnTo>
                <a:cubicBezTo>
                  <a:pt x="188462" y="198926"/>
                  <a:pt x="190607" y="191246"/>
                  <a:pt x="188910" y="184015"/>
                </a:cubicBezTo>
                <a:cubicBezTo>
                  <a:pt x="186858" y="175444"/>
                  <a:pt x="185696" y="166425"/>
                  <a:pt x="185696" y="157141"/>
                </a:cubicBezTo>
                <a:lnTo>
                  <a:pt x="185701" y="157132"/>
                </a:lnTo>
                <a:moveTo>
                  <a:pt x="299978" y="0"/>
                </a:moveTo>
                <a:cubicBezTo>
                  <a:pt x="213197" y="0"/>
                  <a:pt x="142848" y="70354"/>
                  <a:pt x="142848" y="157132"/>
                </a:cubicBezTo>
                <a:cubicBezTo>
                  <a:pt x="142848" y="165611"/>
                  <a:pt x="143474" y="173917"/>
                  <a:pt x="144814" y="182040"/>
                </a:cubicBezTo>
                <a:lnTo>
                  <a:pt x="6250" y="320512"/>
                </a:lnTo>
                <a:cubicBezTo>
                  <a:pt x="2231" y="324530"/>
                  <a:pt x="0" y="329975"/>
                  <a:pt x="0" y="335688"/>
                </a:cubicBezTo>
                <a:lnTo>
                  <a:pt x="0" y="435681"/>
                </a:lnTo>
                <a:cubicBezTo>
                  <a:pt x="0" y="447557"/>
                  <a:pt x="9551" y="457111"/>
                  <a:pt x="21429" y="457111"/>
                </a:cubicBezTo>
                <a:lnTo>
                  <a:pt x="121423" y="457111"/>
                </a:lnTo>
                <a:cubicBezTo>
                  <a:pt x="133297" y="457111"/>
                  <a:pt x="142852" y="447557"/>
                  <a:pt x="142852" y="435686"/>
                </a:cubicBezTo>
                <a:lnTo>
                  <a:pt x="142852" y="399976"/>
                </a:lnTo>
                <a:lnTo>
                  <a:pt x="178564" y="399976"/>
                </a:lnTo>
                <a:cubicBezTo>
                  <a:pt x="190438" y="399976"/>
                  <a:pt x="199993" y="390423"/>
                  <a:pt x="199993" y="378552"/>
                </a:cubicBezTo>
                <a:lnTo>
                  <a:pt x="199993" y="342842"/>
                </a:lnTo>
                <a:lnTo>
                  <a:pt x="235705" y="342842"/>
                </a:lnTo>
                <a:cubicBezTo>
                  <a:pt x="241420" y="342842"/>
                  <a:pt x="246865" y="340612"/>
                  <a:pt x="250884" y="336593"/>
                </a:cubicBezTo>
                <a:lnTo>
                  <a:pt x="275166" y="312312"/>
                </a:lnTo>
                <a:cubicBezTo>
                  <a:pt x="283290" y="313560"/>
                  <a:pt x="291593" y="314277"/>
                  <a:pt x="300074" y="314277"/>
                </a:cubicBezTo>
                <a:cubicBezTo>
                  <a:pt x="386855" y="314277"/>
                  <a:pt x="457205" y="243923"/>
                  <a:pt x="457205" y="157146"/>
                </a:cubicBezTo>
                <a:cubicBezTo>
                  <a:pt x="457205" y="70368"/>
                  <a:pt x="386764" y="14"/>
                  <a:pt x="299983" y="14"/>
                </a:cubicBezTo>
                <a:lnTo>
                  <a:pt x="299978" y="0"/>
                </a:lnTo>
                <a:moveTo>
                  <a:pt x="328548" y="157132"/>
                </a:moveTo>
                <a:cubicBezTo>
                  <a:pt x="344326" y="157132"/>
                  <a:pt x="357119" y="144342"/>
                  <a:pt x="357119" y="128562"/>
                </a:cubicBezTo>
                <a:cubicBezTo>
                  <a:pt x="357119" y="112783"/>
                  <a:pt x="344326" y="99993"/>
                  <a:pt x="328548" y="99993"/>
                </a:cubicBezTo>
                <a:cubicBezTo>
                  <a:pt x="312771" y="99993"/>
                  <a:pt x="299978" y="112783"/>
                  <a:pt x="299978" y="128562"/>
                </a:cubicBezTo>
                <a:cubicBezTo>
                  <a:pt x="299978" y="144342"/>
                  <a:pt x="312771" y="157132"/>
                  <a:pt x="328548" y="157132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7680" y="2813589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1套账号 所有使用者共享zenflux账号和数据. 100%透明 月度招聘进度一目了然. 全链路 从简历到入职全流程跟踪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78" y="2183669"/>
            <a:ext cx="6675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9575" r="-19575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登录系统设计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简洁的登录页面设计,提升使用体验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快速登录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简化系统复杂度,降低维护成本.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无需权限管理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所有使用者访问同一份数据源,确保信息一致性.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共享数据模式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账号zenflux密码hrhr123456,所有人使用同一账号.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统一账号体系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399" y="1502356"/>
            <a:ext cx="365760" cy="365689"/>
          </a:xfrm>
          <a:custGeom>
            <a:avLst/>
            <a:gdLst/>
            <a:ahLst/>
            <a:cxnLst/>
            <a:rect l="l" t="t" r="r" b="b"/>
            <a:pathLst>
              <a:path w="365760" h="365689">
                <a:moveTo>
                  <a:pt x="148561" y="125705"/>
                </a:moveTo>
                <a:cubicBezTo>
                  <a:pt x="148561" y="75207"/>
                  <a:pt x="189486" y="34283"/>
                  <a:pt x="239982" y="34283"/>
                </a:cubicBezTo>
                <a:cubicBezTo>
                  <a:pt x="290479" y="34283"/>
                  <a:pt x="331404" y="75207"/>
                  <a:pt x="331404" y="125705"/>
                </a:cubicBezTo>
                <a:cubicBezTo>
                  <a:pt x="331404" y="176203"/>
                  <a:pt x="290479" y="217128"/>
                  <a:pt x="239982" y="217128"/>
                </a:cubicBezTo>
                <a:cubicBezTo>
                  <a:pt x="232554" y="217128"/>
                  <a:pt x="225341" y="216272"/>
                  <a:pt x="218483" y="214557"/>
                </a:cubicBezTo>
                <a:cubicBezTo>
                  <a:pt x="212697" y="213127"/>
                  <a:pt x="206556" y="214842"/>
                  <a:pt x="202342" y="219128"/>
                </a:cubicBezTo>
                <a:lnTo>
                  <a:pt x="181486" y="239983"/>
                </a:lnTo>
                <a:lnTo>
                  <a:pt x="142848" y="239983"/>
                </a:lnTo>
                <a:cubicBezTo>
                  <a:pt x="133349" y="239983"/>
                  <a:pt x="125704" y="247626"/>
                  <a:pt x="125704" y="257127"/>
                </a:cubicBezTo>
                <a:lnTo>
                  <a:pt x="125704" y="285698"/>
                </a:lnTo>
                <a:lnTo>
                  <a:pt x="97135" y="285698"/>
                </a:lnTo>
                <a:cubicBezTo>
                  <a:pt x="87636" y="285698"/>
                  <a:pt x="79992" y="293341"/>
                  <a:pt x="79992" y="302841"/>
                </a:cubicBezTo>
                <a:lnTo>
                  <a:pt x="79992" y="331413"/>
                </a:lnTo>
                <a:lnTo>
                  <a:pt x="34279" y="331413"/>
                </a:lnTo>
                <a:lnTo>
                  <a:pt x="34279" y="275631"/>
                </a:lnTo>
                <a:lnTo>
                  <a:pt x="146556" y="163353"/>
                </a:lnTo>
                <a:cubicBezTo>
                  <a:pt x="150770" y="159140"/>
                  <a:pt x="152485" y="152997"/>
                  <a:pt x="151128" y="147212"/>
                </a:cubicBezTo>
                <a:cubicBezTo>
                  <a:pt x="149486" y="140355"/>
                  <a:pt x="148557" y="133140"/>
                  <a:pt x="148557" y="125713"/>
                </a:cubicBezTo>
                <a:lnTo>
                  <a:pt x="148561" y="125705"/>
                </a:lnTo>
                <a:moveTo>
                  <a:pt x="239982" y="0"/>
                </a:moveTo>
                <a:cubicBezTo>
                  <a:pt x="170558" y="0"/>
                  <a:pt x="114278" y="56283"/>
                  <a:pt x="114278" y="125705"/>
                </a:cubicBezTo>
                <a:cubicBezTo>
                  <a:pt x="114278" y="132489"/>
                  <a:pt x="114779" y="139133"/>
                  <a:pt x="115851" y="145632"/>
                </a:cubicBezTo>
                <a:lnTo>
                  <a:pt x="5000" y="256410"/>
                </a:lnTo>
                <a:cubicBezTo>
                  <a:pt x="1785" y="259624"/>
                  <a:pt x="0" y="263980"/>
                  <a:pt x="0" y="268551"/>
                </a:cubicBezTo>
                <a:lnTo>
                  <a:pt x="0" y="348545"/>
                </a:lnTo>
                <a:cubicBezTo>
                  <a:pt x="0" y="358046"/>
                  <a:pt x="7641" y="365689"/>
                  <a:pt x="17143" y="365689"/>
                </a:cubicBezTo>
                <a:lnTo>
                  <a:pt x="97139" y="365689"/>
                </a:lnTo>
                <a:cubicBezTo>
                  <a:pt x="106637" y="365689"/>
                  <a:pt x="114282" y="358046"/>
                  <a:pt x="114282" y="348549"/>
                </a:cubicBezTo>
                <a:lnTo>
                  <a:pt x="114282" y="319981"/>
                </a:lnTo>
                <a:lnTo>
                  <a:pt x="142851" y="319981"/>
                </a:lnTo>
                <a:cubicBezTo>
                  <a:pt x="152350" y="319981"/>
                  <a:pt x="159994" y="312338"/>
                  <a:pt x="159994" y="302841"/>
                </a:cubicBezTo>
                <a:lnTo>
                  <a:pt x="159994" y="274274"/>
                </a:lnTo>
                <a:lnTo>
                  <a:pt x="188564" y="274274"/>
                </a:lnTo>
                <a:cubicBezTo>
                  <a:pt x="193136" y="274274"/>
                  <a:pt x="197492" y="272489"/>
                  <a:pt x="200707" y="269275"/>
                </a:cubicBezTo>
                <a:lnTo>
                  <a:pt x="220133" y="249849"/>
                </a:lnTo>
                <a:cubicBezTo>
                  <a:pt x="226632" y="250848"/>
                  <a:pt x="233274" y="251422"/>
                  <a:pt x="240059" y="251422"/>
                </a:cubicBezTo>
                <a:cubicBezTo>
                  <a:pt x="309484" y="251422"/>
                  <a:pt x="365764" y="195139"/>
                  <a:pt x="365764" y="125716"/>
                </a:cubicBezTo>
                <a:cubicBezTo>
                  <a:pt x="365764" y="56294"/>
                  <a:pt x="309411" y="11"/>
                  <a:pt x="239986" y="11"/>
                </a:cubicBezTo>
                <a:lnTo>
                  <a:pt x="239982" y="0"/>
                </a:lnTo>
                <a:moveTo>
                  <a:pt x="262839" y="125705"/>
                </a:moveTo>
                <a:cubicBezTo>
                  <a:pt x="275461" y="125705"/>
                  <a:pt x="285695" y="115473"/>
                  <a:pt x="285695" y="102850"/>
                </a:cubicBezTo>
                <a:cubicBezTo>
                  <a:pt x="285695" y="90226"/>
                  <a:pt x="275461" y="79994"/>
                  <a:pt x="262839" y="79994"/>
                </a:cubicBezTo>
                <a:cubicBezTo>
                  <a:pt x="250216" y="79994"/>
                  <a:pt x="239982" y="90226"/>
                  <a:pt x="239982" y="102850"/>
                </a:cubicBezTo>
                <a:cubicBezTo>
                  <a:pt x="239982" y="115473"/>
                  <a:pt x="250216" y="125705"/>
                  <a:pt x="262839" y="12570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60619" y="1502320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285751" y="61437"/>
                </a:moveTo>
                <a:lnTo>
                  <a:pt x="285751" y="124801"/>
                </a:lnTo>
                <a:cubicBezTo>
                  <a:pt x="276249" y="129944"/>
                  <a:pt x="263175" y="134944"/>
                  <a:pt x="246604" y="139018"/>
                </a:cubicBezTo>
                <a:cubicBezTo>
                  <a:pt x="222386" y="145020"/>
                  <a:pt x="192527" y="148590"/>
                  <a:pt x="160020" y="148590"/>
                </a:cubicBezTo>
                <a:cubicBezTo>
                  <a:pt x="127517" y="148590"/>
                  <a:pt x="97654" y="145017"/>
                  <a:pt x="73437" y="139018"/>
                </a:cubicBezTo>
                <a:cubicBezTo>
                  <a:pt x="56862" y="134947"/>
                  <a:pt x="43791" y="130017"/>
                  <a:pt x="34289" y="124801"/>
                </a:cubicBezTo>
                <a:lnTo>
                  <a:pt x="34289" y="61437"/>
                </a:lnTo>
                <a:lnTo>
                  <a:pt x="34718" y="61078"/>
                </a:lnTo>
                <a:cubicBezTo>
                  <a:pt x="38504" y="57863"/>
                  <a:pt x="46076" y="53434"/>
                  <a:pt x="58436" y="49005"/>
                </a:cubicBezTo>
                <a:cubicBezTo>
                  <a:pt x="82798" y="40362"/>
                  <a:pt x="118729" y="34290"/>
                  <a:pt x="160020" y="34290"/>
                </a:cubicBezTo>
                <a:cubicBezTo>
                  <a:pt x="201312" y="34290"/>
                  <a:pt x="237243" y="40362"/>
                  <a:pt x="261604" y="49005"/>
                </a:cubicBezTo>
                <a:cubicBezTo>
                  <a:pt x="273964" y="53434"/>
                  <a:pt x="281463" y="57863"/>
                  <a:pt x="285322" y="61078"/>
                </a:cubicBezTo>
                <a:lnTo>
                  <a:pt x="285751" y="61437"/>
                </a:lnTo>
                <a:moveTo>
                  <a:pt x="285751" y="162522"/>
                </a:moveTo>
                <a:lnTo>
                  <a:pt x="285751" y="216241"/>
                </a:lnTo>
                <a:cubicBezTo>
                  <a:pt x="276249" y="221384"/>
                  <a:pt x="263175" y="226384"/>
                  <a:pt x="246604" y="230458"/>
                </a:cubicBezTo>
                <a:cubicBezTo>
                  <a:pt x="222386" y="236460"/>
                  <a:pt x="192527" y="240030"/>
                  <a:pt x="160020" y="240030"/>
                </a:cubicBezTo>
                <a:cubicBezTo>
                  <a:pt x="127517" y="240030"/>
                  <a:pt x="97654" y="236457"/>
                  <a:pt x="73437" y="230458"/>
                </a:cubicBezTo>
                <a:cubicBezTo>
                  <a:pt x="56862" y="226387"/>
                  <a:pt x="43791" y="221457"/>
                  <a:pt x="34289" y="216241"/>
                </a:cubicBezTo>
                <a:lnTo>
                  <a:pt x="34289" y="162522"/>
                </a:lnTo>
                <a:cubicBezTo>
                  <a:pt x="43791" y="166307"/>
                  <a:pt x="54221" y="169596"/>
                  <a:pt x="65221" y="172310"/>
                </a:cubicBezTo>
                <a:cubicBezTo>
                  <a:pt x="92511" y="179025"/>
                  <a:pt x="125158" y="182884"/>
                  <a:pt x="160020" y="182884"/>
                </a:cubicBezTo>
                <a:cubicBezTo>
                  <a:pt x="194882" y="182884"/>
                  <a:pt x="227529" y="179025"/>
                  <a:pt x="254819" y="172310"/>
                </a:cubicBezTo>
                <a:cubicBezTo>
                  <a:pt x="265819" y="169596"/>
                  <a:pt x="276249" y="166381"/>
                  <a:pt x="285751" y="162522"/>
                </a:cubicBezTo>
                <a:lnTo>
                  <a:pt x="285751" y="162522"/>
                </a:lnTo>
                <a:moveTo>
                  <a:pt x="34289" y="304323"/>
                </a:moveTo>
                <a:lnTo>
                  <a:pt x="34289" y="254031"/>
                </a:lnTo>
                <a:cubicBezTo>
                  <a:pt x="43791" y="257817"/>
                  <a:pt x="54221" y="261105"/>
                  <a:pt x="65221" y="263819"/>
                </a:cubicBezTo>
                <a:cubicBezTo>
                  <a:pt x="92511" y="270461"/>
                  <a:pt x="125158" y="274320"/>
                  <a:pt x="160020" y="274320"/>
                </a:cubicBezTo>
                <a:cubicBezTo>
                  <a:pt x="194882" y="274320"/>
                  <a:pt x="227529" y="270461"/>
                  <a:pt x="254819" y="263746"/>
                </a:cubicBezTo>
                <a:cubicBezTo>
                  <a:pt x="265819" y="261032"/>
                  <a:pt x="276249" y="257817"/>
                  <a:pt x="285751" y="253958"/>
                </a:cubicBezTo>
                <a:lnTo>
                  <a:pt x="285751" y="304250"/>
                </a:lnTo>
                <a:lnTo>
                  <a:pt x="285322" y="304609"/>
                </a:lnTo>
                <a:cubicBezTo>
                  <a:pt x="281536" y="307824"/>
                  <a:pt x="273964" y="312253"/>
                  <a:pt x="261604" y="316682"/>
                </a:cubicBezTo>
                <a:cubicBezTo>
                  <a:pt x="237243" y="325398"/>
                  <a:pt x="201312" y="331470"/>
                  <a:pt x="160020" y="331470"/>
                </a:cubicBezTo>
                <a:cubicBezTo>
                  <a:pt x="118728" y="331470"/>
                  <a:pt x="82798" y="325398"/>
                  <a:pt x="58436" y="316755"/>
                </a:cubicBezTo>
                <a:cubicBezTo>
                  <a:pt x="46076" y="312326"/>
                  <a:pt x="38578" y="307897"/>
                  <a:pt x="34718" y="304682"/>
                </a:cubicBezTo>
                <a:lnTo>
                  <a:pt x="34289" y="304323"/>
                </a:lnTo>
                <a:moveTo>
                  <a:pt x="287249" y="302824"/>
                </a:moveTo>
                <a:cubicBezTo>
                  <a:pt x="287249" y="302824"/>
                  <a:pt x="287249" y="302897"/>
                  <a:pt x="287105" y="302966"/>
                </a:cubicBezTo>
                <a:lnTo>
                  <a:pt x="287175" y="302824"/>
                </a:lnTo>
                <a:cubicBezTo>
                  <a:pt x="287175" y="302824"/>
                  <a:pt x="287175" y="302824"/>
                  <a:pt x="287175" y="302751"/>
                </a:cubicBezTo>
                <a:lnTo>
                  <a:pt x="287249" y="302824"/>
                </a:lnTo>
                <a:moveTo>
                  <a:pt x="32862" y="302824"/>
                </a:moveTo>
                <a:cubicBezTo>
                  <a:pt x="32862" y="302824"/>
                  <a:pt x="32862" y="302897"/>
                  <a:pt x="33006" y="302966"/>
                </a:cubicBezTo>
                <a:cubicBezTo>
                  <a:pt x="32935" y="302893"/>
                  <a:pt x="32935" y="302824"/>
                  <a:pt x="32862" y="302824"/>
                </a:cubicBezTo>
                <a:moveTo>
                  <a:pt x="32862" y="62936"/>
                </a:moveTo>
                <a:cubicBezTo>
                  <a:pt x="32862" y="62936"/>
                  <a:pt x="32932" y="62863"/>
                  <a:pt x="33006" y="62794"/>
                </a:cubicBezTo>
                <a:cubicBezTo>
                  <a:pt x="32935" y="62867"/>
                  <a:pt x="32862" y="62936"/>
                  <a:pt x="32862" y="62936"/>
                </a:cubicBezTo>
                <a:moveTo>
                  <a:pt x="287178" y="62794"/>
                </a:moveTo>
                <a:cubicBezTo>
                  <a:pt x="287249" y="62867"/>
                  <a:pt x="287322" y="62936"/>
                  <a:pt x="287322" y="62936"/>
                </a:cubicBezTo>
                <a:cubicBezTo>
                  <a:pt x="287322" y="62936"/>
                  <a:pt x="287322" y="62863"/>
                  <a:pt x="287178" y="62794"/>
                </a:cubicBezTo>
                <a:moveTo>
                  <a:pt x="320040" y="308610"/>
                </a:moveTo>
                <a:lnTo>
                  <a:pt x="320040" y="57150"/>
                </a:lnTo>
                <a:cubicBezTo>
                  <a:pt x="320040" y="25574"/>
                  <a:pt x="248389" y="0"/>
                  <a:pt x="160020" y="0"/>
                </a:cubicBezTo>
                <a:cubicBezTo>
                  <a:pt x="71651" y="0"/>
                  <a:pt x="0" y="25574"/>
                  <a:pt x="0" y="57150"/>
                </a:cubicBezTo>
                <a:lnTo>
                  <a:pt x="0" y="308610"/>
                </a:lnTo>
                <a:cubicBezTo>
                  <a:pt x="0" y="340186"/>
                  <a:pt x="71651" y="365760"/>
                  <a:pt x="160020" y="365760"/>
                </a:cubicBezTo>
                <a:cubicBezTo>
                  <a:pt x="248389" y="365760"/>
                  <a:pt x="320040" y="340186"/>
                  <a:pt x="320040" y="30861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7259" y="401198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2870" y="91440"/>
                </a:moveTo>
                <a:cubicBezTo>
                  <a:pt x="102870" y="59864"/>
                  <a:pt x="128445" y="34290"/>
                  <a:pt x="160020" y="34290"/>
                </a:cubicBezTo>
                <a:cubicBezTo>
                  <a:pt x="185450" y="34290"/>
                  <a:pt x="207024" y="50863"/>
                  <a:pt x="214385" y="73865"/>
                </a:cubicBezTo>
                <a:cubicBezTo>
                  <a:pt x="217314" y="82867"/>
                  <a:pt x="226960" y="87797"/>
                  <a:pt x="235959" y="84937"/>
                </a:cubicBezTo>
                <a:cubicBezTo>
                  <a:pt x="244959" y="82080"/>
                  <a:pt x="249890" y="72366"/>
                  <a:pt x="247032" y="63364"/>
                </a:cubicBezTo>
                <a:cubicBezTo>
                  <a:pt x="235175" y="26572"/>
                  <a:pt x="200742" y="0"/>
                  <a:pt x="160023" y="0"/>
                </a:cubicBezTo>
                <a:cubicBezTo>
                  <a:pt x="109518" y="0"/>
                  <a:pt x="68585" y="40932"/>
                  <a:pt x="68585" y="91440"/>
                </a:cubicBezTo>
                <a:lnTo>
                  <a:pt x="68585" y="137160"/>
                </a:lnTo>
                <a:lnTo>
                  <a:pt x="45724" y="137160"/>
                </a:lnTo>
                <a:cubicBezTo>
                  <a:pt x="20508" y="137160"/>
                  <a:pt x="3" y="157661"/>
                  <a:pt x="3" y="182880"/>
                </a:cubicBezTo>
                <a:lnTo>
                  <a:pt x="3" y="320040"/>
                </a:lnTo>
                <a:cubicBezTo>
                  <a:pt x="3" y="345259"/>
                  <a:pt x="20505" y="365760"/>
                  <a:pt x="45724" y="365760"/>
                </a:cubicBezTo>
                <a:lnTo>
                  <a:pt x="274325" y="365760"/>
                </a:lnTo>
                <a:cubicBezTo>
                  <a:pt x="299541" y="365760"/>
                  <a:pt x="320046" y="345259"/>
                  <a:pt x="320046" y="320040"/>
                </a:cubicBezTo>
                <a:lnTo>
                  <a:pt x="320046" y="182880"/>
                </a:lnTo>
                <a:cubicBezTo>
                  <a:pt x="320046" y="157661"/>
                  <a:pt x="299545" y="137160"/>
                  <a:pt x="274325" y="137160"/>
                </a:cubicBezTo>
                <a:lnTo>
                  <a:pt x="102877" y="137160"/>
                </a:lnTo>
                <a:lnTo>
                  <a:pt x="102870" y="91440"/>
                </a:lnTo>
                <a:moveTo>
                  <a:pt x="34289" y="182880"/>
                </a:moveTo>
                <a:cubicBezTo>
                  <a:pt x="34289" y="176593"/>
                  <a:pt x="39432" y="171450"/>
                  <a:pt x="45718" y="171450"/>
                </a:cubicBezTo>
                <a:lnTo>
                  <a:pt x="274319" y="171450"/>
                </a:lnTo>
                <a:cubicBezTo>
                  <a:pt x="280605" y="171450"/>
                  <a:pt x="285748" y="176593"/>
                  <a:pt x="285748" y="182880"/>
                </a:cubicBez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8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59" y="4014880"/>
            <a:ext cx="365760" cy="359963"/>
          </a:xfrm>
          <a:custGeom>
            <a:avLst/>
            <a:gdLst/>
            <a:ahLst/>
            <a:cxnLst/>
            <a:rect l="l" t="t" r="r" b="b"/>
            <a:pathLst>
              <a:path w="365760" h="359963">
                <a:moveTo>
                  <a:pt x="34283" y="182843"/>
                </a:moveTo>
                <a:cubicBezTo>
                  <a:pt x="34283" y="100779"/>
                  <a:pt x="100778" y="34283"/>
                  <a:pt x="182843" y="34283"/>
                </a:cubicBezTo>
                <a:cubicBezTo>
                  <a:pt x="227912" y="34283"/>
                  <a:pt x="268267" y="54355"/>
                  <a:pt x="295549" y="86064"/>
                </a:cubicBezTo>
                <a:cubicBezTo>
                  <a:pt x="301690" y="93277"/>
                  <a:pt x="312549" y="94062"/>
                  <a:pt x="319689" y="87921"/>
                </a:cubicBezTo>
                <a:cubicBezTo>
                  <a:pt x="326832" y="81780"/>
                  <a:pt x="327688" y="70924"/>
                  <a:pt x="321547" y="63778"/>
                </a:cubicBezTo>
                <a:cubicBezTo>
                  <a:pt x="288051" y="24708"/>
                  <a:pt x="238340" y="-4"/>
                  <a:pt x="182843" y="-4"/>
                </a:cubicBezTo>
                <a:cubicBezTo>
                  <a:pt x="81850" y="-4"/>
                  <a:pt x="0" y="81848"/>
                  <a:pt x="0" y="182840"/>
                </a:cubicBezTo>
                <a:lnTo>
                  <a:pt x="0" y="211410"/>
                </a:lnTo>
                <a:cubicBezTo>
                  <a:pt x="0" y="220909"/>
                  <a:pt x="7641" y="228551"/>
                  <a:pt x="17143" y="228551"/>
                </a:cubicBezTo>
                <a:cubicBezTo>
                  <a:pt x="26642" y="228551"/>
                  <a:pt x="34286" y="220909"/>
                  <a:pt x="34286" y="211410"/>
                </a:cubicBezTo>
                <a:lnTo>
                  <a:pt x="34283" y="182843"/>
                </a:lnTo>
                <a:moveTo>
                  <a:pt x="361759" y="145062"/>
                </a:moveTo>
                <a:cubicBezTo>
                  <a:pt x="359831" y="135778"/>
                  <a:pt x="350687" y="129850"/>
                  <a:pt x="341474" y="131847"/>
                </a:cubicBezTo>
                <a:cubicBezTo>
                  <a:pt x="332260" y="133849"/>
                  <a:pt x="326262" y="142916"/>
                  <a:pt x="328259" y="152131"/>
                </a:cubicBezTo>
                <a:cubicBezTo>
                  <a:pt x="330329" y="162059"/>
                  <a:pt x="331474" y="172343"/>
                  <a:pt x="331474" y="182915"/>
                </a:cubicBezTo>
                <a:lnTo>
                  <a:pt x="331474" y="211486"/>
                </a:lnTo>
                <a:cubicBezTo>
                  <a:pt x="331474" y="220985"/>
                  <a:pt x="339114" y="228627"/>
                  <a:pt x="348617" y="228627"/>
                </a:cubicBezTo>
                <a:cubicBezTo>
                  <a:pt x="358116" y="228627"/>
                  <a:pt x="365760" y="220985"/>
                  <a:pt x="365760" y="211486"/>
                </a:cubicBezTo>
                <a:lnTo>
                  <a:pt x="365760" y="182915"/>
                </a:lnTo>
                <a:cubicBezTo>
                  <a:pt x="365760" y="169989"/>
                  <a:pt x="364403" y="157347"/>
                  <a:pt x="361832" y="145134"/>
                </a:cubicBezTo>
                <a:lnTo>
                  <a:pt x="361759" y="145062"/>
                </a:lnTo>
                <a:moveTo>
                  <a:pt x="182843" y="57141"/>
                </a:moveTo>
                <a:cubicBezTo>
                  <a:pt x="169274" y="57141"/>
                  <a:pt x="156132" y="59282"/>
                  <a:pt x="143919" y="63282"/>
                </a:cubicBezTo>
                <a:cubicBezTo>
                  <a:pt x="133063" y="66852"/>
                  <a:pt x="130562" y="80211"/>
                  <a:pt x="137990" y="88922"/>
                </a:cubicBezTo>
                <a:cubicBezTo>
                  <a:pt x="143060" y="94850"/>
                  <a:pt x="151417" y="96636"/>
                  <a:pt x="158989" y="94566"/>
                </a:cubicBezTo>
                <a:cubicBezTo>
                  <a:pt x="166560" y="92496"/>
                  <a:pt x="174559" y="91423"/>
                  <a:pt x="182843" y="91423"/>
                </a:cubicBezTo>
                <a:cubicBezTo>
                  <a:pt x="233340" y="91423"/>
                  <a:pt x="274265" y="132348"/>
                  <a:pt x="274265" y="182847"/>
                </a:cubicBezTo>
                <a:lnTo>
                  <a:pt x="274265" y="200633"/>
                </a:lnTo>
                <a:cubicBezTo>
                  <a:pt x="274265" y="218631"/>
                  <a:pt x="273193" y="236557"/>
                  <a:pt x="271123" y="254415"/>
                </a:cubicBezTo>
                <a:cubicBezTo>
                  <a:pt x="269909" y="264843"/>
                  <a:pt x="277839" y="274270"/>
                  <a:pt x="288409" y="274270"/>
                </a:cubicBezTo>
                <a:cubicBezTo>
                  <a:pt x="296836" y="274270"/>
                  <a:pt x="304053" y="268129"/>
                  <a:pt x="305051" y="259771"/>
                </a:cubicBezTo>
                <a:cubicBezTo>
                  <a:pt x="307407" y="240200"/>
                  <a:pt x="308621" y="220488"/>
                  <a:pt x="308621" y="200705"/>
                </a:cubicBezTo>
                <a:lnTo>
                  <a:pt x="308621" y="182919"/>
                </a:lnTo>
                <a:cubicBezTo>
                  <a:pt x="308621" y="113496"/>
                  <a:pt x="252338" y="57212"/>
                  <a:pt x="182916" y="57212"/>
                </a:cubicBezTo>
                <a:lnTo>
                  <a:pt x="182843" y="57141"/>
                </a:lnTo>
                <a:moveTo>
                  <a:pt x="107636" y="106207"/>
                </a:moveTo>
                <a:cubicBezTo>
                  <a:pt x="101136" y="98637"/>
                  <a:pt x="89567" y="98065"/>
                  <a:pt x="83423" y="105923"/>
                </a:cubicBezTo>
                <a:cubicBezTo>
                  <a:pt x="66923" y="127135"/>
                  <a:pt x="57139" y="153848"/>
                  <a:pt x="57139" y="182847"/>
                </a:cubicBezTo>
                <a:lnTo>
                  <a:pt x="57139" y="200633"/>
                </a:lnTo>
                <a:cubicBezTo>
                  <a:pt x="57139" y="217918"/>
                  <a:pt x="55281" y="235200"/>
                  <a:pt x="51569" y="251985"/>
                </a:cubicBezTo>
                <a:cubicBezTo>
                  <a:pt x="49140" y="263126"/>
                  <a:pt x="57212" y="274270"/>
                  <a:pt x="68639" y="274270"/>
                </a:cubicBezTo>
                <a:cubicBezTo>
                  <a:pt x="76137" y="274270"/>
                  <a:pt x="82852" y="269270"/>
                  <a:pt x="84494" y="261913"/>
                </a:cubicBezTo>
                <a:cubicBezTo>
                  <a:pt x="89066" y="241841"/>
                  <a:pt x="91422" y="221345"/>
                  <a:pt x="91422" y="200633"/>
                </a:cubicBezTo>
                <a:lnTo>
                  <a:pt x="91422" y="182847"/>
                </a:lnTo>
                <a:cubicBezTo>
                  <a:pt x="91422" y="163420"/>
                  <a:pt x="97493" y="145422"/>
                  <a:pt x="107779" y="130638"/>
                </a:cubicBezTo>
                <a:cubicBezTo>
                  <a:pt x="112921" y="123208"/>
                  <a:pt x="113492" y="113068"/>
                  <a:pt x="107636" y="106211"/>
                </a:cubicBezTo>
                <a:lnTo>
                  <a:pt x="107636" y="106207"/>
                </a:lnTo>
                <a:moveTo>
                  <a:pt x="251412" y="182843"/>
                </a:moveTo>
                <a:cubicBezTo>
                  <a:pt x="251412" y="144990"/>
                  <a:pt x="220700" y="114278"/>
                  <a:pt x="182847" y="114278"/>
                </a:cubicBezTo>
                <a:cubicBezTo>
                  <a:pt x="144991" y="114278"/>
                  <a:pt x="114282" y="144990"/>
                  <a:pt x="114282" y="182843"/>
                </a:cubicBezTo>
                <a:lnTo>
                  <a:pt x="114282" y="200629"/>
                </a:lnTo>
                <a:cubicBezTo>
                  <a:pt x="114282" y="226269"/>
                  <a:pt x="110997" y="251697"/>
                  <a:pt x="104425" y="276409"/>
                </a:cubicBezTo>
                <a:cubicBezTo>
                  <a:pt x="101711" y="286621"/>
                  <a:pt x="109209" y="297121"/>
                  <a:pt x="119779" y="297121"/>
                </a:cubicBezTo>
                <a:cubicBezTo>
                  <a:pt x="126564" y="297121"/>
                  <a:pt x="132562" y="292693"/>
                  <a:pt x="134351" y="286120"/>
                </a:cubicBezTo>
                <a:cubicBezTo>
                  <a:pt x="141849" y="258266"/>
                  <a:pt x="145708" y="229552"/>
                  <a:pt x="145708" y="200625"/>
                </a:cubicBezTo>
                <a:lnTo>
                  <a:pt x="145708" y="182840"/>
                </a:lnTo>
                <a:cubicBezTo>
                  <a:pt x="145708" y="162340"/>
                  <a:pt x="162350" y="145699"/>
                  <a:pt x="182847" y="145699"/>
                </a:cubicBezTo>
                <a:cubicBezTo>
                  <a:pt x="203344" y="145699"/>
                  <a:pt x="219987" y="162340"/>
                  <a:pt x="219987" y="182840"/>
                </a:cubicBezTo>
                <a:lnTo>
                  <a:pt x="219987" y="200625"/>
                </a:lnTo>
                <a:cubicBezTo>
                  <a:pt x="219987" y="226554"/>
                  <a:pt x="217488" y="252338"/>
                  <a:pt x="212558" y="277690"/>
                </a:cubicBezTo>
                <a:cubicBezTo>
                  <a:pt x="210630" y="287618"/>
                  <a:pt x="218059" y="297117"/>
                  <a:pt x="228128" y="297117"/>
                </a:cubicBezTo>
                <a:cubicBezTo>
                  <a:pt x="235414" y="297117"/>
                  <a:pt x="241698" y="292117"/>
                  <a:pt x="243128" y="284976"/>
                </a:cubicBezTo>
                <a:cubicBezTo>
                  <a:pt x="248629" y="257262"/>
                  <a:pt x="251413" y="229052"/>
                  <a:pt x="251413" y="200625"/>
                </a:cubicBezTo>
                <a:lnTo>
                  <a:pt x="251412" y="182843"/>
                </a:lnTo>
                <a:moveTo>
                  <a:pt x="182843" y="165702"/>
                </a:moveTo>
                <a:cubicBezTo>
                  <a:pt x="173345" y="165702"/>
                  <a:pt x="165700" y="173344"/>
                  <a:pt x="165700" y="182843"/>
                </a:cubicBezTo>
                <a:lnTo>
                  <a:pt x="165700" y="200629"/>
                </a:lnTo>
                <a:cubicBezTo>
                  <a:pt x="165700" y="243411"/>
                  <a:pt x="157844" y="285836"/>
                  <a:pt x="142489" y="325763"/>
                </a:cubicBezTo>
                <a:lnTo>
                  <a:pt x="138276" y="336692"/>
                </a:lnTo>
                <a:cubicBezTo>
                  <a:pt x="134848" y="345547"/>
                  <a:pt x="139274" y="355475"/>
                  <a:pt x="148133" y="358833"/>
                </a:cubicBezTo>
                <a:cubicBezTo>
                  <a:pt x="156988" y="362191"/>
                  <a:pt x="166918" y="357832"/>
                  <a:pt x="170276" y="348977"/>
                </a:cubicBezTo>
                <a:lnTo>
                  <a:pt x="174490" y="338049"/>
                </a:lnTo>
                <a:cubicBezTo>
                  <a:pt x="191344" y="294194"/>
                  <a:pt x="199987" y="247626"/>
                  <a:pt x="199987" y="200629"/>
                </a:cubicBezTo>
                <a:lnTo>
                  <a:pt x="199987" y="182843"/>
                </a:lnTo>
                <a:cubicBezTo>
                  <a:pt x="199987" y="173344"/>
                  <a:pt x="192346" y="165702"/>
                  <a:pt x="182843" y="165702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一眼识别滞后岗位和超额完成岗位。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快速定位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按岗位类型分组展示招聘进展。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岗位维度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进度条或百分比形式直观展示完成度。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进度可视化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实时显示计划入职人数vs实际入职人数。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关键指标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按月份展示招聘目标完成情况。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月度视图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主页-招聘仪表盘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43318" y="173886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68580" y="22860"/>
                </a:moveTo>
                <a:cubicBezTo>
                  <a:pt x="68580" y="10216"/>
                  <a:pt x="78796" y="0"/>
                  <a:pt x="91440" y="0"/>
                </a:cubicBezTo>
                <a:lnTo>
                  <a:pt x="114300" y="0"/>
                </a:lnTo>
                <a:cubicBezTo>
                  <a:pt x="126944" y="0"/>
                  <a:pt x="137160" y="10216"/>
                  <a:pt x="137160" y="22860"/>
                </a:cubicBezTo>
                <a:lnTo>
                  <a:pt x="137160" y="34289"/>
                </a:lnTo>
                <a:lnTo>
                  <a:pt x="68580" y="34289"/>
                </a:lnTo>
                <a:lnTo>
                  <a:pt x="68580" y="22860"/>
                </a:lnTo>
                <a:moveTo>
                  <a:pt x="42578" y="90011"/>
                </a:moveTo>
                <a:cubicBezTo>
                  <a:pt x="46009" y="71007"/>
                  <a:pt x="62582" y="57150"/>
                  <a:pt x="81941" y="57150"/>
                </a:cubicBezTo>
                <a:lnTo>
                  <a:pt x="142877" y="57150"/>
                </a:lnTo>
                <a:cubicBezTo>
                  <a:pt x="152379" y="57150"/>
                  <a:pt x="160024" y="64792"/>
                  <a:pt x="160024" y="74294"/>
                </a:cubicBezTo>
                <a:lnTo>
                  <a:pt x="160024" y="91439"/>
                </a:lnTo>
                <a:lnTo>
                  <a:pt x="205744" y="91439"/>
                </a:lnTo>
                <a:lnTo>
                  <a:pt x="205744" y="74294"/>
                </a:lnTo>
                <a:cubicBezTo>
                  <a:pt x="205744" y="64792"/>
                  <a:pt x="213388" y="57150"/>
                  <a:pt x="222890" y="57150"/>
                </a:cubicBezTo>
                <a:lnTo>
                  <a:pt x="283826" y="57150"/>
                </a:lnTo>
                <a:cubicBezTo>
                  <a:pt x="303186" y="57150"/>
                  <a:pt x="319758" y="71007"/>
                  <a:pt x="323189" y="90011"/>
                </a:cubicBezTo>
                <a:lnTo>
                  <a:pt x="326763" y="109514"/>
                </a:lnTo>
                <a:cubicBezTo>
                  <a:pt x="329334" y="123731"/>
                  <a:pt x="334477" y="137374"/>
                  <a:pt x="341909" y="149804"/>
                </a:cubicBezTo>
                <a:lnTo>
                  <a:pt x="343767" y="152947"/>
                </a:lnTo>
                <a:cubicBezTo>
                  <a:pt x="358126" y="176950"/>
                  <a:pt x="365771" y="204381"/>
                  <a:pt x="365771" y="232314"/>
                </a:cubicBezTo>
                <a:lnTo>
                  <a:pt x="365771" y="280035"/>
                </a:lnTo>
                <a:cubicBezTo>
                  <a:pt x="365771" y="302108"/>
                  <a:pt x="347841" y="320040"/>
                  <a:pt x="325768" y="320040"/>
                </a:cubicBezTo>
                <a:lnTo>
                  <a:pt x="245758" y="320040"/>
                </a:lnTo>
                <a:cubicBezTo>
                  <a:pt x="223684" y="320040"/>
                  <a:pt x="205754" y="302108"/>
                  <a:pt x="205754" y="280035"/>
                </a:cubicBezTo>
                <a:lnTo>
                  <a:pt x="205754" y="182880"/>
                </a:lnTo>
                <a:lnTo>
                  <a:pt x="160034" y="182880"/>
                </a:lnTo>
                <a:lnTo>
                  <a:pt x="160034" y="280035"/>
                </a:lnTo>
                <a:cubicBezTo>
                  <a:pt x="160034" y="302108"/>
                  <a:pt x="142105" y="320040"/>
                  <a:pt x="120031" y="320040"/>
                </a:cubicBezTo>
                <a:lnTo>
                  <a:pt x="40021" y="320040"/>
                </a:lnTo>
                <a:cubicBezTo>
                  <a:pt x="17948" y="320040"/>
                  <a:pt x="18" y="302108"/>
                  <a:pt x="18" y="280035"/>
                </a:cubicBezTo>
                <a:lnTo>
                  <a:pt x="18" y="232314"/>
                </a:lnTo>
                <a:cubicBezTo>
                  <a:pt x="18" y="204310"/>
                  <a:pt x="7589" y="176880"/>
                  <a:pt x="22022" y="152877"/>
                </a:cubicBezTo>
                <a:lnTo>
                  <a:pt x="23880" y="149734"/>
                </a:lnTo>
                <a:cubicBezTo>
                  <a:pt x="31309" y="137303"/>
                  <a:pt x="36455" y="123660"/>
                  <a:pt x="39026" y="109444"/>
                </a:cubicBezTo>
                <a:lnTo>
                  <a:pt x="42600" y="89941"/>
                </a:lnTo>
                <a:lnTo>
                  <a:pt x="42578" y="90011"/>
                </a:lnTo>
                <a:moveTo>
                  <a:pt x="81938" y="91439"/>
                </a:moveTo>
                <a:cubicBezTo>
                  <a:pt x="79150" y="91439"/>
                  <a:pt x="76795" y="93439"/>
                  <a:pt x="76294" y="96153"/>
                </a:cubicBezTo>
                <a:lnTo>
                  <a:pt x="72720" y="115656"/>
                </a:lnTo>
                <a:cubicBezTo>
                  <a:pt x="69436" y="133943"/>
                  <a:pt x="62863" y="151446"/>
                  <a:pt x="53288" y="167448"/>
                </a:cubicBezTo>
                <a:lnTo>
                  <a:pt x="51430" y="170591"/>
                </a:lnTo>
                <a:cubicBezTo>
                  <a:pt x="40215" y="189237"/>
                  <a:pt x="34286" y="210526"/>
                  <a:pt x="34286" y="232314"/>
                </a:cubicBezTo>
                <a:lnTo>
                  <a:pt x="34286" y="280035"/>
                </a:lnTo>
                <a:cubicBezTo>
                  <a:pt x="34286" y="283178"/>
                  <a:pt x="36858" y="285751"/>
                  <a:pt x="40003" y="285751"/>
                </a:cubicBezTo>
                <a:lnTo>
                  <a:pt x="120013" y="285751"/>
                </a:lnTo>
                <a:cubicBezTo>
                  <a:pt x="123155" y="285751"/>
                  <a:pt x="125730" y="283178"/>
                  <a:pt x="125730" y="280035"/>
                </a:cubicBezTo>
                <a:lnTo>
                  <a:pt x="125730" y="91439"/>
                </a:lnTo>
                <a:lnTo>
                  <a:pt x="81938" y="91439"/>
                </a:lnTo>
                <a:moveTo>
                  <a:pt x="283822" y="91439"/>
                </a:moveTo>
                <a:lnTo>
                  <a:pt x="240030" y="91439"/>
                </a:lnTo>
                <a:lnTo>
                  <a:pt x="240030" y="280035"/>
                </a:lnTo>
                <a:cubicBezTo>
                  <a:pt x="240030" y="283178"/>
                  <a:pt x="242601" y="285751"/>
                  <a:pt x="245747" y="285751"/>
                </a:cubicBezTo>
                <a:lnTo>
                  <a:pt x="325757" y="285751"/>
                </a:lnTo>
                <a:cubicBezTo>
                  <a:pt x="328899" y="285751"/>
                  <a:pt x="331474" y="283178"/>
                  <a:pt x="331474" y="280035"/>
                </a:cubicBezTo>
                <a:lnTo>
                  <a:pt x="331474" y="232314"/>
                </a:lnTo>
                <a:cubicBezTo>
                  <a:pt x="331474" y="210596"/>
                  <a:pt x="325545" y="189236"/>
                  <a:pt x="314400" y="170591"/>
                </a:cubicBezTo>
                <a:lnTo>
                  <a:pt x="312542" y="167448"/>
                </a:lnTo>
                <a:cubicBezTo>
                  <a:pt x="302970" y="151516"/>
                  <a:pt x="296397" y="133943"/>
                  <a:pt x="293040" y="115656"/>
                </a:cubicBezTo>
                <a:lnTo>
                  <a:pt x="289466" y="96153"/>
                </a:lnTo>
                <a:cubicBezTo>
                  <a:pt x="288965" y="93439"/>
                  <a:pt x="286610" y="91439"/>
                  <a:pt x="283822" y="91439"/>
                </a:cubicBezTo>
                <a:lnTo>
                  <a:pt x="283822" y="91439"/>
                </a:lnTo>
                <a:moveTo>
                  <a:pt x="251460" y="0"/>
                </a:moveTo>
                <a:lnTo>
                  <a:pt x="274320" y="0"/>
                </a:lnTo>
                <a:cubicBezTo>
                  <a:pt x="286964" y="0"/>
                  <a:pt x="297180" y="10216"/>
                  <a:pt x="297180" y="22860"/>
                </a:cubicBezTo>
                <a:lnTo>
                  <a:pt x="297180" y="34289"/>
                </a:lnTo>
                <a:lnTo>
                  <a:pt x="228600" y="34289"/>
                </a:lnTo>
                <a:lnTo>
                  <a:pt x="228600" y="22860"/>
                </a:lnTo>
                <a:cubicBezTo>
                  <a:pt x="228600" y="10216"/>
                  <a:pt x="238816" y="0"/>
                  <a:pt x="251460" y="0"/>
                </a:cubicBezTo>
                <a:lnTo>
                  <a:pt x="25146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49659" y="1727432"/>
            <a:ext cx="365760" cy="342900"/>
          </a:xfrm>
          <a:custGeom>
            <a:avLst/>
            <a:gdLst/>
            <a:ahLst/>
            <a:cxnLst/>
            <a:rect l="l" t="t" r="r" b="b"/>
            <a:pathLst>
              <a:path w="365760" h="342900">
                <a:moveTo>
                  <a:pt x="125730" y="40006"/>
                </a:moveTo>
                <a:lnTo>
                  <a:pt x="125730" y="68580"/>
                </a:lnTo>
                <a:lnTo>
                  <a:pt x="240030" y="68580"/>
                </a:lnTo>
                <a:lnTo>
                  <a:pt x="240030" y="40006"/>
                </a:lnTo>
                <a:cubicBezTo>
                  <a:pt x="240030" y="36862"/>
                  <a:pt x="237459" y="34290"/>
                  <a:pt x="234317" y="34290"/>
                </a:cubicBezTo>
                <a:lnTo>
                  <a:pt x="131447" y="34290"/>
                </a:lnTo>
                <a:cubicBezTo>
                  <a:pt x="128305" y="34290"/>
                  <a:pt x="125734" y="36862"/>
                  <a:pt x="125734" y="40006"/>
                </a:cubicBezTo>
                <a:lnTo>
                  <a:pt x="125730" y="40006"/>
                </a:lnTo>
                <a:moveTo>
                  <a:pt x="91440" y="68580"/>
                </a:moveTo>
                <a:lnTo>
                  <a:pt x="91440" y="40006"/>
                </a:lnTo>
                <a:cubicBezTo>
                  <a:pt x="91440" y="17934"/>
                  <a:pt x="109370" y="0"/>
                  <a:pt x="131447" y="0"/>
                </a:cubicBezTo>
                <a:lnTo>
                  <a:pt x="234317" y="0"/>
                </a:lnTo>
                <a:cubicBezTo>
                  <a:pt x="256390" y="0"/>
                  <a:pt x="274324" y="17930"/>
                  <a:pt x="274324" y="40006"/>
                </a:cubicBezTo>
                <a:lnTo>
                  <a:pt x="274324" y="68580"/>
                </a:lnTo>
                <a:lnTo>
                  <a:pt x="320044" y="68580"/>
                </a:lnTo>
                <a:cubicBezTo>
                  <a:pt x="345263" y="68580"/>
                  <a:pt x="365764" y="89082"/>
                  <a:pt x="365764" y="114299"/>
                </a:cubicBezTo>
                <a:lnTo>
                  <a:pt x="365764" y="200024"/>
                </a:lnTo>
                <a:lnTo>
                  <a:pt x="365764" y="297178"/>
                </a:lnTo>
                <a:cubicBezTo>
                  <a:pt x="365764" y="322395"/>
                  <a:pt x="345263" y="342897"/>
                  <a:pt x="320044" y="342897"/>
                </a:cubicBezTo>
                <a:lnTo>
                  <a:pt x="45724" y="342897"/>
                </a:lnTo>
                <a:cubicBezTo>
                  <a:pt x="20504" y="342897"/>
                  <a:pt x="4" y="322395"/>
                  <a:pt x="4" y="297178"/>
                </a:cubicBezTo>
                <a:lnTo>
                  <a:pt x="4" y="200024"/>
                </a:lnTo>
                <a:lnTo>
                  <a:pt x="4" y="114299"/>
                </a:lnTo>
                <a:cubicBezTo>
                  <a:pt x="4" y="89082"/>
                  <a:pt x="20504" y="68580"/>
                  <a:pt x="45724" y="68580"/>
                </a:cubicBezTo>
                <a:lnTo>
                  <a:pt x="91440" y="68580"/>
                </a:lnTo>
                <a:moveTo>
                  <a:pt x="34290" y="217169"/>
                </a:moveTo>
                <a:lnTo>
                  <a:pt x="34290" y="297178"/>
                </a:lnTo>
                <a:cubicBezTo>
                  <a:pt x="34290" y="303463"/>
                  <a:pt x="39433" y="308607"/>
                  <a:pt x="45720" y="308607"/>
                </a:cubicBezTo>
                <a:lnTo>
                  <a:pt x="320040" y="308607"/>
                </a:lnTo>
                <a:cubicBezTo>
                  <a:pt x="326327" y="308607"/>
                  <a:pt x="331470" y="303463"/>
                  <a:pt x="331470" y="297178"/>
                </a:cubicBezTo>
                <a:lnTo>
                  <a:pt x="331470" y="217169"/>
                </a:lnTo>
                <a:lnTo>
                  <a:pt x="228600" y="217169"/>
                </a:lnTo>
                <a:lnTo>
                  <a:pt x="228600" y="228598"/>
                </a:lnTo>
                <a:cubicBezTo>
                  <a:pt x="228600" y="241240"/>
                  <a:pt x="218384" y="251459"/>
                  <a:pt x="205740" y="251459"/>
                </a:cubicBezTo>
                <a:lnTo>
                  <a:pt x="160020" y="251459"/>
                </a:lnTo>
                <a:cubicBezTo>
                  <a:pt x="147376" y="251459"/>
                  <a:pt x="137160" y="241244"/>
                  <a:pt x="137160" y="228598"/>
                </a:cubicBezTo>
                <a:lnTo>
                  <a:pt x="137160" y="217169"/>
                </a:lnTo>
                <a:lnTo>
                  <a:pt x="34290" y="217169"/>
                </a:lnTo>
                <a:moveTo>
                  <a:pt x="137160" y="182879"/>
                </a:moveTo>
                <a:lnTo>
                  <a:pt x="228600" y="182879"/>
                </a:lnTo>
                <a:lnTo>
                  <a:pt x="331470" y="182879"/>
                </a:lnTo>
                <a:lnTo>
                  <a:pt x="331470" y="114299"/>
                </a:lnTo>
                <a:cubicBezTo>
                  <a:pt x="331470" y="108014"/>
                  <a:pt x="326327" y="102870"/>
                  <a:pt x="320040" y="102870"/>
                </a:cubicBezTo>
                <a:lnTo>
                  <a:pt x="257177" y="102870"/>
                </a:lnTo>
                <a:lnTo>
                  <a:pt x="108587" y="102870"/>
                </a:lnTo>
                <a:lnTo>
                  <a:pt x="45724" y="102870"/>
                </a:lnTo>
                <a:cubicBezTo>
                  <a:pt x="39436" y="102870"/>
                  <a:pt x="34294" y="108014"/>
                  <a:pt x="34294" y="114299"/>
                </a:cubicBezTo>
                <a:lnTo>
                  <a:pt x="34294" y="182879"/>
                </a:lnTo>
                <a:lnTo>
                  <a:pt x="137160" y="1828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55999" y="171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1470" y="182880"/>
                </a:moveTo>
                <a:cubicBezTo>
                  <a:pt x="331470" y="100814"/>
                  <a:pt x="264946" y="34290"/>
                  <a:pt x="182880" y="34290"/>
                </a:cubicBezTo>
                <a:cubicBezTo>
                  <a:pt x="100814" y="34290"/>
                  <a:pt x="34290" y="100814"/>
                  <a:pt x="34290" y="182880"/>
                </a:cubicBezTo>
                <a:cubicBezTo>
                  <a:pt x="34290" y="264946"/>
                  <a:pt x="100814" y="331470"/>
                  <a:pt x="182880" y="331470"/>
                </a:cubicBezTo>
                <a:cubicBezTo>
                  <a:pt x="264946" y="331470"/>
                  <a:pt x="331470" y="264946"/>
                  <a:pt x="331470" y="182880"/>
                </a:cubicBezTo>
                <a:lnTo>
                  <a:pt x="331470" y="182880"/>
                </a:lnTo>
                <a:moveTo>
                  <a:pt x="0" y="182880"/>
                </a:moveTo>
                <a:cubicBezTo>
                  <a:pt x="0" y="81879"/>
                  <a:pt x="81879" y="0"/>
                  <a:pt x="182880" y="0"/>
                </a:cubicBezTo>
                <a:cubicBezTo>
                  <a:pt x="283881" y="0"/>
                  <a:pt x="365760" y="81879"/>
                  <a:pt x="365760" y="182880"/>
                </a:cubicBezTo>
                <a:cubicBezTo>
                  <a:pt x="365760" y="283881"/>
                  <a:pt x="283881" y="365760"/>
                  <a:pt x="182880" y="365760"/>
                </a:cubicBezTo>
                <a:cubicBezTo>
                  <a:pt x="81879" y="365760"/>
                  <a:pt x="0" y="283881"/>
                  <a:pt x="0" y="182880"/>
                </a:cubicBezTo>
                <a:moveTo>
                  <a:pt x="137160" y="108587"/>
                </a:moveTo>
                <a:lnTo>
                  <a:pt x="137160" y="142877"/>
                </a:lnTo>
                <a:cubicBezTo>
                  <a:pt x="137160" y="152379"/>
                  <a:pt x="129516" y="160024"/>
                  <a:pt x="120017" y="160024"/>
                </a:cubicBezTo>
                <a:cubicBezTo>
                  <a:pt x="110514" y="160024"/>
                  <a:pt x="102874" y="152379"/>
                  <a:pt x="102874" y="142880"/>
                </a:cubicBezTo>
                <a:lnTo>
                  <a:pt x="102874" y="108590"/>
                </a:lnTo>
                <a:cubicBezTo>
                  <a:pt x="102874" y="99088"/>
                  <a:pt x="110518" y="91447"/>
                  <a:pt x="120020" y="91447"/>
                </a:cubicBezTo>
                <a:cubicBezTo>
                  <a:pt x="129523" y="91447"/>
                  <a:pt x="137167" y="99092"/>
                  <a:pt x="137167" y="108594"/>
                </a:cubicBezTo>
                <a:lnTo>
                  <a:pt x="137160" y="108587"/>
                </a:lnTo>
                <a:moveTo>
                  <a:pt x="200027" y="108587"/>
                </a:moveTo>
                <a:lnTo>
                  <a:pt x="200027" y="142877"/>
                </a:lnTo>
                <a:cubicBezTo>
                  <a:pt x="200027" y="152379"/>
                  <a:pt x="192382" y="160024"/>
                  <a:pt x="182884" y="160024"/>
                </a:cubicBezTo>
                <a:cubicBezTo>
                  <a:pt x="173381" y="160024"/>
                  <a:pt x="165740" y="152379"/>
                  <a:pt x="165740" y="142880"/>
                </a:cubicBezTo>
                <a:lnTo>
                  <a:pt x="165740" y="108590"/>
                </a:lnTo>
                <a:cubicBezTo>
                  <a:pt x="165740" y="99088"/>
                  <a:pt x="173385" y="91447"/>
                  <a:pt x="182887" y="91447"/>
                </a:cubicBezTo>
                <a:cubicBezTo>
                  <a:pt x="192390" y="91447"/>
                  <a:pt x="200034" y="99092"/>
                  <a:pt x="200034" y="108594"/>
                </a:cubicBezTo>
                <a:lnTo>
                  <a:pt x="200027" y="108587"/>
                </a:lnTo>
                <a:moveTo>
                  <a:pt x="262890" y="108587"/>
                </a:moveTo>
                <a:lnTo>
                  <a:pt x="262890" y="142877"/>
                </a:lnTo>
                <a:cubicBezTo>
                  <a:pt x="262890" y="152379"/>
                  <a:pt x="255246" y="160024"/>
                  <a:pt x="245747" y="160024"/>
                </a:cubicBezTo>
                <a:cubicBezTo>
                  <a:pt x="236244" y="160024"/>
                  <a:pt x="228604" y="152379"/>
                  <a:pt x="228604" y="142880"/>
                </a:cubicBezTo>
                <a:lnTo>
                  <a:pt x="228604" y="108590"/>
                </a:lnTo>
                <a:cubicBezTo>
                  <a:pt x="228604" y="99088"/>
                  <a:pt x="236248" y="91447"/>
                  <a:pt x="245750" y="91447"/>
                </a:cubicBezTo>
                <a:cubicBezTo>
                  <a:pt x="255253" y="91447"/>
                  <a:pt x="262897" y="99092"/>
                  <a:pt x="262897" y="108594"/>
                </a:cubicBezTo>
                <a:lnTo>
                  <a:pt x="262890" y="10858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2339" y="171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4290"/>
                </a:moveTo>
                <a:cubicBezTo>
                  <a:pt x="264946" y="34290"/>
                  <a:pt x="331470" y="100814"/>
                  <a:pt x="331470" y="182880"/>
                </a:cubicBezTo>
                <a:cubicBezTo>
                  <a:pt x="331470" y="264946"/>
                  <a:pt x="264946" y="331470"/>
                  <a:pt x="182880" y="331470"/>
                </a:cubicBezTo>
                <a:cubicBezTo>
                  <a:pt x="100814" y="331470"/>
                  <a:pt x="34290" y="264946"/>
                  <a:pt x="34290" y="182880"/>
                </a:cubicBezTo>
                <a:cubicBezTo>
                  <a:pt x="34290" y="100814"/>
                  <a:pt x="100814" y="34290"/>
                  <a:pt x="182880" y="34290"/>
                </a:cubicBezTo>
                <a:lnTo>
                  <a:pt x="182880" y="34290"/>
                </a:lnTo>
                <a:moveTo>
                  <a:pt x="182880" y="365760"/>
                </a:moveTo>
                <a:cubicBezTo>
                  <a:pt x="283881" y="365760"/>
                  <a:pt x="365760" y="283881"/>
                  <a:pt x="365760" y="182880"/>
                </a:cubicBezTo>
                <a:cubicBezTo>
                  <a:pt x="365760" y="81879"/>
                  <a:pt x="283881" y="0"/>
                  <a:pt x="182880" y="0"/>
                </a:cubicBezTo>
                <a:cubicBezTo>
                  <a:pt x="81879" y="0"/>
                  <a:pt x="0" y="81879"/>
                  <a:pt x="0" y="182880"/>
                </a:cubicBezTo>
                <a:cubicBezTo>
                  <a:pt x="0" y="283881"/>
                  <a:pt x="81879" y="365760"/>
                  <a:pt x="182880" y="365760"/>
                </a:cubicBezTo>
                <a:moveTo>
                  <a:pt x="222887" y="251460"/>
                </a:moveTo>
                <a:cubicBezTo>
                  <a:pt x="222887" y="235531"/>
                  <a:pt x="213527" y="221742"/>
                  <a:pt x="200027" y="215312"/>
                </a:cubicBezTo>
                <a:lnTo>
                  <a:pt x="200027" y="85723"/>
                </a:lnTo>
                <a:cubicBezTo>
                  <a:pt x="200027" y="76221"/>
                  <a:pt x="192382" y="68580"/>
                  <a:pt x="182884" y="68580"/>
                </a:cubicBezTo>
                <a:cubicBezTo>
                  <a:pt x="173381" y="68580"/>
                  <a:pt x="165740" y="76224"/>
                  <a:pt x="165740" y="85727"/>
                </a:cubicBezTo>
                <a:lnTo>
                  <a:pt x="165740" y="215316"/>
                </a:lnTo>
                <a:cubicBezTo>
                  <a:pt x="152240" y="221746"/>
                  <a:pt x="142880" y="235531"/>
                  <a:pt x="142880" y="251464"/>
                </a:cubicBezTo>
                <a:cubicBezTo>
                  <a:pt x="142880" y="273537"/>
                  <a:pt x="160810" y="291470"/>
                  <a:pt x="182887" y="291470"/>
                </a:cubicBezTo>
                <a:cubicBezTo>
                  <a:pt x="204961" y="291470"/>
                  <a:pt x="222894" y="273541"/>
                  <a:pt x="222894" y="251467"/>
                </a:cubicBezTo>
                <a:lnTo>
                  <a:pt x="222887" y="251460"/>
                </a:lnTo>
                <a:moveTo>
                  <a:pt x="114300" y="137160"/>
                </a:moveTo>
                <a:cubicBezTo>
                  <a:pt x="126926" y="137160"/>
                  <a:pt x="137160" y="126926"/>
                  <a:pt x="137160" y="114300"/>
                </a:cubicBezTo>
                <a:cubicBezTo>
                  <a:pt x="137160" y="101674"/>
                  <a:pt x="126926" y="91440"/>
                  <a:pt x="114300" y="91440"/>
                </a:cubicBezTo>
                <a:cubicBezTo>
                  <a:pt x="101674" y="91440"/>
                  <a:pt x="91440" y="101674"/>
                  <a:pt x="91440" y="114300"/>
                </a:cubicBezTo>
                <a:cubicBezTo>
                  <a:pt x="91440" y="126926"/>
                  <a:pt x="101674" y="137160"/>
                  <a:pt x="114300" y="137160"/>
                </a:cubicBezTo>
                <a:moveTo>
                  <a:pt x="102870" y="182880"/>
                </a:moveTo>
                <a:cubicBezTo>
                  <a:pt x="102870" y="170254"/>
                  <a:pt x="92636" y="160020"/>
                  <a:pt x="80010" y="160020"/>
                </a:cubicBezTo>
                <a:cubicBezTo>
                  <a:pt x="67384" y="160020"/>
                  <a:pt x="57150" y="170254"/>
                  <a:pt x="57150" y="182880"/>
                </a:cubicBezTo>
                <a:cubicBezTo>
                  <a:pt x="57150" y="195506"/>
                  <a:pt x="67384" y="205740"/>
                  <a:pt x="80010" y="205740"/>
                </a:cubicBezTo>
                <a:cubicBezTo>
                  <a:pt x="92636" y="205740"/>
                  <a:pt x="102870" y="195506"/>
                  <a:pt x="102870" y="182880"/>
                </a:cubicBezTo>
                <a:moveTo>
                  <a:pt x="285750" y="205740"/>
                </a:moveTo>
                <a:cubicBezTo>
                  <a:pt x="298376" y="205740"/>
                  <a:pt x="308610" y="195506"/>
                  <a:pt x="308610" y="182880"/>
                </a:cubicBezTo>
                <a:cubicBezTo>
                  <a:pt x="308610" y="170254"/>
                  <a:pt x="298376" y="160020"/>
                  <a:pt x="285750" y="160020"/>
                </a:cubicBezTo>
                <a:cubicBezTo>
                  <a:pt x="273124" y="160020"/>
                  <a:pt x="262890" y="170254"/>
                  <a:pt x="262890" y="182880"/>
                </a:cubicBezTo>
                <a:cubicBezTo>
                  <a:pt x="262890" y="195506"/>
                  <a:pt x="273124" y="205740"/>
                  <a:pt x="285750" y="205740"/>
                </a:cubicBezTo>
                <a:moveTo>
                  <a:pt x="274320" y="114300"/>
                </a:moveTo>
                <a:cubicBezTo>
                  <a:pt x="274320" y="101674"/>
                  <a:pt x="264086" y="91440"/>
                  <a:pt x="251460" y="91440"/>
                </a:cubicBezTo>
                <a:cubicBezTo>
                  <a:pt x="238834" y="91440"/>
                  <a:pt x="228600" y="101674"/>
                  <a:pt x="228600" y="114300"/>
                </a:cubicBezTo>
                <a:cubicBezTo>
                  <a:pt x="228600" y="126926"/>
                  <a:pt x="238834" y="137160"/>
                  <a:pt x="251460" y="137160"/>
                </a:cubicBezTo>
                <a:cubicBezTo>
                  <a:pt x="264086" y="137160"/>
                  <a:pt x="274320" y="126926"/>
                  <a:pt x="274320" y="1143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561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月度招聘计划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95615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支持月度中期计划调整和优化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5615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灵活调整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5616" y="2120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每个岗位对应一名业务负责人.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5616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业务对接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342" y="510340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为每个岗位设定计划入职人数.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3343" y="4664803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目标设定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2597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P0/P1/P2三级优先级标注.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2597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优先级管理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73343" y="21147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每个岗位独立设定招聘计划.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3343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按岗位拆分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79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4657245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30866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0866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65169" y="327562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5166" y="1813468"/>
            <a:ext cx="320040" cy="192905"/>
          </a:xfrm>
          <a:custGeom>
            <a:avLst/>
            <a:gdLst/>
            <a:ahLst/>
            <a:cxnLst/>
            <a:rect l="l" t="t" r="r" b="b"/>
            <a:pathLst>
              <a:path w="320040" h="192905">
                <a:moveTo>
                  <a:pt x="136116" y="301"/>
                </a:moveTo>
                <a:lnTo>
                  <a:pt x="110564" y="25855"/>
                </a:lnTo>
                <a:cubicBezTo>
                  <a:pt x="102912" y="27956"/>
                  <a:pt x="95814" y="31806"/>
                  <a:pt x="89813" y="37107"/>
                </a:cubicBezTo>
                <a:lnTo>
                  <a:pt x="76512" y="48959"/>
                </a:lnTo>
                <a:cubicBezTo>
                  <a:pt x="71411" y="53510"/>
                  <a:pt x="64760" y="56010"/>
                  <a:pt x="57908" y="56010"/>
                </a:cubicBezTo>
                <a:lnTo>
                  <a:pt x="48006" y="56010"/>
                </a:lnTo>
                <a:lnTo>
                  <a:pt x="48006" y="120018"/>
                </a:lnTo>
                <a:cubicBezTo>
                  <a:pt x="58206" y="120319"/>
                  <a:pt x="67909" y="124468"/>
                  <a:pt x="75158" y="131719"/>
                </a:cubicBezTo>
                <a:lnTo>
                  <a:pt x="92959" y="149521"/>
                </a:lnTo>
                <a:lnTo>
                  <a:pt x="96460" y="153022"/>
                </a:lnTo>
                <a:lnTo>
                  <a:pt x="96460" y="153022"/>
                </a:lnTo>
                <a:lnTo>
                  <a:pt x="109963" y="166523"/>
                </a:lnTo>
                <a:cubicBezTo>
                  <a:pt x="113064" y="169623"/>
                  <a:pt x="118165" y="169623"/>
                  <a:pt x="121263" y="166523"/>
                </a:cubicBezTo>
                <a:cubicBezTo>
                  <a:pt x="122115" y="165673"/>
                  <a:pt x="122764" y="164673"/>
                  <a:pt x="123113" y="163622"/>
                </a:cubicBezTo>
                <a:cubicBezTo>
                  <a:pt x="124515" y="159772"/>
                  <a:pt x="127763" y="156870"/>
                  <a:pt x="131764" y="155971"/>
                </a:cubicBezTo>
                <a:cubicBezTo>
                  <a:pt x="135764" y="155071"/>
                  <a:pt x="139963" y="156272"/>
                  <a:pt x="142866" y="159222"/>
                </a:cubicBezTo>
                <a:lnTo>
                  <a:pt x="148268" y="164523"/>
                </a:lnTo>
                <a:cubicBezTo>
                  <a:pt x="154070" y="170323"/>
                  <a:pt x="163470" y="170323"/>
                  <a:pt x="169221" y="164523"/>
                </a:cubicBezTo>
                <a:cubicBezTo>
                  <a:pt x="171922" y="161822"/>
                  <a:pt x="173372" y="158373"/>
                  <a:pt x="173522" y="154822"/>
                </a:cubicBezTo>
                <a:cubicBezTo>
                  <a:pt x="173721" y="150421"/>
                  <a:pt x="176323" y="146521"/>
                  <a:pt x="180323" y="144621"/>
                </a:cubicBezTo>
                <a:cubicBezTo>
                  <a:pt x="184324" y="142721"/>
                  <a:pt x="188974" y="143120"/>
                  <a:pt x="192523" y="145670"/>
                </a:cubicBezTo>
                <a:cubicBezTo>
                  <a:pt x="197225" y="149021"/>
                  <a:pt x="203776" y="148572"/>
                  <a:pt x="207975" y="144370"/>
                </a:cubicBezTo>
                <a:cubicBezTo>
                  <a:pt x="212676" y="139669"/>
                  <a:pt x="212676" y="132069"/>
                  <a:pt x="207975" y="127418"/>
                </a:cubicBezTo>
                <a:lnTo>
                  <a:pt x="170069" y="89514"/>
                </a:lnTo>
                <a:lnTo>
                  <a:pt x="152166" y="106017"/>
                </a:lnTo>
                <a:cubicBezTo>
                  <a:pt x="138513" y="118619"/>
                  <a:pt x="117564" y="118818"/>
                  <a:pt x="103661" y="106466"/>
                </a:cubicBezTo>
                <a:cubicBezTo>
                  <a:pt x="87809" y="92365"/>
                  <a:pt x="87457" y="67762"/>
                  <a:pt x="102861" y="53209"/>
                </a:cubicBezTo>
                <a:lnTo>
                  <a:pt x="137915" y="20105"/>
                </a:lnTo>
                <a:cubicBezTo>
                  <a:pt x="151616" y="7203"/>
                  <a:pt x="169717" y="2"/>
                  <a:pt x="188571" y="2"/>
                </a:cubicBezTo>
                <a:cubicBezTo>
                  <a:pt x="206624" y="2"/>
                  <a:pt x="224076" y="6653"/>
                  <a:pt x="237527" y="18604"/>
                </a:cubicBezTo>
                <a:lnTo>
                  <a:pt x="252579" y="32005"/>
                </a:lnTo>
                <a:lnTo>
                  <a:pt x="272031" y="32005"/>
                </a:lnTo>
                <a:lnTo>
                  <a:pt x="292033" y="32005"/>
                </a:lnTo>
                <a:lnTo>
                  <a:pt x="312036" y="32005"/>
                </a:lnTo>
                <a:cubicBezTo>
                  <a:pt x="316436" y="32005"/>
                  <a:pt x="320037" y="35604"/>
                  <a:pt x="320037" y="40007"/>
                </a:cubicBezTo>
                <a:lnTo>
                  <a:pt x="320037" y="144019"/>
                </a:lnTo>
                <a:cubicBezTo>
                  <a:pt x="320037" y="152869"/>
                  <a:pt x="312887" y="160020"/>
                  <a:pt x="304035" y="160020"/>
                </a:cubicBezTo>
                <a:lnTo>
                  <a:pt x="288033" y="160020"/>
                </a:lnTo>
                <a:cubicBezTo>
                  <a:pt x="282131" y="160020"/>
                  <a:pt x="276931" y="156820"/>
                  <a:pt x="274182" y="152019"/>
                </a:cubicBezTo>
                <a:lnTo>
                  <a:pt x="231725" y="152019"/>
                </a:lnTo>
                <a:cubicBezTo>
                  <a:pt x="230026" y="155370"/>
                  <a:pt x="227776" y="158570"/>
                  <a:pt x="224975" y="161371"/>
                </a:cubicBezTo>
                <a:cubicBezTo>
                  <a:pt x="216424" y="169922"/>
                  <a:pt x="204573" y="173273"/>
                  <a:pt x="193471" y="171421"/>
                </a:cubicBezTo>
                <a:cubicBezTo>
                  <a:pt x="191672" y="175071"/>
                  <a:pt x="189221" y="178472"/>
                  <a:pt x="186171" y="181522"/>
                </a:cubicBezTo>
                <a:cubicBezTo>
                  <a:pt x="172518" y="195173"/>
                  <a:pt x="151168" y="196524"/>
                  <a:pt x="135966" y="185573"/>
                </a:cubicBezTo>
                <a:cubicBezTo>
                  <a:pt x="123414" y="195974"/>
                  <a:pt x="104711" y="195324"/>
                  <a:pt x="92962" y="183522"/>
                </a:cubicBezTo>
                <a:lnTo>
                  <a:pt x="79511" y="170021"/>
                </a:lnTo>
                <a:lnTo>
                  <a:pt x="76010" y="166519"/>
                </a:lnTo>
                <a:lnTo>
                  <a:pt x="58206" y="148718"/>
                </a:lnTo>
                <a:cubicBezTo>
                  <a:pt x="55457" y="145967"/>
                  <a:pt x="51856" y="144368"/>
                  <a:pt x="48006" y="144067"/>
                </a:cubicBezTo>
                <a:cubicBezTo>
                  <a:pt x="48006" y="152867"/>
                  <a:pt x="40805" y="160018"/>
                  <a:pt x="32004" y="160018"/>
                </a:cubicBezTo>
                <a:lnTo>
                  <a:pt x="16002" y="160018"/>
                </a:lnTo>
                <a:cubicBezTo>
                  <a:pt x="7150" y="160018"/>
                  <a:pt x="0" y="152867"/>
                  <a:pt x="0" y="144017"/>
                </a:cubicBezTo>
                <a:lnTo>
                  <a:pt x="0" y="40005"/>
                </a:lnTo>
                <a:cubicBezTo>
                  <a:pt x="0" y="35604"/>
                  <a:pt x="3601" y="32003"/>
                  <a:pt x="8001" y="32003"/>
                </a:cubicBezTo>
                <a:lnTo>
                  <a:pt x="28004" y="32003"/>
                </a:lnTo>
                <a:lnTo>
                  <a:pt x="48006" y="32003"/>
                </a:lnTo>
                <a:lnTo>
                  <a:pt x="57908" y="32003"/>
                </a:lnTo>
                <a:cubicBezTo>
                  <a:pt x="58910" y="32003"/>
                  <a:pt x="59857" y="31654"/>
                  <a:pt x="60558" y="31004"/>
                </a:cubicBezTo>
                <a:lnTo>
                  <a:pt x="73811" y="19202"/>
                </a:lnTo>
                <a:cubicBezTo>
                  <a:pt x="87761" y="6850"/>
                  <a:pt x="105716" y="0"/>
                  <a:pt x="124368" y="0"/>
                </a:cubicBezTo>
                <a:lnTo>
                  <a:pt x="129517" y="0"/>
                </a:lnTo>
                <a:cubicBezTo>
                  <a:pt x="131716" y="0"/>
                  <a:pt x="133969" y="100"/>
                  <a:pt x="136116" y="301"/>
                </a:cubicBezTo>
                <a:lnTo>
                  <a:pt x="136116" y="301"/>
                </a:lnTo>
                <a:moveTo>
                  <a:pt x="272034" y="128016"/>
                </a:moveTo>
                <a:lnTo>
                  <a:pt x="272034" y="56006"/>
                </a:lnTo>
                <a:lnTo>
                  <a:pt x="248031" y="56006"/>
                </a:lnTo>
                <a:cubicBezTo>
                  <a:pt x="245080" y="56006"/>
                  <a:pt x="242229" y="54906"/>
                  <a:pt x="240081" y="52956"/>
                </a:cubicBezTo>
                <a:lnTo>
                  <a:pt x="221628" y="36554"/>
                </a:lnTo>
                <a:cubicBezTo>
                  <a:pt x="212526" y="28453"/>
                  <a:pt x="200774" y="24001"/>
                  <a:pt x="188574" y="24001"/>
                </a:cubicBezTo>
                <a:cubicBezTo>
                  <a:pt x="175872" y="24001"/>
                  <a:pt x="163672" y="28853"/>
                  <a:pt x="154419" y="37553"/>
                </a:cubicBezTo>
                <a:lnTo>
                  <a:pt x="119365" y="70657"/>
                </a:lnTo>
                <a:cubicBezTo>
                  <a:pt x="114216" y="75557"/>
                  <a:pt x="114315" y="83809"/>
                  <a:pt x="119615" y="88509"/>
                </a:cubicBezTo>
                <a:cubicBezTo>
                  <a:pt x="124265" y="92660"/>
                  <a:pt x="131316" y="92560"/>
                  <a:pt x="135867" y="88358"/>
                </a:cubicBezTo>
                <a:lnTo>
                  <a:pt x="171820" y="55153"/>
                </a:lnTo>
                <a:cubicBezTo>
                  <a:pt x="176672" y="50653"/>
                  <a:pt x="184273" y="50952"/>
                  <a:pt x="188772" y="55854"/>
                </a:cubicBezTo>
                <a:cubicBezTo>
                  <a:pt x="193272" y="60753"/>
                  <a:pt x="192974" y="68306"/>
                  <a:pt x="188072" y="72806"/>
                </a:cubicBezTo>
                <a:lnTo>
                  <a:pt x="187671" y="73205"/>
                </a:lnTo>
                <a:lnTo>
                  <a:pt x="224876" y="110411"/>
                </a:lnTo>
                <a:cubicBezTo>
                  <a:pt x="229878" y="115411"/>
                  <a:pt x="233127" y="121563"/>
                  <a:pt x="234577" y="127963"/>
                </a:cubicBezTo>
                <a:lnTo>
                  <a:pt x="271980" y="127963"/>
                </a:lnTo>
                <a:lnTo>
                  <a:pt x="272034" y="128016"/>
                </a:lnTo>
                <a:moveTo>
                  <a:pt x="32004" y="136017"/>
                </a:moveTo>
                <a:cubicBezTo>
                  <a:pt x="32004" y="131598"/>
                  <a:pt x="28423" y="128016"/>
                  <a:pt x="24003" y="128016"/>
                </a:cubicBezTo>
                <a:cubicBezTo>
                  <a:pt x="19583" y="128016"/>
                  <a:pt x="16002" y="131598"/>
                  <a:pt x="16002" y="136017"/>
                </a:cubicBezTo>
                <a:cubicBezTo>
                  <a:pt x="16002" y="140437"/>
                  <a:pt x="19583" y="144019"/>
                  <a:pt x="24003" y="144019"/>
                </a:cubicBezTo>
                <a:cubicBezTo>
                  <a:pt x="28423" y="144019"/>
                  <a:pt x="32004" y="140437"/>
                  <a:pt x="32004" y="136017"/>
                </a:cubicBezTo>
                <a:moveTo>
                  <a:pt x="296037" y="144019"/>
                </a:moveTo>
                <a:cubicBezTo>
                  <a:pt x="300457" y="144019"/>
                  <a:pt x="304038" y="140437"/>
                  <a:pt x="304038" y="136017"/>
                </a:cubicBezTo>
                <a:cubicBezTo>
                  <a:pt x="304038" y="131598"/>
                  <a:pt x="300457" y="128016"/>
                  <a:pt x="296037" y="128016"/>
                </a:cubicBezTo>
                <a:cubicBezTo>
                  <a:pt x="291617" y="128016"/>
                  <a:pt x="288036" y="131598"/>
                  <a:pt x="288036" y="136017"/>
                </a:cubicBezTo>
                <a:cubicBezTo>
                  <a:pt x="288036" y="140437"/>
                  <a:pt x="291617" y="144019"/>
                  <a:pt x="296037" y="144019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9388" y="4771545"/>
            <a:ext cx="190023" cy="320040"/>
          </a:xfrm>
          <a:custGeom>
            <a:avLst/>
            <a:gdLst/>
            <a:ahLst/>
            <a:cxnLst/>
            <a:rect l="l" t="t" r="r" b="b"/>
            <a:pathLst>
              <a:path w="190023" h="320040">
                <a:moveTo>
                  <a:pt x="65001" y="30004"/>
                </a:moveTo>
                <a:cubicBezTo>
                  <a:pt x="65001" y="13432"/>
                  <a:pt x="78434" y="0"/>
                  <a:pt x="95006" y="0"/>
                </a:cubicBezTo>
                <a:cubicBezTo>
                  <a:pt x="111576" y="0"/>
                  <a:pt x="125010" y="13432"/>
                  <a:pt x="125010" y="30004"/>
                </a:cubicBezTo>
                <a:cubicBezTo>
                  <a:pt x="125010" y="46575"/>
                  <a:pt x="111578" y="60008"/>
                  <a:pt x="95006" y="60008"/>
                </a:cubicBezTo>
                <a:cubicBezTo>
                  <a:pt x="78436" y="60008"/>
                  <a:pt x="65001" y="46575"/>
                  <a:pt x="65001" y="30004"/>
                </a:cubicBezTo>
                <a:lnTo>
                  <a:pt x="65001" y="30004"/>
                </a:lnTo>
                <a:moveTo>
                  <a:pt x="85003" y="110078"/>
                </a:moveTo>
                <a:lnTo>
                  <a:pt x="85003" y="190024"/>
                </a:lnTo>
                <a:lnTo>
                  <a:pt x="105005" y="190024"/>
                </a:lnTo>
                <a:lnTo>
                  <a:pt x="105005" y="110078"/>
                </a:lnTo>
                <a:cubicBezTo>
                  <a:pt x="104568" y="110078"/>
                  <a:pt x="104068" y="110014"/>
                  <a:pt x="103566" y="110014"/>
                </a:cubicBezTo>
                <a:lnTo>
                  <a:pt x="86377" y="110014"/>
                </a:lnTo>
                <a:cubicBezTo>
                  <a:pt x="85877" y="110014"/>
                  <a:pt x="85440" y="110014"/>
                  <a:pt x="84938" y="110078"/>
                </a:cubicBezTo>
                <a:lnTo>
                  <a:pt x="85003" y="110078"/>
                </a:lnTo>
                <a:moveTo>
                  <a:pt x="85003" y="220028"/>
                </a:moveTo>
                <a:lnTo>
                  <a:pt x="85003" y="305040"/>
                </a:lnTo>
                <a:cubicBezTo>
                  <a:pt x="85003" y="313354"/>
                  <a:pt x="78314" y="320043"/>
                  <a:pt x="70001" y="320043"/>
                </a:cubicBezTo>
                <a:cubicBezTo>
                  <a:pt x="61687" y="320043"/>
                  <a:pt x="54998" y="313354"/>
                  <a:pt x="54998" y="305043"/>
                </a:cubicBezTo>
                <a:lnTo>
                  <a:pt x="54998" y="139771"/>
                </a:lnTo>
                <a:lnTo>
                  <a:pt x="28057" y="187403"/>
                </a:lnTo>
                <a:cubicBezTo>
                  <a:pt x="23994" y="194591"/>
                  <a:pt x="14805" y="197154"/>
                  <a:pt x="7616" y="193090"/>
                </a:cubicBezTo>
                <a:cubicBezTo>
                  <a:pt x="427" y="189025"/>
                  <a:pt x="-2136" y="179837"/>
                  <a:pt x="1929" y="172649"/>
                </a:cubicBezTo>
                <a:lnTo>
                  <a:pt x="38557" y="107953"/>
                </a:lnTo>
                <a:cubicBezTo>
                  <a:pt x="48309" y="90699"/>
                  <a:pt x="66624" y="80013"/>
                  <a:pt x="86437" y="80013"/>
                </a:cubicBezTo>
                <a:lnTo>
                  <a:pt x="103627" y="80013"/>
                </a:lnTo>
                <a:cubicBezTo>
                  <a:pt x="123443" y="80013"/>
                  <a:pt x="141757" y="90703"/>
                  <a:pt x="151507" y="107953"/>
                </a:cubicBezTo>
                <a:lnTo>
                  <a:pt x="188075" y="172649"/>
                </a:lnTo>
                <a:cubicBezTo>
                  <a:pt x="192138" y="179837"/>
                  <a:pt x="189637" y="189025"/>
                  <a:pt x="182388" y="193090"/>
                </a:cubicBezTo>
                <a:cubicBezTo>
                  <a:pt x="175136" y="197154"/>
                  <a:pt x="166012" y="194652"/>
                  <a:pt x="161947" y="187403"/>
                </a:cubicBezTo>
                <a:lnTo>
                  <a:pt x="135005" y="139771"/>
                </a:lnTo>
                <a:lnTo>
                  <a:pt x="135005" y="305043"/>
                </a:lnTo>
                <a:cubicBezTo>
                  <a:pt x="135005" y="313358"/>
                  <a:pt x="128317" y="320046"/>
                  <a:pt x="120003" y="320046"/>
                </a:cubicBezTo>
                <a:cubicBezTo>
                  <a:pt x="111690" y="320046"/>
                  <a:pt x="105001" y="313358"/>
                  <a:pt x="105001" y="305046"/>
                </a:cubicBezTo>
                <a:lnTo>
                  <a:pt x="105001" y="220037"/>
                </a:lnTo>
                <a:lnTo>
                  <a:pt x="85003" y="22002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4379" y="3275657"/>
            <a:ext cx="320040" cy="319967"/>
          </a:xfrm>
          <a:custGeom>
            <a:avLst/>
            <a:gdLst/>
            <a:ahLst/>
            <a:cxnLst/>
            <a:rect l="l" t="t" r="r" b="b"/>
            <a:pathLst>
              <a:path w="320040" h="319967">
                <a:moveTo>
                  <a:pt x="144460" y="0"/>
                </a:moveTo>
                <a:cubicBezTo>
                  <a:pt x="156893" y="0"/>
                  <a:pt x="168818" y="4902"/>
                  <a:pt x="177593" y="13679"/>
                </a:cubicBezTo>
                <a:lnTo>
                  <a:pt x="306326" y="142411"/>
                </a:lnTo>
                <a:cubicBezTo>
                  <a:pt x="324613" y="160697"/>
                  <a:pt x="324613" y="190320"/>
                  <a:pt x="306326" y="208606"/>
                </a:cubicBezTo>
                <a:lnTo>
                  <a:pt x="208679" y="306253"/>
                </a:lnTo>
                <a:cubicBezTo>
                  <a:pt x="190392" y="324539"/>
                  <a:pt x="160769" y="324539"/>
                  <a:pt x="142485" y="306253"/>
                </a:cubicBezTo>
                <a:lnTo>
                  <a:pt x="13752" y="177521"/>
                </a:lnTo>
                <a:cubicBezTo>
                  <a:pt x="4903" y="168744"/>
                  <a:pt x="0" y="156896"/>
                  <a:pt x="0" y="144459"/>
                </a:cubicBezTo>
                <a:lnTo>
                  <a:pt x="0" y="35110"/>
                </a:lnTo>
                <a:cubicBezTo>
                  <a:pt x="0" y="15726"/>
                  <a:pt x="15727" y="0"/>
                  <a:pt x="35108" y="0"/>
                </a:cubicBezTo>
                <a:lnTo>
                  <a:pt x="144460" y="0"/>
                </a:lnTo>
                <a:moveTo>
                  <a:pt x="35108" y="144459"/>
                </a:moveTo>
                <a:cubicBezTo>
                  <a:pt x="35108" y="147530"/>
                  <a:pt x="36353" y="150528"/>
                  <a:pt x="38546" y="152723"/>
                </a:cubicBezTo>
                <a:lnTo>
                  <a:pt x="167278" y="281456"/>
                </a:lnTo>
                <a:cubicBezTo>
                  <a:pt x="171813" y="285990"/>
                  <a:pt x="179274" y="285990"/>
                  <a:pt x="183808" y="281456"/>
                </a:cubicBezTo>
                <a:lnTo>
                  <a:pt x="281456" y="183808"/>
                </a:lnTo>
                <a:cubicBezTo>
                  <a:pt x="285991" y="179274"/>
                  <a:pt x="285991" y="171813"/>
                  <a:pt x="281456" y="167279"/>
                </a:cubicBezTo>
                <a:lnTo>
                  <a:pt x="152723" y="38546"/>
                </a:lnTo>
                <a:cubicBezTo>
                  <a:pt x="150528" y="36351"/>
                  <a:pt x="147529" y="35110"/>
                  <a:pt x="144456" y="35110"/>
                </a:cubicBezTo>
                <a:lnTo>
                  <a:pt x="35105" y="35110"/>
                </a:lnTo>
                <a:lnTo>
                  <a:pt x="35108" y="144459"/>
                </a:lnTo>
                <a:moveTo>
                  <a:pt x="81921" y="58516"/>
                </a:moveTo>
                <a:cubicBezTo>
                  <a:pt x="94847" y="58516"/>
                  <a:pt x="105325" y="68994"/>
                  <a:pt x="105325" y="81921"/>
                </a:cubicBezTo>
                <a:cubicBezTo>
                  <a:pt x="105325" y="94848"/>
                  <a:pt x="94847" y="105327"/>
                  <a:pt x="81921" y="105327"/>
                </a:cubicBezTo>
                <a:cubicBezTo>
                  <a:pt x="68994" y="105327"/>
                  <a:pt x="58516" y="94848"/>
                  <a:pt x="58516" y="81921"/>
                </a:cubicBezTo>
                <a:cubicBezTo>
                  <a:pt x="58516" y="68994"/>
                  <a:pt x="68994" y="58516"/>
                  <a:pt x="81921" y="58516"/>
                </a:cubicBezTo>
                <a:lnTo>
                  <a:pt x="81921" y="5851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4384" y="1749900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5" y="1605869"/>
            <a:ext cx="10918305" cy="534939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6" y="2143743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9525" y="365760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2143743"/>
            <a:ext cx="10911840" cy="9525"/>
          </a:xfrm>
          <a:custGeom>
            <a:avLst/>
            <a:gdLst/>
            <a:ahLst/>
            <a:cxnLst/>
            <a:rect l="l" t="t" r="r" b="b"/>
            <a:pathLst>
              <a:path w="10911840" h="9525">
                <a:moveTo>
                  <a:pt x="0" y="0"/>
                </a:moveTo>
                <a:lnTo>
                  <a:pt x="10911840" y="9525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候选人来源管理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8876" y="2315048"/>
            <a:ext cx="4815843" cy="335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从人才池主动寻找.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精准匹配岗位.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批量筛选功能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59" y="2326623"/>
            <a:ext cx="4815840" cy="333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候选人主动联系.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记录来源渠道.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快速响应处理.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81747" y="1743030"/>
            <a:ext cx="3884430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被动招聘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2285" y="1743030"/>
            <a:ext cx="3871508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主动沟通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76014" y="1424763"/>
            <a:ext cx="839972" cy="839972"/>
          </a:xfrm>
          <a:custGeom>
            <a:avLst/>
            <a:gdLst/>
            <a:ahLst/>
            <a:cxnLst/>
            <a:rect l="l" t="t" r="r" b="b"/>
            <a:pathLst>
              <a:path w="839972" h="839972">
                <a:moveTo>
                  <a:pt x="0" y="419986"/>
                </a:moveTo>
                <a:cubicBezTo>
                  <a:pt x="0" y="188036"/>
                  <a:pt x="188036" y="0"/>
                  <a:pt x="419986" y="0"/>
                </a:cubicBezTo>
                <a:cubicBezTo>
                  <a:pt x="651936" y="0"/>
                  <a:pt x="839972" y="188036"/>
                  <a:pt x="839972" y="419986"/>
                </a:cubicBezTo>
                <a:cubicBezTo>
                  <a:pt x="839972" y="651936"/>
                  <a:pt x="651936" y="839972"/>
                  <a:pt x="419986" y="839972"/>
                </a:cubicBezTo>
                <a:cubicBezTo>
                  <a:pt x="188036" y="839972"/>
                  <a:pt x="0" y="651936"/>
                  <a:pt x="0" y="419986"/>
                </a:cubicBezTo>
              </a:path>
            </a:pathLst>
          </a:custGeom>
          <a:solidFill>
            <a:srgbClr val="FFFFFF"/>
          </a:solidFill>
          <a:ln w="28575"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66014" y="1471563"/>
            <a:ext cx="659972" cy="74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6960" y="3786583"/>
            <a:ext cx="7498080" cy="9525"/>
          </a:xfrm>
          <a:custGeom>
            <a:avLst/>
            <a:gdLst/>
            <a:ahLst/>
            <a:cxnLst/>
            <a:rect l="l" t="t" r="r" b="b"/>
            <a:pathLst>
              <a:path w="7498080" h="9525">
                <a:moveTo>
                  <a:pt x="0" y="0"/>
                </a:moveTo>
                <a:lnTo>
                  <a:pt x="7498080" y="9525"/>
                </a:lnTo>
              </a:path>
            </a:pathLst>
          </a:custGeom>
          <a:noFill/>
          <a:ln w="28575">
            <a:solidFill>
              <a:srgbClr val="D0E2FC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26921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65079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1461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0539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688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75960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4503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142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49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3305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7845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2384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6923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91463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3615" y="3649423"/>
            <a:ext cx="222929" cy="274320"/>
          </a:xfrm>
          <a:custGeom>
            <a:avLst/>
            <a:gdLst/>
            <a:ahLst/>
            <a:cxnLst/>
            <a:rect l="l" t="t" r="r" b="b"/>
            <a:pathLst>
              <a:path w="222929" h="274320">
                <a:moveTo>
                  <a:pt x="68593" y="12860"/>
                </a:moveTo>
                <a:cubicBezTo>
                  <a:pt x="68593" y="5733"/>
                  <a:pt x="74327" y="0"/>
                  <a:pt x="81454" y="0"/>
                </a:cubicBezTo>
                <a:lnTo>
                  <a:pt x="141473" y="0"/>
                </a:lnTo>
                <a:cubicBezTo>
                  <a:pt x="148600" y="0"/>
                  <a:pt x="154333" y="5733"/>
                  <a:pt x="154333" y="12860"/>
                </a:cubicBezTo>
                <a:cubicBezTo>
                  <a:pt x="154333" y="19987"/>
                  <a:pt x="148600" y="25720"/>
                  <a:pt x="141473" y="25720"/>
                </a:cubicBezTo>
                <a:lnTo>
                  <a:pt x="124325" y="25720"/>
                </a:lnTo>
                <a:lnTo>
                  <a:pt x="124325" y="52192"/>
                </a:lnTo>
                <a:cubicBezTo>
                  <a:pt x="147583" y="54872"/>
                  <a:pt x="168697" y="64679"/>
                  <a:pt x="185309" y="79468"/>
                </a:cubicBezTo>
                <a:lnTo>
                  <a:pt x="200957" y="63766"/>
                </a:lnTo>
                <a:cubicBezTo>
                  <a:pt x="205995" y="58729"/>
                  <a:pt x="214138" y="58729"/>
                  <a:pt x="219123" y="63766"/>
                </a:cubicBezTo>
                <a:cubicBezTo>
                  <a:pt x="224108" y="68802"/>
                  <a:pt x="224161" y="76949"/>
                  <a:pt x="219123" y="81931"/>
                </a:cubicBezTo>
                <a:lnTo>
                  <a:pt x="202510" y="98544"/>
                </a:lnTo>
                <a:cubicBezTo>
                  <a:pt x="215371" y="116709"/>
                  <a:pt x="222928" y="138896"/>
                  <a:pt x="222928" y="162850"/>
                </a:cubicBezTo>
                <a:cubicBezTo>
                  <a:pt x="222928" y="224424"/>
                  <a:pt x="173037" y="274314"/>
                  <a:pt x="111464" y="274314"/>
                </a:cubicBezTo>
                <a:cubicBezTo>
                  <a:pt x="49891" y="274314"/>
                  <a:pt x="0" y="224476"/>
                  <a:pt x="0" y="162905"/>
                </a:cubicBezTo>
                <a:cubicBezTo>
                  <a:pt x="0" y="105674"/>
                  <a:pt x="43085" y="58567"/>
                  <a:pt x="98603" y="52192"/>
                </a:cubicBezTo>
                <a:lnTo>
                  <a:pt x="98603" y="25720"/>
                </a:lnTo>
                <a:lnTo>
                  <a:pt x="81456" y="25720"/>
                </a:lnTo>
                <a:cubicBezTo>
                  <a:pt x="74329" y="25720"/>
                  <a:pt x="68595" y="19987"/>
                  <a:pt x="68595" y="12860"/>
                </a:cubicBezTo>
                <a:lnTo>
                  <a:pt x="68593" y="12860"/>
                </a:lnTo>
                <a:moveTo>
                  <a:pt x="111464" y="248652"/>
                </a:moveTo>
                <a:cubicBezTo>
                  <a:pt x="158819" y="248652"/>
                  <a:pt x="197207" y="210264"/>
                  <a:pt x="197207" y="162910"/>
                </a:cubicBezTo>
                <a:cubicBezTo>
                  <a:pt x="197207" y="115557"/>
                  <a:pt x="158819" y="77169"/>
                  <a:pt x="111464" y="77169"/>
                </a:cubicBezTo>
                <a:cubicBezTo>
                  <a:pt x="64110" y="77169"/>
                  <a:pt x="25722" y="115557"/>
                  <a:pt x="25722" y="162910"/>
                </a:cubicBezTo>
                <a:cubicBezTo>
                  <a:pt x="25722" y="210264"/>
                  <a:pt x="64110" y="248652"/>
                  <a:pt x="111464" y="248652"/>
                </a:cubicBezTo>
                <a:lnTo>
                  <a:pt x="111464" y="248652"/>
                </a:lnTo>
                <a:moveTo>
                  <a:pt x="124325" y="115752"/>
                </a:moveTo>
                <a:lnTo>
                  <a:pt x="124325" y="171483"/>
                </a:lnTo>
                <a:cubicBezTo>
                  <a:pt x="124325" y="178610"/>
                  <a:pt x="118591" y="184343"/>
                  <a:pt x="111464" y="184343"/>
                </a:cubicBezTo>
                <a:cubicBezTo>
                  <a:pt x="104337" y="184343"/>
                  <a:pt x="98604" y="178610"/>
                  <a:pt x="98604" y="171483"/>
                </a:cubicBezTo>
                <a:lnTo>
                  <a:pt x="98604" y="115752"/>
                </a:lnTo>
                <a:cubicBezTo>
                  <a:pt x="98604" y="108625"/>
                  <a:pt x="104337" y="102892"/>
                  <a:pt x="111464" y="102892"/>
                </a:cubicBezTo>
                <a:cubicBezTo>
                  <a:pt x="118591" y="102892"/>
                  <a:pt x="124325" y="108625"/>
                  <a:pt x="124325" y="115752"/>
                </a:cubicBezTo>
                <a:lnTo>
                  <a:pt x="124325" y="115752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10524" y="3649423"/>
            <a:ext cx="240030" cy="274320"/>
          </a:xfrm>
          <a:custGeom>
            <a:avLst/>
            <a:gdLst/>
            <a:ahLst/>
            <a:cxnLst/>
            <a:rect l="l" t="t" r="r" b="b"/>
            <a:pathLst>
              <a:path w="240030" h="274320">
                <a:moveTo>
                  <a:pt x="81440" y="12860"/>
                </a:moveTo>
                <a:cubicBezTo>
                  <a:pt x="81440" y="5733"/>
                  <a:pt x="75708" y="3"/>
                  <a:pt x="68581" y="3"/>
                </a:cubicBezTo>
                <a:cubicBezTo>
                  <a:pt x="61455" y="3"/>
                  <a:pt x="55723" y="5736"/>
                  <a:pt x="55723" y="12863"/>
                </a:cubicBezTo>
                <a:lnTo>
                  <a:pt x="55723" y="34295"/>
                </a:lnTo>
                <a:lnTo>
                  <a:pt x="34291" y="34295"/>
                </a:lnTo>
                <a:cubicBezTo>
                  <a:pt x="15379" y="34295"/>
                  <a:pt x="0" y="49671"/>
                  <a:pt x="0" y="68585"/>
                </a:cubicBezTo>
                <a:lnTo>
                  <a:pt x="0" y="77158"/>
                </a:lnTo>
                <a:lnTo>
                  <a:pt x="0" y="102875"/>
                </a:lnTo>
                <a:lnTo>
                  <a:pt x="0" y="240035"/>
                </a:lnTo>
                <a:cubicBezTo>
                  <a:pt x="0" y="258950"/>
                  <a:pt x="15376" y="274325"/>
                  <a:pt x="34291" y="274325"/>
                </a:cubicBezTo>
                <a:lnTo>
                  <a:pt x="205742" y="274325"/>
                </a:lnTo>
                <a:cubicBezTo>
                  <a:pt x="224654" y="274325"/>
                  <a:pt x="240032" y="258950"/>
                  <a:pt x="240032" y="240035"/>
                </a:cubicBezTo>
                <a:lnTo>
                  <a:pt x="240032" y="102875"/>
                </a:lnTo>
                <a:lnTo>
                  <a:pt x="240032" y="77158"/>
                </a:lnTo>
                <a:lnTo>
                  <a:pt x="240032" y="68585"/>
                </a:lnTo>
                <a:cubicBezTo>
                  <a:pt x="240032" y="49671"/>
                  <a:pt x="224656" y="34295"/>
                  <a:pt x="205742" y="34295"/>
                </a:cubicBezTo>
                <a:lnTo>
                  <a:pt x="184310" y="34295"/>
                </a:lnTo>
                <a:lnTo>
                  <a:pt x="184310" y="12865"/>
                </a:lnTo>
                <a:cubicBezTo>
                  <a:pt x="184310" y="5739"/>
                  <a:pt x="178578" y="8"/>
                  <a:pt x="171451" y="8"/>
                </a:cubicBezTo>
                <a:cubicBezTo>
                  <a:pt x="164325" y="8"/>
                  <a:pt x="158593" y="5741"/>
                  <a:pt x="158593" y="12868"/>
                </a:cubicBezTo>
                <a:lnTo>
                  <a:pt x="158593" y="34301"/>
                </a:lnTo>
                <a:lnTo>
                  <a:pt x="81440" y="34301"/>
                </a:lnTo>
                <a:lnTo>
                  <a:pt x="81440" y="12860"/>
                </a:lnTo>
                <a:moveTo>
                  <a:pt x="25717" y="102870"/>
                </a:moveTo>
                <a:lnTo>
                  <a:pt x="214311" y="102870"/>
                </a:lnTo>
                <a:lnTo>
                  <a:pt x="214311" y="240030"/>
                </a:lnTo>
                <a:cubicBezTo>
                  <a:pt x="214311" y="244746"/>
                  <a:pt x="210454" y="248603"/>
                  <a:pt x="205739" y="248603"/>
                </a:cubicBezTo>
                <a:lnTo>
                  <a:pt x="34288" y="248603"/>
                </a:lnTo>
                <a:cubicBezTo>
                  <a:pt x="29574" y="248603"/>
                  <a:pt x="25717" y="244746"/>
                  <a:pt x="25717" y="240030"/>
                </a:cubicBezTo>
                <a:lnTo>
                  <a:pt x="25717" y="10287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93130" y="3649423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50019" y="34290"/>
                </a:moveTo>
                <a:lnTo>
                  <a:pt x="171451" y="34290"/>
                </a:lnTo>
                <a:cubicBezTo>
                  <a:pt x="190365" y="34290"/>
                  <a:pt x="205742" y="49666"/>
                  <a:pt x="205742" y="68580"/>
                </a:cubicBezTo>
                <a:lnTo>
                  <a:pt x="205742" y="240030"/>
                </a:lnTo>
                <a:cubicBezTo>
                  <a:pt x="205742" y="258944"/>
                  <a:pt x="190365" y="274320"/>
                  <a:pt x="171451" y="274320"/>
                </a:cubicBezTo>
                <a:lnTo>
                  <a:pt x="34291" y="274320"/>
                </a:lnTo>
                <a:cubicBezTo>
                  <a:pt x="15377" y="274320"/>
                  <a:pt x="0" y="258944"/>
                  <a:pt x="0" y="240030"/>
                </a:cubicBezTo>
                <a:lnTo>
                  <a:pt x="0" y="68580"/>
                </a:lnTo>
                <a:cubicBezTo>
                  <a:pt x="0" y="49666"/>
                  <a:pt x="15377" y="34290"/>
                  <a:pt x="34291" y="34290"/>
                </a:cubicBezTo>
                <a:lnTo>
                  <a:pt x="55723" y="34290"/>
                </a:lnTo>
                <a:lnTo>
                  <a:pt x="60866" y="34290"/>
                </a:lnTo>
                <a:cubicBezTo>
                  <a:pt x="64831" y="14734"/>
                  <a:pt x="82138" y="0"/>
                  <a:pt x="102872" y="0"/>
                </a:cubicBezTo>
                <a:cubicBezTo>
                  <a:pt x="123606" y="0"/>
                  <a:pt x="140913" y="14734"/>
                  <a:pt x="144878" y="34290"/>
                </a:cubicBezTo>
                <a:lnTo>
                  <a:pt x="150019" y="34290"/>
                </a:lnTo>
                <a:moveTo>
                  <a:pt x="34291" y="60008"/>
                </a:moveTo>
                <a:cubicBezTo>
                  <a:pt x="29575" y="60008"/>
                  <a:pt x="25718" y="63864"/>
                  <a:pt x="25718" y="68580"/>
                </a:cubicBezTo>
                <a:lnTo>
                  <a:pt x="25718" y="240030"/>
                </a:lnTo>
                <a:cubicBezTo>
                  <a:pt x="25718" y="244746"/>
                  <a:pt x="29575" y="248602"/>
                  <a:pt x="34291" y="248602"/>
                </a:cubicBezTo>
                <a:lnTo>
                  <a:pt x="171451" y="248602"/>
                </a:lnTo>
                <a:cubicBezTo>
                  <a:pt x="176167" y="248602"/>
                  <a:pt x="180025" y="244746"/>
                  <a:pt x="180025" y="240030"/>
                </a:cubicBezTo>
                <a:lnTo>
                  <a:pt x="180025" y="68580"/>
                </a:lnTo>
                <a:cubicBezTo>
                  <a:pt x="180025" y="63864"/>
                  <a:pt x="176167" y="60007"/>
                  <a:pt x="171451" y="60007"/>
                </a:cubicBezTo>
                <a:lnTo>
                  <a:pt x="162878" y="60007"/>
                </a:lnTo>
                <a:lnTo>
                  <a:pt x="162878" y="72868"/>
                </a:lnTo>
                <a:cubicBezTo>
                  <a:pt x="162878" y="79994"/>
                  <a:pt x="157146" y="85728"/>
                  <a:pt x="150019" y="85728"/>
                </a:cubicBezTo>
                <a:lnTo>
                  <a:pt x="102870" y="85728"/>
                </a:lnTo>
                <a:lnTo>
                  <a:pt x="55721" y="85728"/>
                </a:lnTo>
                <a:cubicBezTo>
                  <a:pt x="48594" y="85728"/>
                  <a:pt x="42862" y="79994"/>
                  <a:pt x="42862" y="72870"/>
                </a:cubicBezTo>
                <a:lnTo>
                  <a:pt x="42862" y="60013"/>
                </a:lnTo>
                <a:lnTo>
                  <a:pt x="34291" y="60008"/>
                </a:lnTo>
                <a:moveTo>
                  <a:pt x="102870" y="55723"/>
                </a:moveTo>
                <a:cubicBezTo>
                  <a:pt x="109972" y="55723"/>
                  <a:pt x="115729" y="49965"/>
                  <a:pt x="115729" y="42865"/>
                </a:cubicBezTo>
                <a:cubicBezTo>
                  <a:pt x="115729" y="35763"/>
                  <a:pt x="109972" y="30008"/>
                  <a:pt x="102870" y="30008"/>
                </a:cubicBezTo>
                <a:cubicBezTo>
                  <a:pt x="95768" y="30008"/>
                  <a:pt x="90011" y="35766"/>
                  <a:pt x="90011" y="42868"/>
                </a:cubicBezTo>
                <a:cubicBezTo>
                  <a:pt x="90011" y="49970"/>
                  <a:pt x="95768" y="55728"/>
                  <a:pt x="102870" y="55728"/>
                </a:cubicBezTo>
                <a:lnTo>
                  <a:pt x="102870" y="5572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24301" y="3649429"/>
            <a:ext cx="274320" cy="274308"/>
          </a:xfrm>
          <a:custGeom>
            <a:avLst/>
            <a:gdLst/>
            <a:ahLst/>
            <a:cxnLst/>
            <a:rect l="l" t="t" r="r" b="b"/>
            <a:pathLst>
              <a:path w="274320" h="274308">
                <a:moveTo>
                  <a:pt x="111443" y="222884"/>
                </a:moveTo>
                <a:cubicBezTo>
                  <a:pt x="111443" y="208686"/>
                  <a:pt x="99924" y="197167"/>
                  <a:pt x="85725" y="197167"/>
                </a:cubicBezTo>
                <a:lnTo>
                  <a:pt x="34290" y="197167"/>
                </a:lnTo>
                <a:cubicBezTo>
                  <a:pt x="29574" y="197167"/>
                  <a:pt x="25717" y="193311"/>
                  <a:pt x="25717" y="188595"/>
                </a:cubicBezTo>
                <a:lnTo>
                  <a:pt x="25717" y="34291"/>
                </a:lnTo>
                <a:cubicBezTo>
                  <a:pt x="25717" y="29576"/>
                  <a:pt x="29574" y="25719"/>
                  <a:pt x="34290" y="25719"/>
                </a:cubicBezTo>
                <a:lnTo>
                  <a:pt x="240030" y="25719"/>
                </a:lnTo>
                <a:cubicBezTo>
                  <a:pt x="244746" y="25719"/>
                  <a:pt x="248603" y="29576"/>
                  <a:pt x="248603" y="34291"/>
                </a:cubicBezTo>
                <a:lnTo>
                  <a:pt x="248603" y="188595"/>
                </a:lnTo>
                <a:cubicBezTo>
                  <a:pt x="248603" y="193311"/>
                  <a:pt x="244746" y="197167"/>
                  <a:pt x="240030" y="197167"/>
                </a:cubicBezTo>
                <a:lnTo>
                  <a:pt x="165717" y="197167"/>
                </a:lnTo>
                <a:cubicBezTo>
                  <a:pt x="160145" y="197167"/>
                  <a:pt x="154733" y="198989"/>
                  <a:pt x="150286" y="202311"/>
                </a:cubicBezTo>
                <a:lnTo>
                  <a:pt x="111443" y="231456"/>
                </a:lnTo>
                <a:lnTo>
                  <a:pt x="111443" y="222884"/>
                </a:lnTo>
                <a:moveTo>
                  <a:pt x="111336" y="263712"/>
                </a:moveTo>
                <a:lnTo>
                  <a:pt x="111443" y="263605"/>
                </a:lnTo>
                <a:lnTo>
                  <a:pt x="165717" y="222886"/>
                </a:lnTo>
                <a:lnTo>
                  <a:pt x="240030" y="222886"/>
                </a:lnTo>
                <a:cubicBezTo>
                  <a:pt x="258944" y="222886"/>
                  <a:pt x="274320" y="207509"/>
                  <a:pt x="274320" y="188595"/>
                </a:cubicBezTo>
                <a:lnTo>
                  <a:pt x="274320" y="34291"/>
                </a:lnTo>
                <a:cubicBezTo>
                  <a:pt x="274320" y="15378"/>
                  <a:pt x="258944" y="0"/>
                  <a:pt x="240030" y="0"/>
                </a:cubicBezTo>
                <a:lnTo>
                  <a:pt x="34290" y="0"/>
                </a:lnTo>
                <a:cubicBezTo>
                  <a:pt x="15376" y="0"/>
                  <a:pt x="0" y="15378"/>
                  <a:pt x="0" y="34291"/>
                </a:cubicBezTo>
                <a:lnTo>
                  <a:pt x="0" y="188595"/>
                </a:lnTo>
                <a:cubicBezTo>
                  <a:pt x="0" y="207509"/>
                  <a:pt x="15376" y="222886"/>
                  <a:pt x="34290" y="222886"/>
                </a:cubicBezTo>
                <a:lnTo>
                  <a:pt x="60007" y="222886"/>
                </a:lnTo>
                <a:lnTo>
                  <a:pt x="85725" y="222886"/>
                </a:lnTo>
                <a:lnTo>
                  <a:pt x="85725" y="248603"/>
                </a:lnTo>
                <a:lnTo>
                  <a:pt x="85725" y="250745"/>
                </a:lnTo>
                <a:lnTo>
                  <a:pt x="85725" y="250907"/>
                </a:lnTo>
                <a:lnTo>
                  <a:pt x="85725" y="254336"/>
                </a:lnTo>
                <a:lnTo>
                  <a:pt x="85725" y="265747"/>
                </a:lnTo>
                <a:cubicBezTo>
                  <a:pt x="85725" y="269014"/>
                  <a:pt x="87546" y="271963"/>
                  <a:pt x="90441" y="273408"/>
                </a:cubicBezTo>
                <a:cubicBezTo>
                  <a:pt x="93335" y="274854"/>
                  <a:pt x="96816" y="274533"/>
                  <a:pt x="99441" y="272605"/>
                </a:cubicBezTo>
                <a:lnTo>
                  <a:pt x="108603" y="265747"/>
                </a:lnTo>
                <a:lnTo>
                  <a:pt x="111336" y="263712"/>
                </a:lnTo>
                <a:moveTo>
                  <a:pt x="51435" y="96869"/>
                </a:moveTo>
                <a:cubicBezTo>
                  <a:pt x="51435" y="103458"/>
                  <a:pt x="54757" y="109622"/>
                  <a:pt x="60221" y="113317"/>
                </a:cubicBezTo>
                <a:lnTo>
                  <a:pt x="75973" y="123817"/>
                </a:lnTo>
                <a:cubicBezTo>
                  <a:pt x="76670" y="124300"/>
                  <a:pt x="77152" y="125104"/>
                  <a:pt x="77152" y="125960"/>
                </a:cubicBezTo>
                <a:cubicBezTo>
                  <a:pt x="77152" y="127405"/>
                  <a:pt x="75973" y="128533"/>
                  <a:pt x="74579" y="128533"/>
                </a:cubicBezTo>
                <a:lnTo>
                  <a:pt x="60008" y="128587"/>
                </a:lnTo>
                <a:cubicBezTo>
                  <a:pt x="55292" y="128587"/>
                  <a:pt x="51435" y="132444"/>
                  <a:pt x="51435" y="137160"/>
                </a:cubicBezTo>
                <a:cubicBezTo>
                  <a:pt x="51435" y="141875"/>
                  <a:pt x="55292" y="145732"/>
                  <a:pt x="60008" y="145732"/>
                </a:cubicBezTo>
                <a:lnTo>
                  <a:pt x="74579" y="145732"/>
                </a:lnTo>
                <a:cubicBezTo>
                  <a:pt x="85456" y="145732"/>
                  <a:pt x="94298" y="136891"/>
                  <a:pt x="94298" y="126014"/>
                </a:cubicBezTo>
                <a:cubicBezTo>
                  <a:pt x="94298" y="119425"/>
                  <a:pt x="90975" y="113262"/>
                  <a:pt x="85511" y="109567"/>
                </a:cubicBezTo>
                <a:lnTo>
                  <a:pt x="69760" y="99066"/>
                </a:lnTo>
                <a:cubicBezTo>
                  <a:pt x="69063" y="98584"/>
                  <a:pt x="68580" y="97780"/>
                  <a:pt x="68580" y="96924"/>
                </a:cubicBezTo>
                <a:cubicBezTo>
                  <a:pt x="68580" y="95478"/>
                  <a:pt x="69760" y="94351"/>
                  <a:pt x="71150" y="94351"/>
                </a:cubicBezTo>
                <a:lnTo>
                  <a:pt x="81437" y="94351"/>
                </a:lnTo>
                <a:cubicBezTo>
                  <a:pt x="86153" y="94351"/>
                  <a:pt x="90010" y="90494"/>
                  <a:pt x="90010" y="85779"/>
                </a:cubicBezTo>
                <a:cubicBezTo>
                  <a:pt x="90010" y="81064"/>
                  <a:pt x="86153" y="77207"/>
                  <a:pt x="81437" y="77207"/>
                </a:cubicBezTo>
                <a:lnTo>
                  <a:pt x="71150" y="77207"/>
                </a:lnTo>
                <a:cubicBezTo>
                  <a:pt x="60274" y="77152"/>
                  <a:pt x="51435" y="85993"/>
                  <a:pt x="51435" y="96869"/>
                </a:cubicBezTo>
                <a:lnTo>
                  <a:pt x="51435" y="96869"/>
                </a:lnTo>
                <a:moveTo>
                  <a:pt x="199741" y="77152"/>
                </a:moveTo>
                <a:cubicBezTo>
                  <a:pt x="188864" y="77152"/>
                  <a:pt x="180023" y="85993"/>
                  <a:pt x="180023" y="96869"/>
                </a:cubicBezTo>
                <a:cubicBezTo>
                  <a:pt x="180023" y="103458"/>
                  <a:pt x="183345" y="109622"/>
                  <a:pt x="188809" y="113317"/>
                </a:cubicBezTo>
                <a:lnTo>
                  <a:pt x="204560" y="123817"/>
                </a:lnTo>
                <a:cubicBezTo>
                  <a:pt x="205257" y="124300"/>
                  <a:pt x="205740" y="125104"/>
                  <a:pt x="205740" y="125960"/>
                </a:cubicBezTo>
                <a:cubicBezTo>
                  <a:pt x="205740" y="127405"/>
                  <a:pt x="204560" y="128533"/>
                  <a:pt x="203167" y="128533"/>
                </a:cubicBezTo>
                <a:lnTo>
                  <a:pt x="188595" y="128587"/>
                </a:lnTo>
                <a:cubicBezTo>
                  <a:pt x="183879" y="128587"/>
                  <a:pt x="180023" y="132444"/>
                  <a:pt x="180023" y="137160"/>
                </a:cubicBezTo>
                <a:cubicBezTo>
                  <a:pt x="180023" y="141875"/>
                  <a:pt x="183879" y="145732"/>
                  <a:pt x="188595" y="145732"/>
                </a:cubicBezTo>
                <a:lnTo>
                  <a:pt x="203167" y="145732"/>
                </a:lnTo>
                <a:cubicBezTo>
                  <a:pt x="214044" y="145732"/>
                  <a:pt x="222885" y="136891"/>
                  <a:pt x="222885" y="126014"/>
                </a:cubicBezTo>
                <a:cubicBezTo>
                  <a:pt x="222885" y="119425"/>
                  <a:pt x="219563" y="113262"/>
                  <a:pt x="214099" y="109567"/>
                </a:cubicBezTo>
                <a:lnTo>
                  <a:pt x="198347" y="99066"/>
                </a:lnTo>
                <a:cubicBezTo>
                  <a:pt x="197650" y="98584"/>
                  <a:pt x="197167" y="97780"/>
                  <a:pt x="197167" y="96924"/>
                </a:cubicBezTo>
                <a:cubicBezTo>
                  <a:pt x="197167" y="95478"/>
                  <a:pt x="198347" y="94351"/>
                  <a:pt x="199741" y="94351"/>
                </a:cubicBezTo>
                <a:lnTo>
                  <a:pt x="210028" y="94351"/>
                </a:lnTo>
                <a:cubicBezTo>
                  <a:pt x="214743" y="94351"/>
                  <a:pt x="218600" y="90494"/>
                  <a:pt x="218600" y="85779"/>
                </a:cubicBezTo>
                <a:cubicBezTo>
                  <a:pt x="218600" y="81064"/>
                  <a:pt x="214743" y="77207"/>
                  <a:pt x="210028" y="77207"/>
                </a:cubicBezTo>
                <a:lnTo>
                  <a:pt x="199741" y="77207"/>
                </a:lnTo>
                <a:lnTo>
                  <a:pt x="199741" y="77152"/>
                </a:lnTo>
                <a:moveTo>
                  <a:pt x="118300" y="80581"/>
                </a:moveTo>
                <a:cubicBezTo>
                  <a:pt x="116103" y="77635"/>
                  <a:pt x="112246" y="76400"/>
                  <a:pt x="108710" y="77580"/>
                </a:cubicBezTo>
                <a:cubicBezTo>
                  <a:pt x="105174" y="78759"/>
                  <a:pt x="102870" y="82026"/>
                  <a:pt x="102870" y="85724"/>
                </a:cubicBezTo>
                <a:lnTo>
                  <a:pt x="102870" y="137160"/>
                </a:lnTo>
                <a:cubicBezTo>
                  <a:pt x="102870" y="141875"/>
                  <a:pt x="106727" y="145732"/>
                  <a:pt x="111443" y="145732"/>
                </a:cubicBezTo>
                <a:cubicBezTo>
                  <a:pt x="116158" y="145732"/>
                  <a:pt x="120015" y="141875"/>
                  <a:pt x="120015" y="137160"/>
                </a:cubicBezTo>
                <a:lnTo>
                  <a:pt x="120015" y="111443"/>
                </a:lnTo>
                <a:lnTo>
                  <a:pt x="130302" y="125159"/>
                </a:lnTo>
                <a:cubicBezTo>
                  <a:pt x="131910" y="127301"/>
                  <a:pt x="134480" y="128588"/>
                  <a:pt x="137160" y="128588"/>
                </a:cubicBezTo>
                <a:cubicBezTo>
                  <a:pt x="139840" y="128588"/>
                  <a:pt x="142410" y="127301"/>
                  <a:pt x="144018" y="125159"/>
                </a:cubicBezTo>
                <a:lnTo>
                  <a:pt x="154305" y="111443"/>
                </a:lnTo>
                <a:lnTo>
                  <a:pt x="154305" y="137160"/>
                </a:lnTo>
                <a:cubicBezTo>
                  <a:pt x="154305" y="141875"/>
                  <a:pt x="158162" y="145732"/>
                  <a:pt x="162878" y="145732"/>
                </a:cubicBezTo>
                <a:cubicBezTo>
                  <a:pt x="167593" y="145732"/>
                  <a:pt x="171450" y="141875"/>
                  <a:pt x="171450" y="137160"/>
                </a:cubicBezTo>
                <a:lnTo>
                  <a:pt x="171450" y="85724"/>
                </a:lnTo>
                <a:cubicBezTo>
                  <a:pt x="171450" y="82026"/>
                  <a:pt x="169094" y="78759"/>
                  <a:pt x="165610" y="77580"/>
                </a:cubicBezTo>
                <a:cubicBezTo>
                  <a:pt x="162126" y="76400"/>
                  <a:pt x="158269" y="77635"/>
                  <a:pt x="156020" y="80581"/>
                </a:cubicBezTo>
                <a:lnTo>
                  <a:pt x="137160" y="105710"/>
                </a:lnTo>
                <a:lnTo>
                  <a:pt x="118300" y="8058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89761" y="3649460"/>
            <a:ext cx="274320" cy="274246"/>
          </a:xfrm>
          <a:custGeom>
            <a:avLst/>
            <a:gdLst/>
            <a:ahLst/>
            <a:cxnLst/>
            <a:rect l="l" t="t" r="r" b="b"/>
            <a:pathLst>
              <a:path w="274320" h="274246">
                <a:moveTo>
                  <a:pt x="197148" y="111432"/>
                </a:moveTo>
                <a:cubicBezTo>
                  <a:pt x="197148" y="64091"/>
                  <a:pt x="158771" y="25716"/>
                  <a:pt x="111431" y="25716"/>
                </a:cubicBezTo>
                <a:cubicBezTo>
                  <a:pt x="64092" y="25716"/>
                  <a:pt x="25715" y="64091"/>
                  <a:pt x="25715" y="111432"/>
                </a:cubicBezTo>
                <a:cubicBezTo>
                  <a:pt x="25715" y="158772"/>
                  <a:pt x="64092" y="197147"/>
                  <a:pt x="111431" y="197147"/>
                </a:cubicBezTo>
                <a:cubicBezTo>
                  <a:pt x="158771" y="197147"/>
                  <a:pt x="197148" y="158772"/>
                  <a:pt x="197148" y="111432"/>
                </a:cubicBezTo>
                <a:lnTo>
                  <a:pt x="197148" y="111432"/>
                </a:lnTo>
                <a:moveTo>
                  <a:pt x="180593" y="198809"/>
                </a:moveTo>
                <a:cubicBezTo>
                  <a:pt x="161629" y="213863"/>
                  <a:pt x="137574" y="222864"/>
                  <a:pt x="111431" y="222864"/>
                </a:cubicBezTo>
                <a:cubicBezTo>
                  <a:pt x="49877" y="222864"/>
                  <a:pt x="0" y="172986"/>
                  <a:pt x="0" y="111432"/>
                </a:cubicBezTo>
                <a:cubicBezTo>
                  <a:pt x="0" y="49877"/>
                  <a:pt x="49877" y="0"/>
                  <a:pt x="111431" y="0"/>
                </a:cubicBezTo>
                <a:cubicBezTo>
                  <a:pt x="172986" y="0"/>
                  <a:pt x="222863" y="49877"/>
                  <a:pt x="222863" y="111432"/>
                </a:cubicBezTo>
                <a:cubicBezTo>
                  <a:pt x="222863" y="137576"/>
                  <a:pt x="213863" y="161630"/>
                  <a:pt x="198808" y="180594"/>
                </a:cubicBezTo>
                <a:lnTo>
                  <a:pt x="270543" y="252329"/>
                </a:lnTo>
                <a:cubicBezTo>
                  <a:pt x="275579" y="257364"/>
                  <a:pt x="275579" y="265509"/>
                  <a:pt x="270543" y="270489"/>
                </a:cubicBezTo>
                <a:cubicBezTo>
                  <a:pt x="265506" y="275472"/>
                  <a:pt x="257364" y="275524"/>
                  <a:pt x="252383" y="270489"/>
                </a:cubicBezTo>
                <a:lnTo>
                  <a:pt x="180593" y="19880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5477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初步评估候选人基本条件和匹配度.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301" y="4523271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在线沟通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HR与候选人进行初步交流.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5840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推送给业务负责人进一步评估.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381" y="4527703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面试邀约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确认面试时间和面试官安排.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74919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多轮面试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一面/二面/三面逐层深入评估.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55176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09075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65028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47082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01277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8442" y="340848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支持一面/二面/三面等多轮面试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98442" y="273939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多轮管理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16388" y="340896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历史数据支持面试质量分析.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16388" y="2743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复盘支持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0435" y="3375444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记录通过/待定/淘汰等结果.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0435" y="2729107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结果追踪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06536" y="340896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详细记录面试评价和反馈.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06536" y="273987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评价留存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2637" y="3399058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记录每轮面试的面试官信息.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2637" y="273939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面试官记录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84242" y="1924962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0" y="57151"/>
                </a:moveTo>
                <a:cubicBezTo>
                  <a:pt x="0" y="25631"/>
                  <a:pt x="25626" y="0"/>
                  <a:pt x="57150" y="0"/>
                </a:cubicBezTo>
                <a:lnTo>
                  <a:pt x="175112" y="0"/>
                </a:lnTo>
                <a:cubicBezTo>
                  <a:pt x="192166" y="0"/>
                  <a:pt x="208511" y="6785"/>
                  <a:pt x="220562" y="18842"/>
                </a:cubicBezTo>
                <a:lnTo>
                  <a:pt x="258871" y="57151"/>
                </a:lnTo>
                <a:lnTo>
                  <a:pt x="400050" y="57151"/>
                </a:lnTo>
                <a:cubicBezTo>
                  <a:pt x="431574" y="57151"/>
                  <a:pt x="457200" y="82778"/>
                  <a:pt x="457200" y="114302"/>
                </a:cubicBezTo>
                <a:lnTo>
                  <a:pt x="457200" y="342903"/>
                </a:lnTo>
                <a:cubicBezTo>
                  <a:pt x="457200" y="374423"/>
                  <a:pt x="431574" y="400054"/>
                  <a:pt x="400050" y="400054"/>
                </a:cubicBezTo>
                <a:lnTo>
                  <a:pt x="57150" y="400054"/>
                </a:lnTo>
                <a:cubicBezTo>
                  <a:pt x="25626" y="400054"/>
                  <a:pt x="0" y="374427"/>
                  <a:pt x="0" y="342903"/>
                </a:cubicBezTo>
                <a:lnTo>
                  <a:pt x="0" y="57151"/>
                </a:lnTo>
                <a:moveTo>
                  <a:pt x="57150" y="42861"/>
                </a:moveTo>
                <a:cubicBezTo>
                  <a:pt x="49291" y="42861"/>
                  <a:pt x="42863" y="49290"/>
                  <a:pt x="42863" y="57147"/>
                </a:cubicBezTo>
                <a:lnTo>
                  <a:pt x="42863" y="342899"/>
                </a:lnTo>
                <a:cubicBezTo>
                  <a:pt x="42863" y="350756"/>
                  <a:pt x="49291" y="357185"/>
                  <a:pt x="57150" y="357185"/>
                </a:cubicBezTo>
                <a:lnTo>
                  <a:pt x="400050" y="357185"/>
                </a:lnTo>
                <a:cubicBezTo>
                  <a:pt x="407909" y="357185"/>
                  <a:pt x="414338" y="350756"/>
                  <a:pt x="414338" y="342899"/>
                </a:cubicBezTo>
                <a:lnTo>
                  <a:pt x="414338" y="114298"/>
                </a:lnTo>
                <a:cubicBezTo>
                  <a:pt x="414338" y="106441"/>
                  <a:pt x="407909" y="100012"/>
                  <a:pt x="400050" y="100012"/>
                </a:cubicBezTo>
                <a:lnTo>
                  <a:pt x="255927" y="100012"/>
                </a:lnTo>
                <a:cubicBezTo>
                  <a:pt x="246463" y="100012"/>
                  <a:pt x="237351" y="96264"/>
                  <a:pt x="230657" y="89563"/>
                </a:cubicBezTo>
                <a:lnTo>
                  <a:pt x="190296" y="49110"/>
                </a:lnTo>
                <a:cubicBezTo>
                  <a:pt x="186277" y="45094"/>
                  <a:pt x="180832" y="42861"/>
                  <a:pt x="175117" y="42861"/>
                </a:cubicBezTo>
                <a:lnTo>
                  <a:pt x="57150" y="4286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02188" y="1924962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1434" y="0"/>
                </a:moveTo>
                <a:cubicBezTo>
                  <a:pt x="33312" y="0"/>
                  <a:pt x="42867" y="9553"/>
                  <a:pt x="42867" y="21431"/>
                </a:cubicBezTo>
                <a:lnTo>
                  <a:pt x="42867" y="335754"/>
                </a:lnTo>
                <a:cubicBezTo>
                  <a:pt x="42867" y="347631"/>
                  <a:pt x="52423" y="357185"/>
                  <a:pt x="64301" y="357185"/>
                </a:cubicBezTo>
                <a:lnTo>
                  <a:pt x="435776" y="357185"/>
                </a:lnTo>
                <a:cubicBezTo>
                  <a:pt x="447654" y="357185"/>
                  <a:pt x="457209" y="366738"/>
                  <a:pt x="457209" y="378615"/>
                </a:cubicBezTo>
                <a:cubicBezTo>
                  <a:pt x="457209" y="390493"/>
                  <a:pt x="447654" y="400046"/>
                  <a:pt x="435780" y="400046"/>
                </a:cubicBezTo>
                <a:lnTo>
                  <a:pt x="64305" y="400046"/>
                </a:lnTo>
                <a:cubicBezTo>
                  <a:pt x="28767" y="400046"/>
                  <a:pt x="14" y="371290"/>
                  <a:pt x="14" y="335754"/>
                </a:cubicBezTo>
                <a:lnTo>
                  <a:pt x="14" y="21431"/>
                </a:lnTo>
                <a:cubicBezTo>
                  <a:pt x="14" y="9553"/>
                  <a:pt x="9569" y="0"/>
                  <a:pt x="21447" y="0"/>
                </a:cubicBezTo>
                <a:lnTo>
                  <a:pt x="21434" y="0"/>
                </a:lnTo>
              </a:path>
              <a:path w="457200" h="400050">
                <a:moveTo>
                  <a:pt x="150021" y="171449"/>
                </a:moveTo>
                <a:cubicBezTo>
                  <a:pt x="161899" y="171449"/>
                  <a:pt x="171455" y="181003"/>
                  <a:pt x="171455" y="192880"/>
                </a:cubicBezTo>
                <a:lnTo>
                  <a:pt x="171455" y="264317"/>
                </a:lnTo>
                <a:cubicBezTo>
                  <a:pt x="171455" y="276195"/>
                  <a:pt x="161899" y="285748"/>
                  <a:pt x="150026" y="285748"/>
                </a:cubicBezTo>
                <a:cubicBezTo>
                  <a:pt x="138148" y="285748"/>
                  <a:pt x="128597" y="276195"/>
                  <a:pt x="128597" y="264317"/>
                </a:cubicBezTo>
                <a:lnTo>
                  <a:pt x="128597" y="192880"/>
                </a:lnTo>
                <a:cubicBezTo>
                  <a:pt x="128597" y="181003"/>
                  <a:pt x="138152" y="171449"/>
                  <a:pt x="150030" y="171449"/>
                </a:cubicBezTo>
                <a:lnTo>
                  <a:pt x="150021" y="171449"/>
                </a:lnTo>
              </a:path>
              <a:path w="457200" h="400050">
                <a:moveTo>
                  <a:pt x="257175" y="107157"/>
                </a:moveTo>
                <a:lnTo>
                  <a:pt x="257175" y="264321"/>
                </a:lnTo>
                <a:cubicBezTo>
                  <a:pt x="257175" y="276199"/>
                  <a:pt x="247620" y="285752"/>
                  <a:pt x="235746" y="285752"/>
                </a:cubicBezTo>
                <a:cubicBezTo>
                  <a:pt x="223868" y="285752"/>
                  <a:pt x="214317" y="276199"/>
                  <a:pt x="214317" y="264321"/>
                </a:cubicBezTo>
                <a:lnTo>
                  <a:pt x="214317" y="107157"/>
                </a:lnTo>
                <a:cubicBezTo>
                  <a:pt x="214317" y="95280"/>
                  <a:pt x="223873" y="85727"/>
                  <a:pt x="235751" y="85727"/>
                </a:cubicBezTo>
                <a:cubicBezTo>
                  <a:pt x="247629" y="85727"/>
                  <a:pt x="257184" y="95280"/>
                  <a:pt x="257184" y="107157"/>
                </a:cubicBezTo>
                <a:lnTo>
                  <a:pt x="257175" y="107157"/>
                </a:lnTo>
              </a:path>
              <a:path w="457200" h="400050">
                <a:moveTo>
                  <a:pt x="321471" y="142874"/>
                </a:moveTo>
                <a:cubicBezTo>
                  <a:pt x="333349" y="142874"/>
                  <a:pt x="342905" y="152427"/>
                  <a:pt x="342905" y="164305"/>
                </a:cubicBezTo>
                <a:lnTo>
                  <a:pt x="342905" y="264317"/>
                </a:lnTo>
                <a:cubicBezTo>
                  <a:pt x="342905" y="276195"/>
                  <a:pt x="333349" y="285748"/>
                  <a:pt x="321476" y="285748"/>
                </a:cubicBezTo>
                <a:cubicBezTo>
                  <a:pt x="309598" y="285748"/>
                  <a:pt x="300047" y="276195"/>
                  <a:pt x="300047" y="264317"/>
                </a:cubicBezTo>
                <a:lnTo>
                  <a:pt x="300047" y="164305"/>
                </a:lnTo>
                <a:cubicBezTo>
                  <a:pt x="300047" y="152427"/>
                  <a:pt x="309602" y="142874"/>
                  <a:pt x="321480" y="142874"/>
                </a:cubicBezTo>
                <a:lnTo>
                  <a:pt x="321471" y="142874"/>
                </a:lnTo>
              </a:path>
              <a:path w="457200" h="400050">
                <a:moveTo>
                  <a:pt x="428625" y="50006"/>
                </a:moveTo>
                <a:lnTo>
                  <a:pt x="428625" y="264317"/>
                </a:lnTo>
                <a:cubicBezTo>
                  <a:pt x="428625" y="276195"/>
                  <a:pt x="419070" y="285748"/>
                  <a:pt x="407196" y="285748"/>
                </a:cubicBezTo>
                <a:cubicBezTo>
                  <a:pt x="395318" y="285748"/>
                  <a:pt x="385767" y="276195"/>
                  <a:pt x="385767" y="264317"/>
                </a:cubicBezTo>
                <a:lnTo>
                  <a:pt x="385767" y="50006"/>
                </a:lnTo>
                <a:cubicBezTo>
                  <a:pt x="385767" y="38129"/>
                  <a:pt x="395323" y="28576"/>
                  <a:pt x="407201" y="28576"/>
                </a:cubicBezTo>
                <a:cubicBezTo>
                  <a:pt x="419079" y="28576"/>
                  <a:pt x="428634" y="38129"/>
                  <a:pt x="428634" y="50006"/>
                </a:cubicBezTo>
                <a:lnTo>
                  <a:pt x="428625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03385" y="1896387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92352" y="1896387"/>
            <a:ext cx="457167" cy="457200"/>
          </a:xfrm>
          <a:custGeom>
            <a:avLst/>
            <a:gdLst/>
            <a:ahLst/>
            <a:cxnLst/>
            <a:rect l="l" t="t" r="r" b="b"/>
            <a:pathLst>
              <a:path w="457167" h="457200">
                <a:moveTo>
                  <a:pt x="32532" y="322107"/>
                </a:moveTo>
                <a:lnTo>
                  <a:pt x="11973" y="391916"/>
                </a:lnTo>
                <a:lnTo>
                  <a:pt x="891" y="429640"/>
                </a:lnTo>
                <a:cubicBezTo>
                  <a:pt x="-1344" y="437239"/>
                  <a:pt x="713" y="445372"/>
                  <a:pt x="6254" y="450914"/>
                </a:cubicBezTo>
                <a:cubicBezTo>
                  <a:pt x="11795" y="456455"/>
                  <a:pt x="19932" y="458512"/>
                  <a:pt x="27439" y="456368"/>
                </a:cubicBezTo>
                <a:lnTo>
                  <a:pt x="65251" y="445194"/>
                </a:lnTo>
                <a:lnTo>
                  <a:pt x="135061" y="424634"/>
                </a:lnTo>
                <a:cubicBezTo>
                  <a:pt x="146143" y="421415"/>
                  <a:pt x="156246" y="415782"/>
                  <a:pt x="164914" y="408188"/>
                </a:cubicBezTo>
                <a:cubicBezTo>
                  <a:pt x="166167" y="407114"/>
                  <a:pt x="167328" y="405952"/>
                  <a:pt x="168489" y="404791"/>
                </a:cubicBezTo>
                <a:lnTo>
                  <a:pt x="440403" y="132963"/>
                </a:lnTo>
                <a:cubicBezTo>
                  <a:pt x="459979" y="113386"/>
                  <a:pt x="462393" y="83265"/>
                  <a:pt x="447731" y="61004"/>
                </a:cubicBezTo>
                <a:cubicBezTo>
                  <a:pt x="445674" y="57877"/>
                  <a:pt x="443173" y="54837"/>
                  <a:pt x="440403" y="52066"/>
                </a:cubicBezTo>
                <a:lnTo>
                  <a:pt x="405183" y="16756"/>
                </a:lnTo>
                <a:cubicBezTo>
                  <a:pt x="382837" y="-5592"/>
                  <a:pt x="346633" y="-5592"/>
                  <a:pt x="324287" y="16756"/>
                </a:cubicBezTo>
                <a:lnTo>
                  <a:pt x="52373" y="288672"/>
                </a:lnTo>
                <a:cubicBezTo>
                  <a:pt x="43079" y="297966"/>
                  <a:pt x="36285" y="309497"/>
                  <a:pt x="32527" y="322102"/>
                </a:cubicBezTo>
                <a:lnTo>
                  <a:pt x="32532" y="322107"/>
                </a:lnTo>
                <a:moveTo>
                  <a:pt x="73650" y="334172"/>
                </a:moveTo>
                <a:cubicBezTo>
                  <a:pt x="75167" y="329166"/>
                  <a:pt x="77673" y="324516"/>
                  <a:pt x="81156" y="320584"/>
                </a:cubicBezTo>
                <a:cubicBezTo>
                  <a:pt x="81691" y="320049"/>
                  <a:pt x="82139" y="319510"/>
                  <a:pt x="82674" y="318975"/>
                </a:cubicBezTo>
                <a:lnTo>
                  <a:pt x="286923" y="114817"/>
                </a:lnTo>
                <a:lnTo>
                  <a:pt x="342341" y="170238"/>
                </a:lnTo>
                <a:lnTo>
                  <a:pt x="138179" y="374488"/>
                </a:lnTo>
                <a:cubicBezTo>
                  <a:pt x="133977" y="378690"/>
                  <a:pt x="128702" y="381817"/>
                  <a:pt x="122983" y="383518"/>
                </a:cubicBezTo>
                <a:lnTo>
                  <a:pt x="102067" y="389685"/>
                </a:lnTo>
                <a:lnTo>
                  <a:pt x="53082" y="404078"/>
                </a:lnTo>
                <a:lnTo>
                  <a:pt x="67473" y="355094"/>
                </a:lnTo>
                <a:lnTo>
                  <a:pt x="73650" y="33417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52724" y="1896387"/>
            <a:ext cx="428625" cy="457200"/>
          </a:xfrm>
          <a:custGeom>
            <a:avLst/>
            <a:gdLst/>
            <a:ahLst/>
            <a:cxnLst/>
            <a:rect l="l" t="t" r="r" b="b"/>
            <a:pathLst>
              <a:path w="428625" h="457200">
                <a:moveTo>
                  <a:pt x="214313" y="42863"/>
                </a:moveTo>
                <a:lnTo>
                  <a:pt x="371476" y="42863"/>
                </a:lnTo>
                <a:cubicBezTo>
                  <a:pt x="379333" y="42863"/>
                  <a:pt x="385763" y="49291"/>
                  <a:pt x="385763" y="57150"/>
                </a:cubicBezTo>
                <a:lnTo>
                  <a:pt x="385763" y="400050"/>
                </a:lnTo>
                <a:cubicBezTo>
                  <a:pt x="385763" y="407909"/>
                  <a:pt x="379333" y="414338"/>
                  <a:pt x="371476" y="414338"/>
                </a:cubicBezTo>
                <a:lnTo>
                  <a:pt x="214313" y="414338"/>
                </a:lnTo>
                <a:lnTo>
                  <a:pt x="214313" y="42863"/>
                </a:lnTo>
                <a:moveTo>
                  <a:pt x="171450" y="42863"/>
                </a:moveTo>
                <a:lnTo>
                  <a:pt x="171450" y="414338"/>
                </a:lnTo>
                <a:lnTo>
                  <a:pt x="114301" y="414338"/>
                </a:lnTo>
                <a:cubicBezTo>
                  <a:pt x="106445" y="414338"/>
                  <a:pt x="100015" y="407909"/>
                  <a:pt x="100015" y="400050"/>
                </a:cubicBezTo>
                <a:lnTo>
                  <a:pt x="100015" y="371475"/>
                </a:lnTo>
                <a:lnTo>
                  <a:pt x="121447" y="371475"/>
                </a:lnTo>
                <a:cubicBezTo>
                  <a:pt x="133324" y="371475"/>
                  <a:pt x="142878" y="361920"/>
                  <a:pt x="142878" y="350046"/>
                </a:cubicBezTo>
                <a:cubicBezTo>
                  <a:pt x="142878" y="338168"/>
                  <a:pt x="133324" y="328617"/>
                  <a:pt x="121447" y="328617"/>
                </a:cubicBezTo>
                <a:lnTo>
                  <a:pt x="100015" y="328617"/>
                </a:lnTo>
                <a:lnTo>
                  <a:pt x="100015" y="250038"/>
                </a:lnTo>
                <a:lnTo>
                  <a:pt x="121447" y="250038"/>
                </a:lnTo>
                <a:cubicBezTo>
                  <a:pt x="133324" y="250038"/>
                  <a:pt x="142878" y="240483"/>
                  <a:pt x="142878" y="228609"/>
                </a:cubicBezTo>
                <a:cubicBezTo>
                  <a:pt x="142878" y="216731"/>
                  <a:pt x="133324" y="207180"/>
                  <a:pt x="121447" y="207180"/>
                </a:cubicBezTo>
                <a:lnTo>
                  <a:pt x="100015" y="207180"/>
                </a:lnTo>
                <a:lnTo>
                  <a:pt x="100015" y="128601"/>
                </a:lnTo>
                <a:lnTo>
                  <a:pt x="121447" y="128601"/>
                </a:lnTo>
                <a:cubicBezTo>
                  <a:pt x="133324" y="128601"/>
                  <a:pt x="142878" y="119046"/>
                  <a:pt x="142878" y="107172"/>
                </a:cubicBezTo>
                <a:cubicBezTo>
                  <a:pt x="142878" y="95294"/>
                  <a:pt x="133324" y="85743"/>
                  <a:pt x="121447" y="85743"/>
                </a:cubicBezTo>
                <a:lnTo>
                  <a:pt x="100015" y="85743"/>
                </a:lnTo>
                <a:lnTo>
                  <a:pt x="100015" y="57168"/>
                </a:lnTo>
                <a:cubicBezTo>
                  <a:pt x="100015" y="49309"/>
                  <a:pt x="106445" y="42881"/>
                  <a:pt x="114301" y="42881"/>
                </a:cubicBezTo>
                <a:lnTo>
                  <a:pt x="171450" y="42863"/>
                </a:lnTo>
                <a:moveTo>
                  <a:pt x="57149" y="371475"/>
                </a:moveTo>
                <a:lnTo>
                  <a:pt x="57149" y="400050"/>
                </a:lnTo>
                <a:cubicBezTo>
                  <a:pt x="57149" y="431574"/>
                  <a:pt x="82776" y="457200"/>
                  <a:pt x="114297" y="457200"/>
                </a:cubicBezTo>
                <a:lnTo>
                  <a:pt x="371472" y="457200"/>
                </a:lnTo>
                <a:cubicBezTo>
                  <a:pt x="402993" y="457200"/>
                  <a:pt x="428621" y="431574"/>
                  <a:pt x="428621" y="400050"/>
                </a:cubicBezTo>
                <a:lnTo>
                  <a:pt x="428621" y="57150"/>
                </a:lnTo>
                <a:cubicBezTo>
                  <a:pt x="428621" y="25626"/>
                  <a:pt x="402993" y="0"/>
                  <a:pt x="371472" y="0"/>
                </a:cubicBezTo>
                <a:lnTo>
                  <a:pt x="114297" y="0"/>
                </a:lnTo>
                <a:cubicBezTo>
                  <a:pt x="82776" y="0"/>
                  <a:pt x="57149" y="25626"/>
                  <a:pt x="57149" y="57150"/>
                </a:cubicBezTo>
                <a:lnTo>
                  <a:pt x="57149" y="85725"/>
                </a:lnTo>
                <a:lnTo>
                  <a:pt x="21431" y="85725"/>
                </a:lnTo>
                <a:cubicBezTo>
                  <a:pt x="9554" y="85725"/>
                  <a:pt x="0" y="95280"/>
                  <a:pt x="0" y="107159"/>
                </a:cubicBezTo>
                <a:cubicBezTo>
                  <a:pt x="0" y="119037"/>
                  <a:pt x="9554" y="128592"/>
                  <a:pt x="21431" y="128592"/>
                </a:cubicBezTo>
                <a:lnTo>
                  <a:pt x="57149" y="128592"/>
                </a:lnTo>
                <a:lnTo>
                  <a:pt x="57149" y="207176"/>
                </a:lnTo>
                <a:lnTo>
                  <a:pt x="21431" y="207176"/>
                </a:lnTo>
                <a:cubicBezTo>
                  <a:pt x="9554" y="207176"/>
                  <a:pt x="0" y="216731"/>
                  <a:pt x="0" y="228609"/>
                </a:cubicBezTo>
                <a:cubicBezTo>
                  <a:pt x="0" y="240487"/>
                  <a:pt x="9554" y="250043"/>
                  <a:pt x="21431" y="250043"/>
                </a:cubicBezTo>
                <a:lnTo>
                  <a:pt x="57149" y="250043"/>
                </a:lnTo>
                <a:lnTo>
                  <a:pt x="57149" y="328626"/>
                </a:lnTo>
                <a:lnTo>
                  <a:pt x="21431" y="328626"/>
                </a:lnTo>
                <a:cubicBezTo>
                  <a:pt x="9554" y="328626"/>
                  <a:pt x="0" y="338182"/>
                  <a:pt x="0" y="350060"/>
                </a:cubicBezTo>
                <a:cubicBezTo>
                  <a:pt x="0" y="361938"/>
                  <a:pt x="9554" y="371493"/>
                  <a:pt x="21431" y="371493"/>
                </a:cubicBezTo>
                <a:lnTo>
                  <a:pt x="57149" y="3714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264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00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7264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9600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35185" r="-135185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7888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编辑后自动保存,无需额外操作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7888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实时保存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78886" y="393063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2870" y="251460"/>
                </a:moveTo>
                <a:cubicBezTo>
                  <a:pt x="102870" y="257747"/>
                  <a:pt x="108013" y="262890"/>
                  <a:pt x="114300" y="262890"/>
                </a:cubicBezTo>
                <a:lnTo>
                  <a:pt x="320040" y="262890"/>
                </a:lnTo>
                <a:cubicBezTo>
                  <a:pt x="326327" y="262890"/>
                  <a:pt x="331470" y="257747"/>
                  <a:pt x="331470" y="251460"/>
                </a:cubicBezTo>
                <a:lnTo>
                  <a:pt x="331470" y="98942"/>
                </a:lnTo>
                <a:cubicBezTo>
                  <a:pt x="331470" y="95942"/>
                  <a:pt x="330256" y="93013"/>
                  <a:pt x="328112" y="90869"/>
                </a:cubicBezTo>
                <a:lnTo>
                  <a:pt x="352329" y="66652"/>
                </a:lnTo>
                <a:lnTo>
                  <a:pt x="328112" y="90869"/>
                </a:lnTo>
                <a:lnTo>
                  <a:pt x="274891" y="37648"/>
                </a:lnTo>
                <a:cubicBezTo>
                  <a:pt x="274675" y="37432"/>
                  <a:pt x="274532" y="37289"/>
                  <a:pt x="274320" y="37077"/>
                </a:cubicBezTo>
                <a:lnTo>
                  <a:pt x="274320" y="85727"/>
                </a:lnTo>
                <a:cubicBezTo>
                  <a:pt x="274320" y="95229"/>
                  <a:pt x="266676" y="102874"/>
                  <a:pt x="257177" y="102874"/>
                </a:cubicBezTo>
                <a:lnTo>
                  <a:pt x="142877" y="102874"/>
                </a:lnTo>
                <a:cubicBezTo>
                  <a:pt x="133374" y="102874"/>
                  <a:pt x="125734" y="95229"/>
                  <a:pt x="125734" y="85730"/>
                </a:cubicBezTo>
                <a:lnTo>
                  <a:pt x="125734" y="34297"/>
                </a:lnTo>
                <a:lnTo>
                  <a:pt x="114304" y="34297"/>
                </a:lnTo>
                <a:cubicBezTo>
                  <a:pt x="108016" y="34297"/>
                  <a:pt x="102874" y="39440"/>
                  <a:pt x="102874" y="45727"/>
                </a:cubicBezTo>
                <a:lnTo>
                  <a:pt x="102870" y="251460"/>
                </a:lnTo>
                <a:moveTo>
                  <a:pt x="160020" y="0"/>
                </a:moveTo>
                <a:lnTo>
                  <a:pt x="266818" y="0"/>
                </a:lnTo>
                <a:cubicBezTo>
                  <a:pt x="278962" y="0"/>
                  <a:pt x="290607" y="4788"/>
                  <a:pt x="299181" y="13358"/>
                </a:cubicBezTo>
                <a:lnTo>
                  <a:pt x="352402" y="66579"/>
                </a:lnTo>
                <a:cubicBezTo>
                  <a:pt x="360976" y="75153"/>
                  <a:pt x="365760" y="86795"/>
                  <a:pt x="365760" y="98942"/>
                </a:cubicBezTo>
                <a:lnTo>
                  <a:pt x="365760" y="251460"/>
                </a:lnTo>
                <a:cubicBezTo>
                  <a:pt x="365760" y="276679"/>
                  <a:pt x="345259" y="297180"/>
                  <a:pt x="320040" y="297180"/>
                </a:cubicBezTo>
                <a:lnTo>
                  <a:pt x="114300" y="297180"/>
                </a:lnTo>
                <a:cubicBezTo>
                  <a:pt x="89081" y="297180"/>
                  <a:pt x="68580" y="276679"/>
                  <a:pt x="68580" y="251460"/>
                </a:cubicBezTo>
                <a:lnTo>
                  <a:pt x="68580" y="45720"/>
                </a:lnTo>
                <a:cubicBezTo>
                  <a:pt x="68580" y="20501"/>
                  <a:pt x="89081" y="0"/>
                  <a:pt x="114300" y="0"/>
                </a:cubicBezTo>
                <a:lnTo>
                  <a:pt x="125730" y="0"/>
                </a:lnTo>
                <a:lnTo>
                  <a:pt x="160020" y="0"/>
                </a:lnTo>
                <a:moveTo>
                  <a:pt x="160020" y="34290"/>
                </a:moveTo>
                <a:lnTo>
                  <a:pt x="160020" y="68580"/>
                </a:lnTo>
                <a:lnTo>
                  <a:pt x="240030" y="68580"/>
                </a:lnTo>
                <a:lnTo>
                  <a:pt x="240030" y="34290"/>
                </a:lnTo>
                <a:lnTo>
                  <a:pt x="160020" y="34290"/>
                </a:lnTo>
                <a:moveTo>
                  <a:pt x="34290" y="85727"/>
                </a:moveTo>
                <a:lnTo>
                  <a:pt x="34290" y="268607"/>
                </a:lnTo>
                <a:cubicBezTo>
                  <a:pt x="34290" y="303325"/>
                  <a:pt x="62435" y="331474"/>
                  <a:pt x="97157" y="331474"/>
                </a:cubicBezTo>
                <a:lnTo>
                  <a:pt x="280037" y="331474"/>
                </a:lnTo>
                <a:cubicBezTo>
                  <a:pt x="289539" y="331474"/>
                  <a:pt x="297184" y="339118"/>
                  <a:pt x="297184" y="348620"/>
                </a:cubicBezTo>
                <a:cubicBezTo>
                  <a:pt x="297184" y="358123"/>
                  <a:pt x="289539" y="365767"/>
                  <a:pt x="280040" y="365767"/>
                </a:cubicBezTo>
                <a:lnTo>
                  <a:pt x="97160" y="365767"/>
                </a:lnTo>
                <a:cubicBezTo>
                  <a:pt x="43511" y="365767"/>
                  <a:pt x="7" y="322260"/>
                  <a:pt x="7" y="268614"/>
                </a:cubicBezTo>
                <a:lnTo>
                  <a:pt x="7" y="85734"/>
                </a:lnTo>
                <a:cubicBezTo>
                  <a:pt x="7" y="76232"/>
                  <a:pt x="7652" y="68591"/>
                  <a:pt x="17154" y="68591"/>
                </a:cubicBezTo>
                <a:cubicBezTo>
                  <a:pt x="26656" y="68591"/>
                  <a:pt x="34301" y="76235"/>
                  <a:pt x="34301" y="85738"/>
                </a:cubicBezTo>
                <a:lnTo>
                  <a:pt x="34290" y="85727"/>
                </a:lnTo>
                <a:moveTo>
                  <a:pt x="171450" y="182880"/>
                </a:moveTo>
                <a:cubicBezTo>
                  <a:pt x="171450" y="157628"/>
                  <a:pt x="191918" y="137160"/>
                  <a:pt x="217170" y="137160"/>
                </a:cubicBezTo>
                <a:cubicBezTo>
                  <a:pt x="242422" y="137160"/>
                  <a:pt x="262890" y="157628"/>
                  <a:pt x="262890" y="182880"/>
                </a:cubicBezTo>
                <a:cubicBezTo>
                  <a:pt x="262890" y="208132"/>
                  <a:pt x="242422" y="228600"/>
                  <a:pt x="217170" y="228600"/>
                </a:cubicBezTo>
                <a:cubicBezTo>
                  <a:pt x="191918" y="228600"/>
                  <a:pt x="171450" y="208132"/>
                  <a:pt x="171450" y="18288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5552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拖拽或点击即可快速修改.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5552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直观交互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66974" y="3930634"/>
            <a:ext cx="342864" cy="365760"/>
          </a:xfrm>
          <a:custGeom>
            <a:avLst/>
            <a:gdLst/>
            <a:ahLst/>
            <a:cxnLst/>
            <a:rect l="l" t="t" r="r" b="b"/>
            <a:pathLst>
              <a:path w="342864" h="365760">
                <a:moveTo>
                  <a:pt x="182843" y="0"/>
                </a:moveTo>
                <a:cubicBezTo>
                  <a:pt x="164770" y="0"/>
                  <a:pt x="149125" y="10501"/>
                  <a:pt x="141696" y="25717"/>
                </a:cubicBezTo>
                <a:cubicBezTo>
                  <a:pt x="136697" y="23859"/>
                  <a:pt x="131338" y="22860"/>
                  <a:pt x="125694" y="22860"/>
                </a:cubicBezTo>
                <a:cubicBezTo>
                  <a:pt x="100476" y="22860"/>
                  <a:pt x="79973" y="43361"/>
                  <a:pt x="79973" y="68580"/>
                </a:cubicBezTo>
                <a:lnTo>
                  <a:pt x="79973" y="186808"/>
                </a:lnTo>
                <a:lnTo>
                  <a:pt x="78043" y="184881"/>
                </a:lnTo>
                <a:cubicBezTo>
                  <a:pt x="60183" y="167021"/>
                  <a:pt x="31252" y="167021"/>
                  <a:pt x="13392" y="184881"/>
                </a:cubicBezTo>
                <a:cubicBezTo>
                  <a:pt x="-4467" y="202741"/>
                  <a:pt x="-4467" y="231672"/>
                  <a:pt x="13392" y="249532"/>
                </a:cubicBezTo>
                <a:lnTo>
                  <a:pt x="76044" y="312183"/>
                </a:lnTo>
                <a:cubicBezTo>
                  <a:pt x="110334" y="346473"/>
                  <a:pt x="156840" y="365760"/>
                  <a:pt x="205345" y="365760"/>
                </a:cubicBezTo>
                <a:lnTo>
                  <a:pt x="211417" y="365760"/>
                </a:lnTo>
                <a:lnTo>
                  <a:pt x="217133" y="365760"/>
                </a:lnTo>
                <a:cubicBezTo>
                  <a:pt x="218206" y="365760"/>
                  <a:pt x="219276" y="365687"/>
                  <a:pt x="220349" y="365475"/>
                </a:cubicBezTo>
                <a:cubicBezTo>
                  <a:pt x="285856" y="361045"/>
                  <a:pt x="338222" y="308753"/>
                  <a:pt x="342580" y="243245"/>
                </a:cubicBezTo>
                <a:cubicBezTo>
                  <a:pt x="342796" y="242173"/>
                  <a:pt x="342864" y="241102"/>
                  <a:pt x="342864" y="240030"/>
                </a:cubicBezTo>
                <a:lnTo>
                  <a:pt x="342864" y="114300"/>
                </a:lnTo>
                <a:cubicBezTo>
                  <a:pt x="342864" y="89081"/>
                  <a:pt x="322361" y="68580"/>
                  <a:pt x="297143" y="68580"/>
                </a:cubicBezTo>
                <a:cubicBezTo>
                  <a:pt x="293214" y="68580"/>
                  <a:pt x="289357" y="69081"/>
                  <a:pt x="285712" y="70010"/>
                </a:cubicBezTo>
                <a:lnTo>
                  <a:pt x="285712" y="68580"/>
                </a:lnTo>
                <a:cubicBezTo>
                  <a:pt x="285712" y="43361"/>
                  <a:pt x="265209" y="22860"/>
                  <a:pt x="239991" y="22860"/>
                </a:cubicBezTo>
                <a:cubicBezTo>
                  <a:pt x="234348" y="22860"/>
                  <a:pt x="228989" y="23859"/>
                  <a:pt x="223990" y="25717"/>
                </a:cubicBezTo>
                <a:cubicBezTo>
                  <a:pt x="216560" y="10501"/>
                  <a:pt x="200915" y="0"/>
                  <a:pt x="182843" y="0"/>
                </a:cubicBezTo>
                <a:lnTo>
                  <a:pt x="182843" y="0"/>
                </a:lnTo>
                <a:moveTo>
                  <a:pt x="171415" y="68653"/>
                </a:moveTo>
                <a:lnTo>
                  <a:pt x="171415" y="68580"/>
                </a:lnTo>
                <a:lnTo>
                  <a:pt x="171415" y="45720"/>
                </a:lnTo>
                <a:cubicBezTo>
                  <a:pt x="171415" y="39433"/>
                  <a:pt x="176558" y="34290"/>
                  <a:pt x="182846" y="34290"/>
                </a:cubicBezTo>
                <a:cubicBezTo>
                  <a:pt x="189134" y="34290"/>
                  <a:pt x="194277" y="39433"/>
                  <a:pt x="194277" y="45720"/>
                </a:cubicBezTo>
                <a:lnTo>
                  <a:pt x="194277" y="68507"/>
                </a:lnTo>
                <a:lnTo>
                  <a:pt x="194277" y="68580"/>
                </a:lnTo>
                <a:lnTo>
                  <a:pt x="194277" y="165737"/>
                </a:lnTo>
                <a:cubicBezTo>
                  <a:pt x="194277" y="175239"/>
                  <a:pt x="201920" y="182884"/>
                  <a:pt x="211424" y="182884"/>
                </a:cubicBezTo>
                <a:cubicBezTo>
                  <a:pt x="220925" y="182884"/>
                  <a:pt x="228570" y="175239"/>
                  <a:pt x="228570" y="165740"/>
                </a:cubicBezTo>
                <a:lnTo>
                  <a:pt x="228570" y="68587"/>
                </a:lnTo>
                <a:cubicBezTo>
                  <a:pt x="228570" y="68587"/>
                  <a:pt x="228570" y="68587"/>
                  <a:pt x="228570" y="68514"/>
                </a:cubicBezTo>
                <a:cubicBezTo>
                  <a:pt x="228570" y="62227"/>
                  <a:pt x="233713" y="57084"/>
                  <a:pt x="240001" y="57084"/>
                </a:cubicBezTo>
                <a:cubicBezTo>
                  <a:pt x="246290" y="57084"/>
                  <a:pt x="251432" y="62227"/>
                  <a:pt x="251432" y="68514"/>
                </a:cubicBezTo>
                <a:lnTo>
                  <a:pt x="251432" y="108448"/>
                </a:lnTo>
                <a:lnTo>
                  <a:pt x="251432" y="108521"/>
                </a:lnTo>
                <a:lnTo>
                  <a:pt x="251432" y="165671"/>
                </a:lnTo>
                <a:cubicBezTo>
                  <a:pt x="251432" y="175173"/>
                  <a:pt x="259075" y="182818"/>
                  <a:pt x="268579" y="182818"/>
                </a:cubicBezTo>
                <a:cubicBezTo>
                  <a:pt x="278080" y="182818"/>
                  <a:pt x="285726" y="175173"/>
                  <a:pt x="285726" y="165675"/>
                </a:cubicBezTo>
                <a:lnTo>
                  <a:pt x="285726" y="114311"/>
                </a:lnTo>
                <a:lnTo>
                  <a:pt x="285726" y="114238"/>
                </a:lnTo>
                <a:cubicBezTo>
                  <a:pt x="285726" y="107950"/>
                  <a:pt x="290869" y="102808"/>
                  <a:pt x="297157" y="102808"/>
                </a:cubicBezTo>
                <a:cubicBezTo>
                  <a:pt x="303445" y="102808"/>
                  <a:pt x="308588" y="107950"/>
                  <a:pt x="308588" y="114238"/>
                </a:cubicBezTo>
                <a:lnTo>
                  <a:pt x="308588" y="237755"/>
                </a:lnTo>
                <a:cubicBezTo>
                  <a:pt x="308516" y="238183"/>
                  <a:pt x="308516" y="238684"/>
                  <a:pt x="308444" y="239112"/>
                </a:cubicBezTo>
                <a:cubicBezTo>
                  <a:pt x="306016" y="288903"/>
                  <a:pt x="266083" y="328836"/>
                  <a:pt x="216289" y="331265"/>
                </a:cubicBezTo>
                <a:cubicBezTo>
                  <a:pt x="215860" y="331265"/>
                  <a:pt x="215360" y="331338"/>
                  <a:pt x="214931" y="331408"/>
                </a:cubicBezTo>
                <a:lnTo>
                  <a:pt x="211430" y="331408"/>
                </a:lnTo>
                <a:lnTo>
                  <a:pt x="205358" y="331408"/>
                </a:lnTo>
                <a:cubicBezTo>
                  <a:pt x="165925" y="331408"/>
                  <a:pt x="128135" y="315764"/>
                  <a:pt x="100274" y="287901"/>
                </a:cubicBezTo>
                <a:lnTo>
                  <a:pt x="37622" y="225249"/>
                </a:lnTo>
                <a:cubicBezTo>
                  <a:pt x="33192" y="220820"/>
                  <a:pt x="33192" y="213534"/>
                  <a:pt x="37622" y="209105"/>
                </a:cubicBezTo>
                <a:cubicBezTo>
                  <a:pt x="42052" y="204675"/>
                  <a:pt x="49338" y="204675"/>
                  <a:pt x="53768" y="209105"/>
                </a:cubicBezTo>
                <a:lnTo>
                  <a:pt x="84985" y="240322"/>
                </a:lnTo>
                <a:cubicBezTo>
                  <a:pt x="89916" y="245253"/>
                  <a:pt x="97274" y="246679"/>
                  <a:pt x="103702" y="244039"/>
                </a:cubicBezTo>
                <a:cubicBezTo>
                  <a:pt x="110131" y="241394"/>
                  <a:pt x="114276" y="235110"/>
                  <a:pt x="114276" y="228179"/>
                </a:cubicBezTo>
                <a:lnTo>
                  <a:pt x="114276" y="68587"/>
                </a:lnTo>
                <a:cubicBezTo>
                  <a:pt x="114276" y="62300"/>
                  <a:pt x="119419" y="57157"/>
                  <a:pt x="125707" y="57157"/>
                </a:cubicBezTo>
                <a:cubicBezTo>
                  <a:pt x="131996" y="57157"/>
                  <a:pt x="137138" y="62230"/>
                  <a:pt x="137138" y="68514"/>
                </a:cubicBezTo>
                <a:lnTo>
                  <a:pt x="137138" y="165740"/>
                </a:lnTo>
                <a:cubicBezTo>
                  <a:pt x="137138" y="175243"/>
                  <a:pt x="144781" y="182887"/>
                  <a:pt x="154285" y="182887"/>
                </a:cubicBezTo>
                <a:cubicBezTo>
                  <a:pt x="163786" y="182887"/>
                  <a:pt x="171432" y="175243"/>
                  <a:pt x="171432" y="165744"/>
                </a:cubicBezTo>
                <a:lnTo>
                  <a:pt x="171415" y="6865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7888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日期+具体时间组合选择器.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7888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日期时间选择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01746" y="1426698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5552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面试时间支持直接点击编辑.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5552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可编辑字段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55539" y="1426698"/>
            <a:ext cx="365734" cy="365760"/>
          </a:xfrm>
          <a:custGeom>
            <a:avLst/>
            <a:gdLst/>
            <a:ahLst/>
            <a:cxnLst/>
            <a:rect l="l" t="t" r="r" b="b"/>
            <a:pathLst>
              <a:path w="365734" h="365760">
                <a:moveTo>
                  <a:pt x="26026" y="257685"/>
                </a:moveTo>
                <a:lnTo>
                  <a:pt x="9579" y="313533"/>
                </a:lnTo>
                <a:lnTo>
                  <a:pt x="713" y="343712"/>
                </a:lnTo>
                <a:cubicBezTo>
                  <a:pt x="-1075" y="349791"/>
                  <a:pt x="571" y="356298"/>
                  <a:pt x="5003" y="360731"/>
                </a:cubicBezTo>
                <a:cubicBezTo>
                  <a:pt x="9436" y="365164"/>
                  <a:pt x="15946" y="366810"/>
                  <a:pt x="21951" y="365094"/>
                </a:cubicBezTo>
                <a:lnTo>
                  <a:pt x="52201" y="356155"/>
                </a:lnTo>
                <a:lnTo>
                  <a:pt x="108049" y="339707"/>
                </a:lnTo>
                <a:cubicBezTo>
                  <a:pt x="115484" y="337560"/>
                  <a:pt x="122422" y="333986"/>
                  <a:pt x="128501" y="329338"/>
                </a:cubicBezTo>
                <a:lnTo>
                  <a:pt x="128716" y="329480"/>
                </a:lnTo>
                <a:lnTo>
                  <a:pt x="129075" y="328910"/>
                </a:lnTo>
                <a:cubicBezTo>
                  <a:pt x="130077" y="328123"/>
                  <a:pt x="131006" y="327337"/>
                  <a:pt x="131935" y="326551"/>
                </a:cubicBezTo>
                <a:cubicBezTo>
                  <a:pt x="132937" y="325691"/>
                  <a:pt x="133866" y="324762"/>
                  <a:pt x="134795" y="323833"/>
                </a:cubicBezTo>
                <a:lnTo>
                  <a:pt x="352326" y="106370"/>
                </a:lnTo>
                <a:cubicBezTo>
                  <a:pt x="367987" y="90708"/>
                  <a:pt x="369918" y="66612"/>
                  <a:pt x="358189" y="48803"/>
                </a:cubicBezTo>
                <a:cubicBezTo>
                  <a:pt x="356543" y="46302"/>
                  <a:pt x="354543" y="43869"/>
                  <a:pt x="352326" y="41653"/>
                </a:cubicBezTo>
                <a:lnTo>
                  <a:pt x="324150" y="13405"/>
                </a:lnTo>
                <a:cubicBezTo>
                  <a:pt x="306273" y="-4473"/>
                  <a:pt x="277310" y="-4473"/>
                  <a:pt x="259433" y="13405"/>
                </a:cubicBezTo>
                <a:lnTo>
                  <a:pt x="41902" y="230937"/>
                </a:lnTo>
                <a:cubicBezTo>
                  <a:pt x="40114" y="232726"/>
                  <a:pt x="38398" y="234657"/>
                  <a:pt x="36826" y="236658"/>
                </a:cubicBezTo>
                <a:lnTo>
                  <a:pt x="36255" y="237016"/>
                </a:lnTo>
                <a:lnTo>
                  <a:pt x="36398" y="237232"/>
                </a:lnTo>
                <a:cubicBezTo>
                  <a:pt x="31749" y="243311"/>
                  <a:pt x="28246" y="250246"/>
                  <a:pt x="26029" y="257685"/>
                </a:cubicBezTo>
                <a:lnTo>
                  <a:pt x="26026" y="257685"/>
                </a:lnTo>
                <a:moveTo>
                  <a:pt x="273876" y="136191"/>
                </a:moveTo>
                <a:lnTo>
                  <a:pt x="141155" y="268914"/>
                </a:lnTo>
                <a:lnTo>
                  <a:pt x="105686" y="260048"/>
                </a:lnTo>
                <a:lnTo>
                  <a:pt x="96821" y="224580"/>
                </a:lnTo>
                <a:lnTo>
                  <a:pt x="229542" y="91857"/>
                </a:lnTo>
                <a:lnTo>
                  <a:pt x="273876" y="136191"/>
                </a:lnTo>
                <a:moveTo>
                  <a:pt x="69358" y="256255"/>
                </a:moveTo>
                <a:lnTo>
                  <a:pt x="74866" y="278424"/>
                </a:lnTo>
                <a:cubicBezTo>
                  <a:pt x="76369" y="284572"/>
                  <a:pt x="81229" y="289364"/>
                  <a:pt x="87381" y="290936"/>
                </a:cubicBezTo>
                <a:lnTo>
                  <a:pt x="109548" y="296441"/>
                </a:lnTo>
                <a:lnTo>
                  <a:pt x="104256" y="304451"/>
                </a:lnTo>
                <a:cubicBezTo>
                  <a:pt x="102398" y="305453"/>
                  <a:pt x="100467" y="306309"/>
                  <a:pt x="98463" y="306883"/>
                </a:cubicBezTo>
                <a:lnTo>
                  <a:pt x="81731" y="311818"/>
                </a:lnTo>
                <a:lnTo>
                  <a:pt x="42473" y="323259"/>
                </a:lnTo>
                <a:lnTo>
                  <a:pt x="53986" y="284071"/>
                </a:lnTo>
                <a:lnTo>
                  <a:pt x="58920" y="267338"/>
                </a:lnTo>
                <a:cubicBezTo>
                  <a:pt x="59490" y="265337"/>
                  <a:pt x="60350" y="263332"/>
                  <a:pt x="61352" y="261544"/>
                </a:cubicBezTo>
                <a:lnTo>
                  <a:pt x="69358" y="256255"/>
                </a:lnTo>
                <a:moveTo>
                  <a:pt x="225464" y="155997"/>
                </a:moveTo>
                <a:cubicBezTo>
                  <a:pt x="229897" y="151564"/>
                  <a:pt x="229897" y="144270"/>
                  <a:pt x="225464" y="139834"/>
                </a:cubicBezTo>
                <a:cubicBezTo>
                  <a:pt x="221031" y="135401"/>
                  <a:pt x="213735" y="135401"/>
                  <a:pt x="209302" y="139834"/>
                </a:cubicBezTo>
                <a:lnTo>
                  <a:pt x="140654" y="208483"/>
                </a:lnTo>
                <a:cubicBezTo>
                  <a:pt x="136221" y="212916"/>
                  <a:pt x="136221" y="220209"/>
                  <a:pt x="140654" y="224646"/>
                </a:cubicBezTo>
                <a:cubicBezTo>
                  <a:pt x="145087" y="229079"/>
                  <a:pt x="152383" y="229079"/>
                  <a:pt x="156816" y="224646"/>
                </a:cubicBezTo>
                <a:lnTo>
                  <a:pt x="225464" y="1559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79424" y="5024839"/>
            <a:ext cx="27635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快速定位招聘流程中的薄弱环节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79425" y="4620044"/>
            <a:ext cx="2763529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瓶颈识别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20008" y="5024839"/>
            <a:ext cx="277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分析流失原因分布,识别主要问题.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0009" y="4623739"/>
            <a:ext cx="2772783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原因占比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56435" y="2649169"/>
            <a:ext cx="277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记录候选人在各阶段流失的原因.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56436" y="2227046"/>
            <a:ext cx="2772782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流失统计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48905" y="2650910"/>
            <a:ext cx="27635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每个阶段的候选人转化数据.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48905" y="2246115"/>
            <a:ext cx="2763529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阶段转化率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9488" y="2650910"/>
            <a:ext cx="277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从简历到入职的完整转化漏斗.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9489" y="2246115"/>
            <a:ext cx="2772783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全流程可视化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71377" y="1503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85749" y="57150"/>
                </a:moveTo>
                <a:lnTo>
                  <a:pt x="250029" y="57150"/>
                </a:lnTo>
                <a:lnTo>
                  <a:pt x="241456" y="57150"/>
                </a:lnTo>
                <a:cubicBezTo>
                  <a:pt x="234849" y="24556"/>
                  <a:pt x="206004" y="0"/>
                  <a:pt x="171447" y="0"/>
                </a:cubicBezTo>
                <a:cubicBezTo>
                  <a:pt x="136889" y="0"/>
                  <a:pt x="108044" y="24556"/>
                  <a:pt x="101437" y="57150"/>
                </a:cubicBezTo>
                <a:lnTo>
                  <a:pt x="92864" y="57150"/>
                </a:lnTo>
                <a:lnTo>
                  <a:pt x="57144" y="57150"/>
                </a:lnTo>
                <a:cubicBezTo>
                  <a:pt x="25621" y="57150"/>
                  <a:pt x="-7" y="82776"/>
                  <a:pt x="-7" y="114300"/>
                </a:cubicBezTo>
                <a:lnTo>
                  <a:pt x="-7" y="400050"/>
                </a:lnTo>
                <a:cubicBezTo>
                  <a:pt x="-7" y="431574"/>
                  <a:pt x="25621" y="457200"/>
                  <a:pt x="57144" y="457200"/>
                </a:cubicBezTo>
                <a:lnTo>
                  <a:pt x="285745" y="457200"/>
                </a:lnTo>
                <a:cubicBezTo>
                  <a:pt x="317268" y="457200"/>
                  <a:pt x="342897" y="431574"/>
                  <a:pt x="342897" y="400050"/>
                </a:cubicBezTo>
                <a:lnTo>
                  <a:pt x="342897" y="114300"/>
                </a:lnTo>
                <a:cubicBezTo>
                  <a:pt x="342897" y="82776"/>
                  <a:pt x="317268" y="57150"/>
                  <a:pt x="285745" y="57150"/>
                </a:cubicBezTo>
                <a:lnTo>
                  <a:pt x="285749" y="57150"/>
                </a:lnTo>
                <a:moveTo>
                  <a:pt x="71436" y="100013"/>
                </a:moveTo>
                <a:lnTo>
                  <a:pt x="71436" y="121446"/>
                </a:lnTo>
                <a:cubicBezTo>
                  <a:pt x="71436" y="133324"/>
                  <a:pt x="80990" y="142880"/>
                  <a:pt x="92868" y="142880"/>
                </a:cubicBezTo>
                <a:lnTo>
                  <a:pt x="171450" y="142880"/>
                </a:lnTo>
                <a:lnTo>
                  <a:pt x="250032" y="142880"/>
                </a:lnTo>
                <a:cubicBezTo>
                  <a:pt x="261910" y="142880"/>
                  <a:pt x="271464" y="133324"/>
                  <a:pt x="271464" y="121451"/>
                </a:cubicBezTo>
                <a:lnTo>
                  <a:pt x="271464" y="100022"/>
                </a:lnTo>
                <a:lnTo>
                  <a:pt x="285752" y="100022"/>
                </a:lnTo>
                <a:cubicBezTo>
                  <a:pt x="293612" y="100022"/>
                  <a:pt x="300041" y="106450"/>
                  <a:pt x="300041" y="114309"/>
                </a:cubicBezTo>
                <a:lnTo>
                  <a:pt x="300041" y="400059"/>
                </a:lnTo>
                <a:cubicBezTo>
                  <a:pt x="300041" y="407918"/>
                  <a:pt x="293612" y="414347"/>
                  <a:pt x="285752" y="414347"/>
                </a:cubicBezTo>
                <a:lnTo>
                  <a:pt x="57151" y="414347"/>
                </a:lnTo>
                <a:cubicBezTo>
                  <a:pt x="49292" y="414347"/>
                  <a:pt x="42863" y="407918"/>
                  <a:pt x="42863" y="400059"/>
                </a:cubicBezTo>
                <a:lnTo>
                  <a:pt x="42863" y="114309"/>
                </a:lnTo>
                <a:cubicBezTo>
                  <a:pt x="42863" y="106450"/>
                  <a:pt x="49292" y="100022"/>
                  <a:pt x="57151" y="100022"/>
                </a:cubicBezTo>
                <a:lnTo>
                  <a:pt x="71436" y="100013"/>
                </a:lnTo>
                <a:moveTo>
                  <a:pt x="150019" y="71438"/>
                </a:moveTo>
                <a:cubicBezTo>
                  <a:pt x="150019" y="59601"/>
                  <a:pt x="159613" y="50009"/>
                  <a:pt x="171450" y="50009"/>
                </a:cubicBezTo>
                <a:cubicBezTo>
                  <a:pt x="183287" y="50009"/>
                  <a:pt x="192881" y="59605"/>
                  <a:pt x="192881" y="71442"/>
                </a:cubicBezTo>
                <a:cubicBezTo>
                  <a:pt x="192881" y="83279"/>
                  <a:pt x="183287" y="92876"/>
                  <a:pt x="171450" y="92876"/>
                </a:cubicBezTo>
                <a:cubicBezTo>
                  <a:pt x="159613" y="92876"/>
                  <a:pt x="150019" y="83279"/>
                  <a:pt x="150019" y="71447"/>
                </a:cubicBezTo>
                <a:lnTo>
                  <a:pt x="150019" y="71438"/>
                </a:lnTo>
                <a:moveTo>
                  <a:pt x="152964" y="210115"/>
                </a:moveTo>
                <a:cubicBezTo>
                  <a:pt x="158502" y="204579"/>
                  <a:pt x="158502" y="195471"/>
                  <a:pt x="152964" y="189935"/>
                </a:cubicBezTo>
                <a:cubicBezTo>
                  <a:pt x="147426" y="184398"/>
                  <a:pt x="138319" y="184398"/>
                  <a:pt x="132785" y="189935"/>
                </a:cubicBezTo>
                <a:lnTo>
                  <a:pt x="100014" y="222707"/>
                </a:lnTo>
                <a:lnTo>
                  <a:pt x="88674" y="211368"/>
                </a:lnTo>
                <a:cubicBezTo>
                  <a:pt x="83136" y="205831"/>
                  <a:pt x="74029" y="205831"/>
                  <a:pt x="68494" y="211368"/>
                </a:cubicBezTo>
                <a:cubicBezTo>
                  <a:pt x="62956" y="216905"/>
                  <a:pt x="62956" y="226012"/>
                  <a:pt x="68494" y="231549"/>
                </a:cubicBezTo>
                <a:lnTo>
                  <a:pt x="89926" y="252982"/>
                </a:lnTo>
                <a:cubicBezTo>
                  <a:pt x="95463" y="258519"/>
                  <a:pt x="104571" y="258519"/>
                  <a:pt x="110105" y="252982"/>
                </a:cubicBezTo>
                <a:lnTo>
                  <a:pt x="152964" y="210115"/>
                </a:lnTo>
                <a:moveTo>
                  <a:pt x="171450" y="242888"/>
                </a:moveTo>
                <a:cubicBezTo>
                  <a:pt x="171450" y="250747"/>
                  <a:pt x="177879" y="257175"/>
                  <a:pt x="185739" y="257175"/>
                </a:cubicBezTo>
                <a:lnTo>
                  <a:pt x="242890" y="257175"/>
                </a:lnTo>
                <a:cubicBezTo>
                  <a:pt x="250749" y="257175"/>
                  <a:pt x="257178" y="250747"/>
                  <a:pt x="257178" y="242888"/>
                </a:cubicBezTo>
                <a:cubicBezTo>
                  <a:pt x="257178" y="235028"/>
                  <a:pt x="250749" y="228600"/>
                  <a:pt x="242890" y="228600"/>
                </a:cubicBezTo>
                <a:lnTo>
                  <a:pt x="185739" y="228600"/>
                </a:lnTo>
                <a:cubicBezTo>
                  <a:pt x="177879" y="228600"/>
                  <a:pt x="171450" y="235028"/>
                  <a:pt x="171450" y="242888"/>
                </a:cubicBezTo>
                <a:moveTo>
                  <a:pt x="142876" y="328613"/>
                </a:moveTo>
                <a:cubicBezTo>
                  <a:pt x="142876" y="336472"/>
                  <a:pt x="149306" y="342900"/>
                  <a:pt x="157165" y="342900"/>
                </a:cubicBezTo>
                <a:lnTo>
                  <a:pt x="242890" y="342900"/>
                </a:lnTo>
                <a:cubicBezTo>
                  <a:pt x="250749" y="342900"/>
                  <a:pt x="257178" y="336472"/>
                  <a:pt x="257178" y="328613"/>
                </a:cubicBezTo>
                <a:cubicBezTo>
                  <a:pt x="257178" y="320753"/>
                  <a:pt x="250749" y="314325"/>
                  <a:pt x="242890" y="314325"/>
                </a:cubicBezTo>
                <a:lnTo>
                  <a:pt x="157165" y="314325"/>
                </a:lnTo>
                <a:cubicBezTo>
                  <a:pt x="149306" y="314325"/>
                  <a:pt x="142876" y="320753"/>
                  <a:pt x="142876" y="328613"/>
                </a:cubicBezTo>
                <a:lnTo>
                  <a:pt x="142876" y="328613"/>
                </a:lnTo>
                <a:moveTo>
                  <a:pt x="100014" y="350046"/>
                </a:moveTo>
                <a:cubicBezTo>
                  <a:pt x="111851" y="350046"/>
                  <a:pt x="121445" y="340449"/>
                  <a:pt x="121445" y="328617"/>
                </a:cubicBezTo>
                <a:cubicBezTo>
                  <a:pt x="121445" y="316780"/>
                  <a:pt x="111851" y="307188"/>
                  <a:pt x="100014" y="307188"/>
                </a:cubicBezTo>
                <a:cubicBezTo>
                  <a:pt x="88177" y="307188"/>
                  <a:pt x="78582" y="316785"/>
                  <a:pt x="78582" y="328622"/>
                </a:cubicBezTo>
                <a:cubicBezTo>
                  <a:pt x="78582" y="340459"/>
                  <a:pt x="88177" y="350055"/>
                  <a:pt x="100014" y="350055"/>
                </a:cubicBezTo>
                <a:lnTo>
                  <a:pt x="100014" y="35004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02069" y="1536470"/>
            <a:ext cx="457200" cy="391861"/>
          </a:xfrm>
          <a:custGeom>
            <a:avLst/>
            <a:gdLst/>
            <a:ahLst/>
            <a:cxnLst/>
            <a:rect l="l" t="t" r="r" b="b"/>
            <a:pathLst>
              <a:path w="457200" h="391861">
                <a:moveTo>
                  <a:pt x="449647" y="213760"/>
                </a:moveTo>
                <a:cubicBezTo>
                  <a:pt x="454443" y="209168"/>
                  <a:pt x="457200" y="202737"/>
                  <a:pt x="457200" y="196001"/>
                </a:cubicBezTo>
                <a:cubicBezTo>
                  <a:pt x="457200" y="189265"/>
                  <a:pt x="454443" y="182936"/>
                  <a:pt x="449647" y="178242"/>
                </a:cubicBezTo>
                <a:lnTo>
                  <a:pt x="270031" y="6791"/>
                </a:lnTo>
                <a:cubicBezTo>
                  <a:pt x="260234" y="-2598"/>
                  <a:pt x="244721" y="-2191"/>
                  <a:pt x="235435" y="7606"/>
                </a:cubicBezTo>
                <a:cubicBezTo>
                  <a:pt x="226149" y="17402"/>
                  <a:pt x="226456" y="32916"/>
                  <a:pt x="236254" y="42203"/>
                </a:cubicBezTo>
                <a:lnTo>
                  <a:pt x="371576" y="171506"/>
                </a:lnTo>
                <a:lnTo>
                  <a:pt x="24492" y="171506"/>
                </a:lnTo>
                <a:cubicBezTo>
                  <a:pt x="10918" y="171506"/>
                  <a:pt x="0" y="182427"/>
                  <a:pt x="0" y="195997"/>
                </a:cubicBezTo>
                <a:cubicBezTo>
                  <a:pt x="0" y="209571"/>
                  <a:pt x="10918" y="220488"/>
                  <a:pt x="24492" y="220488"/>
                </a:cubicBezTo>
                <a:lnTo>
                  <a:pt x="371576" y="220488"/>
                </a:lnTo>
                <a:lnTo>
                  <a:pt x="236148" y="349689"/>
                </a:lnTo>
                <a:cubicBezTo>
                  <a:pt x="226351" y="359078"/>
                  <a:pt x="226044" y="374490"/>
                  <a:pt x="235330" y="384286"/>
                </a:cubicBezTo>
                <a:cubicBezTo>
                  <a:pt x="244616" y="394083"/>
                  <a:pt x="260129" y="394388"/>
                  <a:pt x="269926" y="385101"/>
                </a:cubicBezTo>
                <a:lnTo>
                  <a:pt x="449542" y="213650"/>
                </a:lnTo>
                <a:lnTo>
                  <a:pt x="449647" y="2137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47280" y="150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4927" y="48984"/>
                </a:moveTo>
                <a:lnTo>
                  <a:pt x="244927" y="408211"/>
                </a:lnTo>
                <a:lnTo>
                  <a:pt x="212269" y="408211"/>
                </a:lnTo>
                <a:lnTo>
                  <a:pt x="212269" y="48984"/>
                </a:lnTo>
                <a:lnTo>
                  <a:pt x="244927" y="48984"/>
                </a:lnTo>
                <a:moveTo>
                  <a:pt x="212273" y="0"/>
                </a:moveTo>
                <a:cubicBezTo>
                  <a:pt x="185230" y="0"/>
                  <a:pt x="163289" y="21941"/>
                  <a:pt x="163289" y="48984"/>
                </a:cubicBezTo>
                <a:lnTo>
                  <a:pt x="163289" y="408211"/>
                </a:lnTo>
                <a:cubicBezTo>
                  <a:pt x="163289" y="435254"/>
                  <a:pt x="185230" y="457195"/>
                  <a:pt x="212273" y="457195"/>
                </a:cubicBezTo>
                <a:lnTo>
                  <a:pt x="244931" y="457195"/>
                </a:lnTo>
                <a:cubicBezTo>
                  <a:pt x="271975" y="457195"/>
                  <a:pt x="293916" y="435254"/>
                  <a:pt x="293916" y="408211"/>
                </a:cubicBezTo>
                <a:lnTo>
                  <a:pt x="293916" y="48984"/>
                </a:lnTo>
                <a:cubicBezTo>
                  <a:pt x="293916" y="21941"/>
                  <a:pt x="271975" y="0"/>
                  <a:pt x="244931" y="0"/>
                </a:cubicBezTo>
                <a:lnTo>
                  <a:pt x="212273" y="0"/>
                </a:lnTo>
                <a:moveTo>
                  <a:pt x="81642" y="244927"/>
                </a:moveTo>
                <a:lnTo>
                  <a:pt x="81642" y="408211"/>
                </a:lnTo>
                <a:lnTo>
                  <a:pt x="48984" y="408211"/>
                </a:lnTo>
                <a:lnTo>
                  <a:pt x="48984" y="244927"/>
                </a:lnTo>
                <a:lnTo>
                  <a:pt x="81642" y="244927"/>
                </a:lnTo>
                <a:moveTo>
                  <a:pt x="48984" y="195942"/>
                </a:moveTo>
                <a:cubicBezTo>
                  <a:pt x="21941" y="195942"/>
                  <a:pt x="0" y="217883"/>
                  <a:pt x="0" y="244927"/>
                </a:cubicBezTo>
                <a:lnTo>
                  <a:pt x="0" y="408211"/>
                </a:lnTo>
                <a:cubicBezTo>
                  <a:pt x="0" y="435254"/>
                  <a:pt x="21941" y="457195"/>
                  <a:pt x="48984" y="457195"/>
                </a:cubicBezTo>
                <a:lnTo>
                  <a:pt x="81642" y="457195"/>
                </a:lnTo>
                <a:cubicBezTo>
                  <a:pt x="108686" y="457195"/>
                  <a:pt x="130627" y="435254"/>
                  <a:pt x="130627" y="408211"/>
                </a:cubicBezTo>
                <a:lnTo>
                  <a:pt x="130627" y="244927"/>
                </a:lnTo>
                <a:cubicBezTo>
                  <a:pt x="130627" y="217883"/>
                  <a:pt x="108686" y="195942"/>
                  <a:pt x="81642" y="195942"/>
                </a:cubicBezTo>
                <a:lnTo>
                  <a:pt x="48984" y="195942"/>
                </a:lnTo>
                <a:moveTo>
                  <a:pt x="375558" y="114300"/>
                </a:moveTo>
                <a:lnTo>
                  <a:pt x="408216" y="114300"/>
                </a:lnTo>
                <a:lnTo>
                  <a:pt x="408216" y="408216"/>
                </a:lnTo>
                <a:lnTo>
                  <a:pt x="375558" y="408216"/>
                </a:lnTo>
                <a:lnTo>
                  <a:pt x="375558" y="114300"/>
                </a:lnTo>
                <a:moveTo>
                  <a:pt x="326573" y="114300"/>
                </a:moveTo>
                <a:lnTo>
                  <a:pt x="326573" y="408216"/>
                </a:lnTo>
                <a:cubicBezTo>
                  <a:pt x="326573" y="435259"/>
                  <a:pt x="348514" y="457200"/>
                  <a:pt x="375558" y="457200"/>
                </a:cubicBezTo>
                <a:lnTo>
                  <a:pt x="408216" y="457200"/>
                </a:lnTo>
                <a:cubicBezTo>
                  <a:pt x="435259" y="457200"/>
                  <a:pt x="457200" y="435259"/>
                  <a:pt x="457200" y="408216"/>
                </a:cubicBezTo>
                <a:lnTo>
                  <a:pt x="457200" y="114300"/>
                </a:lnTo>
                <a:cubicBezTo>
                  <a:pt x="457200" y="87257"/>
                  <a:pt x="435259" y="65316"/>
                  <a:pt x="408216" y="65316"/>
                </a:cubicBezTo>
                <a:lnTo>
                  <a:pt x="375558" y="65316"/>
                </a:lnTo>
                <a:cubicBezTo>
                  <a:pt x="348514" y="65316"/>
                  <a:pt x="326573" y="87257"/>
                  <a:pt x="326573" y="114300"/>
                </a:cubicBezTo>
                <a:lnTo>
                  <a:pt x="326573" y="1143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32589" y="3907643"/>
            <a:ext cx="457200" cy="457077"/>
          </a:xfrm>
          <a:custGeom>
            <a:avLst/>
            <a:gdLst/>
            <a:ahLst/>
            <a:cxnLst/>
            <a:rect l="l" t="t" r="r" b="b"/>
            <a:pathLst>
              <a:path w="457200" h="457077">
                <a:moveTo>
                  <a:pt x="328580" y="185720"/>
                </a:moveTo>
                <a:cubicBezTo>
                  <a:pt x="328580" y="106819"/>
                  <a:pt x="264618" y="42860"/>
                  <a:pt x="185719" y="42860"/>
                </a:cubicBezTo>
                <a:cubicBezTo>
                  <a:pt x="106820" y="42860"/>
                  <a:pt x="42858" y="106819"/>
                  <a:pt x="42858" y="185720"/>
                </a:cubicBezTo>
                <a:cubicBezTo>
                  <a:pt x="42858" y="264620"/>
                  <a:pt x="106820" y="328579"/>
                  <a:pt x="185719" y="328579"/>
                </a:cubicBezTo>
                <a:cubicBezTo>
                  <a:pt x="264618" y="328579"/>
                  <a:pt x="328580" y="264620"/>
                  <a:pt x="328580" y="185720"/>
                </a:cubicBezTo>
                <a:moveTo>
                  <a:pt x="300988" y="331349"/>
                </a:moveTo>
                <a:cubicBezTo>
                  <a:pt x="269382" y="356438"/>
                  <a:pt x="229290" y="371439"/>
                  <a:pt x="185719" y="371439"/>
                </a:cubicBezTo>
                <a:cubicBezTo>
                  <a:pt x="83128" y="371439"/>
                  <a:pt x="0" y="288311"/>
                  <a:pt x="0" y="185720"/>
                </a:cubicBezTo>
                <a:cubicBezTo>
                  <a:pt x="0" y="83129"/>
                  <a:pt x="83128" y="0"/>
                  <a:pt x="185719" y="0"/>
                </a:cubicBezTo>
                <a:cubicBezTo>
                  <a:pt x="288310" y="0"/>
                  <a:pt x="371438" y="83129"/>
                  <a:pt x="371438" y="185720"/>
                </a:cubicBezTo>
                <a:cubicBezTo>
                  <a:pt x="371438" y="229293"/>
                  <a:pt x="356438" y="269383"/>
                  <a:pt x="331347" y="300990"/>
                </a:cubicBezTo>
                <a:lnTo>
                  <a:pt x="450904" y="420548"/>
                </a:lnTo>
                <a:cubicBezTo>
                  <a:pt x="459299" y="428940"/>
                  <a:pt x="459299" y="442515"/>
                  <a:pt x="450904" y="450815"/>
                </a:cubicBezTo>
                <a:cubicBezTo>
                  <a:pt x="442510" y="459121"/>
                  <a:pt x="428940" y="459207"/>
                  <a:pt x="420638" y="450815"/>
                </a:cubicBezTo>
                <a:lnTo>
                  <a:pt x="300988" y="33134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77800" y="3983774"/>
            <a:ext cx="457200" cy="304816"/>
          </a:xfrm>
          <a:custGeom>
            <a:avLst/>
            <a:gdLst/>
            <a:ahLst/>
            <a:cxnLst/>
            <a:rect l="l" t="t" r="r" b="b"/>
            <a:pathLst>
              <a:path w="457200" h="304816">
                <a:moveTo>
                  <a:pt x="417364" y="127880"/>
                </a:moveTo>
                <a:cubicBezTo>
                  <a:pt x="419824" y="134070"/>
                  <a:pt x="424350" y="139310"/>
                  <a:pt x="430303" y="142328"/>
                </a:cubicBezTo>
                <a:lnTo>
                  <a:pt x="443164" y="148756"/>
                </a:lnTo>
                <a:cubicBezTo>
                  <a:pt x="455705" y="155027"/>
                  <a:pt x="460784" y="170267"/>
                  <a:pt x="454516" y="182811"/>
                </a:cubicBezTo>
                <a:cubicBezTo>
                  <a:pt x="448243" y="195354"/>
                  <a:pt x="433005" y="200432"/>
                  <a:pt x="420464" y="194162"/>
                </a:cubicBezTo>
                <a:lnTo>
                  <a:pt x="396968" y="182414"/>
                </a:lnTo>
                <a:cubicBezTo>
                  <a:pt x="385301" y="176540"/>
                  <a:pt x="371804" y="175428"/>
                  <a:pt x="359341" y="179317"/>
                </a:cubicBezTo>
                <a:lnTo>
                  <a:pt x="326317" y="189477"/>
                </a:lnTo>
                <a:cubicBezTo>
                  <a:pt x="307824" y="195192"/>
                  <a:pt x="287977" y="194637"/>
                  <a:pt x="269798" y="188047"/>
                </a:cubicBezTo>
                <a:lnTo>
                  <a:pt x="245983" y="179393"/>
                </a:lnTo>
                <a:cubicBezTo>
                  <a:pt x="234790" y="175346"/>
                  <a:pt x="222487" y="175346"/>
                  <a:pt x="211295" y="179393"/>
                </a:cubicBezTo>
                <a:lnTo>
                  <a:pt x="187479" y="188047"/>
                </a:lnTo>
                <a:cubicBezTo>
                  <a:pt x="169301" y="194634"/>
                  <a:pt x="149459" y="195192"/>
                  <a:pt x="130960" y="189477"/>
                </a:cubicBezTo>
                <a:lnTo>
                  <a:pt x="97937" y="179317"/>
                </a:lnTo>
                <a:cubicBezTo>
                  <a:pt x="85474" y="175507"/>
                  <a:pt x="71982" y="176620"/>
                  <a:pt x="60309" y="182414"/>
                </a:cubicBezTo>
                <a:lnTo>
                  <a:pt x="36731" y="194162"/>
                </a:lnTo>
                <a:cubicBezTo>
                  <a:pt x="24190" y="200432"/>
                  <a:pt x="8947" y="195354"/>
                  <a:pt x="2679" y="182811"/>
                </a:cubicBezTo>
                <a:cubicBezTo>
                  <a:pt x="-3594" y="170267"/>
                  <a:pt x="1490" y="155027"/>
                  <a:pt x="14031" y="148756"/>
                </a:cubicBezTo>
                <a:lnTo>
                  <a:pt x="26893" y="142328"/>
                </a:lnTo>
                <a:cubicBezTo>
                  <a:pt x="32845" y="139310"/>
                  <a:pt x="37372" y="134073"/>
                  <a:pt x="39831" y="127880"/>
                </a:cubicBezTo>
                <a:cubicBezTo>
                  <a:pt x="69755" y="52947"/>
                  <a:pt x="142944" y="0"/>
                  <a:pt x="228595" y="0"/>
                </a:cubicBezTo>
                <a:cubicBezTo>
                  <a:pt x="314247" y="0"/>
                  <a:pt x="387431" y="52947"/>
                  <a:pt x="417360" y="127880"/>
                </a:cubicBezTo>
                <a:lnTo>
                  <a:pt x="417364" y="127880"/>
                </a:lnTo>
                <a:moveTo>
                  <a:pt x="158113" y="52151"/>
                </a:moveTo>
                <a:cubicBezTo>
                  <a:pt x="151841" y="48975"/>
                  <a:pt x="144224" y="51596"/>
                  <a:pt x="141046" y="57866"/>
                </a:cubicBezTo>
                <a:lnTo>
                  <a:pt x="128345" y="83267"/>
                </a:lnTo>
                <a:cubicBezTo>
                  <a:pt x="125172" y="89537"/>
                  <a:pt x="127787" y="97157"/>
                  <a:pt x="134060" y="100333"/>
                </a:cubicBezTo>
                <a:cubicBezTo>
                  <a:pt x="135807" y="101205"/>
                  <a:pt x="137631" y="101604"/>
                  <a:pt x="139460" y="101684"/>
                </a:cubicBezTo>
                <a:lnTo>
                  <a:pt x="140017" y="101684"/>
                </a:lnTo>
                <a:cubicBezTo>
                  <a:pt x="144544" y="101604"/>
                  <a:pt x="148910" y="99065"/>
                  <a:pt x="151132" y="94697"/>
                </a:cubicBezTo>
                <a:lnTo>
                  <a:pt x="163833" y="69297"/>
                </a:lnTo>
                <a:cubicBezTo>
                  <a:pt x="167006" y="63027"/>
                  <a:pt x="164391" y="55406"/>
                  <a:pt x="158118" y="52230"/>
                </a:cubicBezTo>
                <a:lnTo>
                  <a:pt x="158113" y="52151"/>
                </a:lnTo>
                <a:moveTo>
                  <a:pt x="299169" y="52151"/>
                </a:moveTo>
                <a:cubicBezTo>
                  <a:pt x="292896" y="55327"/>
                  <a:pt x="290359" y="62948"/>
                  <a:pt x="293454" y="69218"/>
                </a:cubicBezTo>
                <a:lnTo>
                  <a:pt x="306155" y="94618"/>
                </a:lnTo>
                <a:cubicBezTo>
                  <a:pt x="308299" y="98983"/>
                  <a:pt x="312665" y="101525"/>
                  <a:pt x="317269" y="101604"/>
                </a:cubicBezTo>
                <a:lnTo>
                  <a:pt x="317827" y="101604"/>
                </a:lnTo>
                <a:cubicBezTo>
                  <a:pt x="319651" y="101604"/>
                  <a:pt x="321480" y="101129"/>
                  <a:pt x="323227" y="100254"/>
                </a:cubicBezTo>
                <a:cubicBezTo>
                  <a:pt x="329499" y="97078"/>
                  <a:pt x="332037" y="89457"/>
                  <a:pt x="328942" y="83187"/>
                </a:cubicBezTo>
                <a:lnTo>
                  <a:pt x="316241" y="57787"/>
                </a:lnTo>
                <a:cubicBezTo>
                  <a:pt x="313068" y="51517"/>
                  <a:pt x="305446" y="48975"/>
                  <a:pt x="299173" y="52072"/>
                </a:cubicBezTo>
                <a:lnTo>
                  <a:pt x="299169" y="52151"/>
                </a:lnTo>
                <a:moveTo>
                  <a:pt x="228600" y="50804"/>
                </a:moveTo>
                <a:cubicBezTo>
                  <a:pt x="221614" y="50804"/>
                  <a:pt x="215899" y="56519"/>
                  <a:pt x="215899" y="63505"/>
                </a:cubicBezTo>
                <a:lnTo>
                  <a:pt x="215899" y="88906"/>
                </a:lnTo>
                <a:cubicBezTo>
                  <a:pt x="215899" y="95892"/>
                  <a:pt x="221614" y="101607"/>
                  <a:pt x="228600" y="101607"/>
                </a:cubicBezTo>
                <a:cubicBezTo>
                  <a:pt x="235586" y="101607"/>
                  <a:pt x="241301" y="95892"/>
                  <a:pt x="241301" y="88906"/>
                </a:cubicBezTo>
                <a:lnTo>
                  <a:pt x="241301" y="63505"/>
                </a:lnTo>
                <a:cubicBezTo>
                  <a:pt x="241301" y="56519"/>
                  <a:pt x="235586" y="50804"/>
                  <a:pt x="228600" y="50804"/>
                </a:cubicBezTo>
                <a:moveTo>
                  <a:pt x="71588" y="205117"/>
                </a:moveTo>
                <a:cubicBezTo>
                  <a:pt x="74921" y="203450"/>
                  <a:pt x="78574" y="202578"/>
                  <a:pt x="82227" y="202419"/>
                </a:cubicBezTo>
                <a:lnTo>
                  <a:pt x="100721" y="257984"/>
                </a:lnTo>
                <a:cubicBezTo>
                  <a:pt x="102468" y="263145"/>
                  <a:pt x="107309" y="266638"/>
                  <a:pt x="112787" y="266638"/>
                </a:cubicBezTo>
                <a:lnTo>
                  <a:pt x="344336" y="266638"/>
                </a:lnTo>
                <a:cubicBezTo>
                  <a:pt x="349813" y="266638"/>
                  <a:pt x="354655" y="263145"/>
                  <a:pt x="356401" y="257984"/>
                </a:cubicBezTo>
                <a:lnTo>
                  <a:pt x="374895" y="202419"/>
                </a:lnTo>
                <a:cubicBezTo>
                  <a:pt x="378548" y="202499"/>
                  <a:pt x="382196" y="203453"/>
                  <a:pt x="385534" y="205117"/>
                </a:cubicBezTo>
                <a:lnTo>
                  <a:pt x="409029" y="216865"/>
                </a:lnTo>
                <a:cubicBezTo>
                  <a:pt x="409345" y="217023"/>
                  <a:pt x="409743" y="217182"/>
                  <a:pt x="410063" y="217340"/>
                </a:cubicBezTo>
                <a:lnTo>
                  <a:pt x="392520" y="270049"/>
                </a:lnTo>
                <a:cubicBezTo>
                  <a:pt x="385616" y="290767"/>
                  <a:pt x="366167" y="304816"/>
                  <a:pt x="344336" y="304816"/>
                </a:cubicBezTo>
                <a:lnTo>
                  <a:pt x="112787" y="304816"/>
                </a:lnTo>
                <a:cubicBezTo>
                  <a:pt x="90955" y="304816"/>
                  <a:pt x="71511" y="290847"/>
                  <a:pt x="64602" y="270049"/>
                </a:cubicBezTo>
                <a:lnTo>
                  <a:pt x="47060" y="217419"/>
                </a:lnTo>
                <a:cubicBezTo>
                  <a:pt x="47375" y="217261"/>
                  <a:pt x="47773" y="217102"/>
                  <a:pt x="48093" y="216944"/>
                </a:cubicBezTo>
                <a:lnTo>
                  <a:pt x="71588" y="205196"/>
                </a:lnTo>
                <a:lnTo>
                  <a:pt x="71588" y="20511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311" r="-10631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数据分析能力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4157" y="547211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基于历史数据提供招聘周期预测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4157" y="505558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预测建议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14157" y="434930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不同岗位/不同时期的横向对比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4157" y="3932779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对比分析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14157" y="318255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招聘效率和质量的时间趋势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4157" y="2766023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趋势分析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4157" y="158065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多维度统计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4157" y="199718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按岗位/时间/来源等维度分析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8699" y="5049403"/>
            <a:ext cx="399961" cy="457200"/>
          </a:xfrm>
          <a:custGeom>
            <a:avLst/>
            <a:gdLst/>
            <a:ahLst/>
            <a:cxnLst/>
            <a:rect l="l" t="t" r="r" b="b"/>
            <a:pathLst>
              <a:path w="399961" h="457200">
                <a:moveTo>
                  <a:pt x="357189" y="200025"/>
                </a:moveTo>
                <a:cubicBezTo>
                  <a:pt x="357189" y="263425"/>
                  <a:pt x="319685" y="318074"/>
                  <a:pt x="265570" y="342900"/>
                </a:cubicBezTo>
                <a:lnTo>
                  <a:pt x="339955" y="342900"/>
                </a:lnTo>
                <a:cubicBezTo>
                  <a:pt x="377011" y="306557"/>
                  <a:pt x="399961" y="256014"/>
                  <a:pt x="399961" y="200025"/>
                </a:cubicBezTo>
                <a:cubicBezTo>
                  <a:pt x="400049" y="89565"/>
                  <a:pt x="310486" y="0"/>
                  <a:pt x="200024" y="0"/>
                </a:cubicBezTo>
                <a:cubicBezTo>
                  <a:pt x="89563" y="0"/>
                  <a:pt x="0" y="89565"/>
                  <a:pt x="0" y="200025"/>
                </a:cubicBezTo>
                <a:cubicBezTo>
                  <a:pt x="0" y="256014"/>
                  <a:pt x="22950" y="306557"/>
                  <a:pt x="60006" y="342900"/>
                </a:cubicBezTo>
                <a:lnTo>
                  <a:pt x="134391" y="342900"/>
                </a:lnTo>
                <a:cubicBezTo>
                  <a:pt x="80368" y="318074"/>
                  <a:pt x="42860" y="263425"/>
                  <a:pt x="42860" y="200025"/>
                </a:cubicBezTo>
                <a:cubicBezTo>
                  <a:pt x="42860" y="113230"/>
                  <a:pt x="113225" y="42863"/>
                  <a:pt x="200020" y="42863"/>
                </a:cubicBezTo>
                <a:cubicBezTo>
                  <a:pt x="286816" y="42863"/>
                  <a:pt x="357181" y="113230"/>
                  <a:pt x="357181" y="200025"/>
                </a:cubicBezTo>
                <a:lnTo>
                  <a:pt x="357189" y="200025"/>
                </a:lnTo>
                <a:moveTo>
                  <a:pt x="149573" y="89565"/>
                </a:moveTo>
                <a:cubicBezTo>
                  <a:pt x="147254" y="83316"/>
                  <a:pt x="138502" y="83316"/>
                  <a:pt x="136179" y="89565"/>
                </a:cubicBezTo>
                <a:lnTo>
                  <a:pt x="127427" y="113139"/>
                </a:lnTo>
                <a:lnTo>
                  <a:pt x="103854" y="121890"/>
                </a:lnTo>
                <a:cubicBezTo>
                  <a:pt x="97602" y="124212"/>
                  <a:pt x="97602" y="132963"/>
                  <a:pt x="103854" y="135285"/>
                </a:cubicBezTo>
                <a:lnTo>
                  <a:pt x="127427" y="144036"/>
                </a:lnTo>
                <a:lnTo>
                  <a:pt x="136179" y="167610"/>
                </a:lnTo>
                <a:cubicBezTo>
                  <a:pt x="138498" y="173859"/>
                  <a:pt x="147250" y="173859"/>
                  <a:pt x="149573" y="167610"/>
                </a:cubicBezTo>
                <a:lnTo>
                  <a:pt x="158325" y="144036"/>
                </a:lnTo>
                <a:lnTo>
                  <a:pt x="181898" y="135285"/>
                </a:lnTo>
                <a:cubicBezTo>
                  <a:pt x="188150" y="132963"/>
                  <a:pt x="188150" y="124212"/>
                  <a:pt x="181898" y="121890"/>
                </a:cubicBezTo>
                <a:lnTo>
                  <a:pt x="158325" y="113139"/>
                </a:lnTo>
                <a:lnTo>
                  <a:pt x="149573" y="89565"/>
                </a:lnTo>
                <a:moveTo>
                  <a:pt x="250479" y="132428"/>
                </a:moveTo>
                <a:lnTo>
                  <a:pt x="234049" y="176900"/>
                </a:lnTo>
                <a:lnTo>
                  <a:pt x="189577" y="193332"/>
                </a:lnTo>
                <a:cubicBezTo>
                  <a:pt x="183326" y="195654"/>
                  <a:pt x="183326" y="204405"/>
                  <a:pt x="189577" y="206728"/>
                </a:cubicBezTo>
                <a:lnTo>
                  <a:pt x="234049" y="223159"/>
                </a:lnTo>
                <a:lnTo>
                  <a:pt x="250479" y="267631"/>
                </a:lnTo>
                <a:cubicBezTo>
                  <a:pt x="252799" y="273881"/>
                  <a:pt x="261550" y="273881"/>
                  <a:pt x="263874" y="267631"/>
                </a:cubicBezTo>
                <a:lnTo>
                  <a:pt x="280305" y="223159"/>
                </a:lnTo>
                <a:lnTo>
                  <a:pt x="324776" y="206728"/>
                </a:lnTo>
                <a:cubicBezTo>
                  <a:pt x="331028" y="204405"/>
                  <a:pt x="331028" y="195654"/>
                  <a:pt x="324776" y="193332"/>
                </a:cubicBezTo>
                <a:lnTo>
                  <a:pt x="280305" y="176900"/>
                </a:lnTo>
                <a:lnTo>
                  <a:pt x="263874" y="132428"/>
                </a:lnTo>
                <a:cubicBezTo>
                  <a:pt x="261554" y="126178"/>
                  <a:pt x="252803" y="126178"/>
                  <a:pt x="250479" y="132428"/>
                </a:cubicBezTo>
                <a:lnTo>
                  <a:pt x="250479" y="132428"/>
                </a:lnTo>
                <a:moveTo>
                  <a:pt x="18126" y="423445"/>
                </a:moveTo>
                <a:cubicBezTo>
                  <a:pt x="13571" y="429965"/>
                  <a:pt x="12947" y="438537"/>
                  <a:pt x="16698" y="445592"/>
                </a:cubicBezTo>
                <a:cubicBezTo>
                  <a:pt x="20450" y="452646"/>
                  <a:pt x="27769" y="457200"/>
                  <a:pt x="35720" y="457200"/>
                </a:cubicBezTo>
                <a:lnTo>
                  <a:pt x="364332" y="457200"/>
                </a:lnTo>
                <a:cubicBezTo>
                  <a:pt x="372279" y="457200"/>
                  <a:pt x="379691" y="452733"/>
                  <a:pt x="383354" y="445679"/>
                </a:cubicBezTo>
                <a:cubicBezTo>
                  <a:pt x="387014" y="438624"/>
                  <a:pt x="386478" y="430051"/>
                  <a:pt x="381926" y="423532"/>
                </a:cubicBezTo>
                <a:lnTo>
                  <a:pt x="345494" y="371470"/>
                </a:lnTo>
                <a:lnTo>
                  <a:pt x="54566" y="371470"/>
                </a:lnTo>
                <a:lnTo>
                  <a:pt x="18126" y="42344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0993" y="3926868"/>
            <a:ext cx="457200" cy="457077"/>
          </a:xfrm>
          <a:custGeom>
            <a:avLst/>
            <a:gdLst/>
            <a:ahLst/>
            <a:cxnLst/>
            <a:rect l="l" t="t" r="r" b="b"/>
            <a:pathLst>
              <a:path w="457200" h="457077">
                <a:moveTo>
                  <a:pt x="328580" y="185720"/>
                </a:moveTo>
                <a:cubicBezTo>
                  <a:pt x="328580" y="106819"/>
                  <a:pt x="264618" y="42860"/>
                  <a:pt x="185719" y="42860"/>
                </a:cubicBezTo>
                <a:cubicBezTo>
                  <a:pt x="106820" y="42860"/>
                  <a:pt x="42858" y="106819"/>
                  <a:pt x="42858" y="185720"/>
                </a:cubicBezTo>
                <a:cubicBezTo>
                  <a:pt x="42858" y="264620"/>
                  <a:pt x="106820" y="328579"/>
                  <a:pt x="185719" y="328579"/>
                </a:cubicBezTo>
                <a:cubicBezTo>
                  <a:pt x="264618" y="328579"/>
                  <a:pt x="328580" y="264620"/>
                  <a:pt x="328580" y="185720"/>
                </a:cubicBezTo>
                <a:moveTo>
                  <a:pt x="300988" y="331349"/>
                </a:moveTo>
                <a:cubicBezTo>
                  <a:pt x="269382" y="356438"/>
                  <a:pt x="229290" y="371439"/>
                  <a:pt x="185719" y="371439"/>
                </a:cubicBezTo>
                <a:cubicBezTo>
                  <a:pt x="83128" y="371439"/>
                  <a:pt x="0" y="288311"/>
                  <a:pt x="0" y="185720"/>
                </a:cubicBezTo>
                <a:cubicBezTo>
                  <a:pt x="0" y="83129"/>
                  <a:pt x="83128" y="0"/>
                  <a:pt x="185719" y="0"/>
                </a:cubicBezTo>
                <a:cubicBezTo>
                  <a:pt x="288310" y="0"/>
                  <a:pt x="371438" y="83129"/>
                  <a:pt x="371438" y="185720"/>
                </a:cubicBezTo>
                <a:cubicBezTo>
                  <a:pt x="371438" y="229293"/>
                  <a:pt x="356438" y="269383"/>
                  <a:pt x="331347" y="300990"/>
                </a:cubicBezTo>
                <a:lnTo>
                  <a:pt x="450904" y="420548"/>
                </a:lnTo>
                <a:cubicBezTo>
                  <a:pt x="459299" y="428940"/>
                  <a:pt x="459299" y="442515"/>
                  <a:pt x="450904" y="450815"/>
                </a:cubicBezTo>
                <a:cubicBezTo>
                  <a:pt x="442510" y="459121"/>
                  <a:pt x="428940" y="459207"/>
                  <a:pt x="420638" y="450815"/>
                </a:cubicBezTo>
                <a:lnTo>
                  <a:pt x="300988" y="33134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993" y="2788459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42863" y="21431"/>
                </a:moveTo>
                <a:cubicBezTo>
                  <a:pt x="42863" y="9553"/>
                  <a:pt x="33307" y="0"/>
                  <a:pt x="21434" y="0"/>
                </a:cubicBezTo>
                <a:cubicBezTo>
                  <a:pt x="9555" y="0"/>
                  <a:pt x="5" y="9553"/>
                  <a:pt x="5" y="21431"/>
                </a:cubicBezTo>
                <a:lnTo>
                  <a:pt x="5" y="335754"/>
                </a:lnTo>
                <a:cubicBezTo>
                  <a:pt x="5" y="371294"/>
                  <a:pt x="28758" y="400046"/>
                  <a:pt x="64301" y="400046"/>
                </a:cubicBezTo>
                <a:lnTo>
                  <a:pt x="435776" y="400046"/>
                </a:lnTo>
                <a:cubicBezTo>
                  <a:pt x="447654" y="400046"/>
                  <a:pt x="457209" y="390493"/>
                  <a:pt x="457209" y="378615"/>
                </a:cubicBezTo>
                <a:cubicBezTo>
                  <a:pt x="457209" y="366738"/>
                  <a:pt x="447654" y="357185"/>
                  <a:pt x="435780" y="357185"/>
                </a:cubicBezTo>
                <a:lnTo>
                  <a:pt x="64305" y="357185"/>
                </a:lnTo>
                <a:cubicBezTo>
                  <a:pt x="52427" y="357185"/>
                  <a:pt x="42876" y="347631"/>
                  <a:pt x="42876" y="335754"/>
                </a:cubicBezTo>
                <a:lnTo>
                  <a:pt x="42863" y="21431"/>
                </a:lnTo>
                <a:moveTo>
                  <a:pt x="422375" y="122335"/>
                </a:moveTo>
                <a:cubicBezTo>
                  <a:pt x="430769" y="113942"/>
                  <a:pt x="430769" y="100369"/>
                  <a:pt x="422375" y="92064"/>
                </a:cubicBezTo>
                <a:cubicBezTo>
                  <a:pt x="413981" y="83758"/>
                  <a:pt x="400407" y="83670"/>
                  <a:pt x="392104" y="92064"/>
                </a:cubicBezTo>
                <a:lnTo>
                  <a:pt x="285841" y="198329"/>
                </a:lnTo>
                <a:lnTo>
                  <a:pt x="215295" y="127784"/>
                </a:lnTo>
                <a:cubicBezTo>
                  <a:pt x="211277" y="123767"/>
                  <a:pt x="205831" y="121535"/>
                  <a:pt x="200116" y="121535"/>
                </a:cubicBezTo>
                <a:cubicBezTo>
                  <a:pt x="194401" y="121535"/>
                  <a:pt x="188956" y="123767"/>
                  <a:pt x="184937" y="127788"/>
                </a:cubicBezTo>
                <a:lnTo>
                  <a:pt x="99212" y="213515"/>
                </a:lnTo>
                <a:cubicBezTo>
                  <a:pt x="90818" y="221908"/>
                  <a:pt x="90818" y="235481"/>
                  <a:pt x="99212" y="243786"/>
                </a:cubicBezTo>
                <a:cubicBezTo>
                  <a:pt x="107607" y="252092"/>
                  <a:pt x="121181" y="252180"/>
                  <a:pt x="129484" y="243786"/>
                </a:cubicBezTo>
                <a:lnTo>
                  <a:pt x="200030" y="173242"/>
                </a:lnTo>
                <a:lnTo>
                  <a:pt x="270576" y="243786"/>
                </a:lnTo>
                <a:cubicBezTo>
                  <a:pt x="278970" y="252180"/>
                  <a:pt x="292544" y="252180"/>
                  <a:pt x="300847" y="243786"/>
                </a:cubicBezTo>
                <a:lnTo>
                  <a:pt x="422375" y="12233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993" y="1613152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1434" y="0"/>
                </a:moveTo>
                <a:cubicBezTo>
                  <a:pt x="33312" y="0"/>
                  <a:pt x="42867" y="9553"/>
                  <a:pt x="42867" y="21431"/>
                </a:cubicBezTo>
                <a:lnTo>
                  <a:pt x="42867" y="335754"/>
                </a:lnTo>
                <a:cubicBezTo>
                  <a:pt x="42867" y="347631"/>
                  <a:pt x="52423" y="357185"/>
                  <a:pt x="64301" y="357185"/>
                </a:cubicBezTo>
                <a:lnTo>
                  <a:pt x="435776" y="357185"/>
                </a:lnTo>
                <a:cubicBezTo>
                  <a:pt x="447654" y="357185"/>
                  <a:pt x="457209" y="366738"/>
                  <a:pt x="457209" y="378615"/>
                </a:cubicBezTo>
                <a:cubicBezTo>
                  <a:pt x="457209" y="390493"/>
                  <a:pt x="447654" y="400046"/>
                  <a:pt x="435780" y="400046"/>
                </a:cubicBezTo>
                <a:lnTo>
                  <a:pt x="64305" y="400046"/>
                </a:lnTo>
                <a:cubicBezTo>
                  <a:pt x="28767" y="400046"/>
                  <a:pt x="14" y="371290"/>
                  <a:pt x="14" y="335754"/>
                </a:cubicBezTo>
                <a:lnTo>
                  <a:pt x="14" y="21431"/>
                </a:lnTo>
                <a:cubicBezTo>
                  <a:pt x="14" y="9553"/>
                  <a:pt x="9569" y="0"/>
                  <a:pt x="21447" y="0"/>
                </a:cubicBezTo>
                <a:lnTo>
                  <a:pt x="21434" y="0"/>
                </a:lnTo>
              </a:path>
              <a:path w="457200" h="400050">
                <a:moveTo>
                  <a:pt x="150021" y="171449"/>
                </a:moveTo>
                <a:cubicBezTo>
                  <a:pt x="161899" y="171449"/>
                  <a:pt x="171455" y="181003"/>
                  <a:pt x="171455" y="192880"/>
                </a:cubicBezTo>
                <a:lnTo>
                  <a:pt x="171455" y="264317"/>
                </a:lnTo>
                <a:cubicBezTo>
                  <a:pt x="171455" y="276195"/>
                  <a:pt x="161899" y="285748"/>
                  <a:pt x="150026" y="285748"/>
                </a:cubicBezTo>
                <a:cubicBezTo>
                  <a:pt x="138148" y="285748"/>
                  <a:pt x="128597" y="276195"/>
                  <a:pt x="128597" y="264317"/>
                </a:cubicBezTo>
                <a:lnTo>
                  <a:pt x="128597" y="192880"/>
                </a:lnTo>
                <a:cubicBezTo>
                  <a:pt x="128597" y="181003"/>
                  <a:pt x="138152" y="171449"/>
                  <a:pt x="150030" y="171449"/>
                </a:cubicBezTo>
                <a:lnTo>
                  <a:pt x="150021" y="171449"/>
                </a:lnTo>
              </a:path>
              <a:path w="457200" h="400050">
                <a:moveTo>
                  <a:pt x="257175" y="107157"/>
                </a:moveTo>
                <a:lnTo>
                  <a:pt x="257175" y="264321"/>
                </a:lnTo>
                <a:cubicBezTo>
                  <a:pt x="257175" y="276199"/>
                  <a:pt x="247620" y="285752"/>
                  <a:pt x="235746" y="285752"/>
                </a:cubicBezTo>
                <a:cubicBezTo>
                  <a:pt x="223868" y="285752"/>
                  <a:pt x="214317" y="276199"/>
                  <a:pt x="214317" y="264321"/>
                </a:cubicBezTo>
                <a:lnTo>
                  <a:pt x="214317" y="107157"/>
                </a:lnTo>
                <a:cubicBezTo>
                  <a:pt x="214317" y="95280"/>
                  <a:pt x="223873" y="85727"/>
                  <a:pt x="235751" y="85727"/>
                </a:cubicBezTo>
                <a:cubicBezTo>
                  <a:pt x="247629" y="85727"/>
                  <a:pt x="257184" y="95280"/>
                  <a:pt x="257184" y="107157"/>
                </a:cubicBezTo>
                <a:lnTo>
                  <a:pt x="257175" y="107157"/>
                </a:lnTo>
              </a:path>
              <a:path w="457200" h="400050">
                <a:moveTo>
                  <a:pt x="321471" y="142874"/>
                </a:moveTo>
                <a:cubicBezTo>
                  <a:pt x="333349" y="142874"/>
                  <a:pt x="342905" y="152427"/>
                  <a:pt x="342905" y="164305"/>
                </a:cubicBezTo>
                <a:lnTo>
                  <a:pt x="342905" y="264317"/>
                </a:lnTo>
                <a:cubicBezTo>
                  <a:pt x="342905" y="276195"/>
                  <a:pt x="333349" y="285748"/>
                  <a:pt x="321476" y="285748"/>
                </a:cubicBezTo>
                <a:cubicBezTo>
                  <a:pt x="309598" y="285748"/>
                  <a:pt x="300047" y="276195"/>
                  <a:pt x="300047" y="264317"/>
                </a:cubicBezTo>
                <a:lnTo>
                  <a:pt x="300047" y="164305"/>
                </a:lnTo>
                <a:cubicBezTo>
                  <a:pt x="300047" y="152427"/>
                  <a:pt x="309602" y="142874"/>
                  <a:pt x="321480" y="142874"/>
                </a:cubicBezTo>
                <a:lnTo>
                  <a:pt x="321471" y="142874"/>
                </a:lnTo>
              </a:path>
              <a:path w="457200" h="400050">
                <a:moveTo>
                  <a:pt x="428625" y="50006"/>
                </a:moveTo>
                <a:lnTo>
                  <a:pt x="428625" y="264317"/>
                </a:lnTo>
                <a:cubicBezTo>
                  <a:pt x="428625" y="276195"/>
                  <a:pt x="419070" y="285748"/>
                  <a:pt x="407196" y="285748"/>
                </a:cubicBezTo>
                <a:cubicBezTo>
                  <a:pt x="395318" y="285748"/>
                  <a:pt x="385767" y="276195"/>
                  <a:pt x="385767" y="264317"/>
                </a:cubicBezTo>
                <a:lnTo>
                  <a:pt x="385767" y="50006"/>
                </a:lnTo>
                <a:cubicBezTo>
                  <a:pt x="385767" y="38129"/>
                  <a:pt x="395323" y="28576"/>
                  <a:pt x="407201" y="28576"/>
                </a:cubicBezTo>
                <a:cubicBezTo>
                  <a:pt x="419079" y="28576"/>
                  <a:pt x="428634" y="38129"/>
                  <a:pt x="428634" y="50006"/>
                </a:cubicBezTo>
                <a:lnTo>
                  <a:pt x="428625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57832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8640" y="1457832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10911" y="1457832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164795"/>
            <a:ext cx="10972800" cy="45719"/>
          </a:xfrm>
          <a:custGeom>
            <a:avLst/>
            <a:gdLst/>
            <a:ahLst/>
            <a:cxnLst/>
            <a:rect l="l" t="t" r="r" b="b"/>
            <a:pathLst>
              <a:path w="10972800" h="45719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"/>
            <a:ext cx="109728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系统功能架构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814366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58640" y="3814366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07680" y="3814366"/>
            <a:ext cx="3474720" cy="2103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36280" y="50369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人才池对接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邮件通知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日历同步</a:t>
            </a:r>
            <a:endParaRPr lang="en-US" sz="962" dirty="0"/>
          </a:p>
        </p:txBody>
      </p:sp>
      <p:sp>
        <p:nvSpPr>
          <p:cNvPr id="16" name="Text 14"/>
          <p:cNvSpPr/>
          <p:nvPr/>
        </p:nvSpPr>
        <p:spPr>
          <a:xfrm>
            <a:off x="8336280" y="454750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集成层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76285" y="4031624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80009" y="15003"/>
                </a:moveTo>
                <a:cubicBezTo>
                  <a:pt x="80009" y="6689"/>
                  <a:pt x="73322" y="3"/>
                  <a:pt x="65007" y="3"/>
                </a:cubicBezTo>
                <a:cubicBezTo>
                  <a:pt x="56693" y="3"/>
                  <a:pt x="50005" y="6692"/>
                  <a:pt x="50005" y="15007"/>
                </a:cubicBezTo>
                <a:lnTo>
                  <a:pt x="50005" y="70015"/>
                </a:lnTo>
                <a:lnTo>
                  <a:pt x="80009" y="70015"/>
                </a:lnTo>
                <a:lnTo>
                  <a:pt x="80009" y="15003"/>
                </a:lnTo>
                <a:moveTo>
                  <a:pt x="190025" y="15003"/>
                </a:moveTo>
                <a:cubicBezTo>
                  <a:pt x="190025" y="6689"/>
                  <a:pt x="183337" y="3"/>
                  <a:pt x="175023" y="3"/>
                </a:cubicBezTo>
                <a:cubicBezTo>
                  <a:pt x="166708" y="3"/>
                  <a:pt x="160021" y="6692"/>
                  <a:pt x="160021" y="15007"/>
                </a:cubicBezTo>
                <a:lnTo>
                  <a:pt x="160021" y="70015"/>
                </a:lnTo>
                <a:lnTo>
                  <a:pt x="190025" y="70015"/>
                </a:lnTo>
                <a:lnTo>
                  <a:pt x="190025" y="15003"/>
                </a:lnTo>
                <a:moveTo>
                  <a:pt x="15002" y="90011"/>
                </a:moveTo>
                <a:cubicBezTo>
                  <a:pt x="6687" y="90011"/>
                  <a:pt x="0" y="96700"/>
                  <a:pt x="0" y="105015"/>
                </a:cubicBezTo>
                <a:cubicBezTo>
                  <a:pt x="0" y="113329"/>
                  <a:pt x="6687" y="120018"/>
                  <a:pt x="15002" y="120018"/>
                </a:cubicBezTo>
                <a:lnTo>
                  <a:pt x="20002" y="120018"/>
                </a:lnTo>
                <a:lnTo>
                  <a:pt x="20002" y="160023"/>
                </a:lnTo>
                <a:cubicBezTo>
                  <a:pt x="20002" y="210154"/>
                  <a:pt x="56882" y="251660"/>
                  <a:pt x="105013" y="258909"/>
                </a:cubicBezTo>
                <a:lnTo>
                  <a:pt x="105013" y="305040"/>
                </a:lnTo>
                <a:cubicBezTo>
                  <a:pt x="105013" y="313354"/>
                  <a:pt x="111700" y="320043"/>
                  <a:pt x="120015" y="320043"/>
                </a:cubicBezTo>
                <a:cubicBezTo>
                  <a:pt x="128330" y="320043"/>
                  <a:pt x="135017" y="313354"/>
                  <a:pt x="135017" y="305043"/>
                </a:cubicBezTo>
                <a:lnTo>
                  <a:pt x="135017" y="258912"/>
                </a:lnTo>
                <a:cubicBezTo>
                  <a:pt x="183148" y="251660"/>
                  <a:pt x="220028" y="210158"/>
                  <a:pt x="220028" y="160026"/>
                </a:cubicBezTo>
                <a:lnTo>
                  <a:pt x="220028" y="120021"/>
                </a:lnTo>
                <a:lnTo>
                  <a:pt x="225028" y="120021"/>
                </a:lnTo>
                <a:cubicBezTo>
                  <a:pt x="233343" y="120021"/>
                  <a:pt x="240030" y="113333"/>
                  <a:pt x="240030" y="105021"/>
                </a:cubicBezTo>
                <a:cubicBezTo>
                  <a:pt x="240030" y="96707"/>
                  <a:pt x="233343" y="90021"/>
                  <a:pt x="225028" y="90021"/>
                </a:cubicBezTo>
                <a:lnTo>
                  <a:pt x="220028" y="90021"/>
                </a:lnTo>
                <a:lnTo>
                  <a:pt x="190025" y="90021"/>
                </a:lnTo>
                <a:lnTo>
                  <a:pt x="50008" y="90021"/>
                </a:lnTo>
                <a:lnTo>
                  <a:pt x="20004" y="90021"/>
                </a:lnTo>
                <a:lnTo>
                  <a:pt x="15002" y="90011"/>
                </a:lnTo>
                <a:moveTo>
                  <a:pt x="120015" y="230029"/>
                </a:moveTo>
                <a:cubicBezTo>
                  <a:pt x="81322" y="230029"/>
                  <a:pt x="50005" y="198713"/>
                  <a:pt x="50005" y="160020"/>
                </a:cubicBezTo>
                <a:lnTo>
                  <a:pt x="50005" y="120015"/>
                </a:lnTo>
                <a:lnTo>
                  <a:pt x="190022" y="120015"/>
                </a:lnTo>
                <a:lnTo>
                  <a:pt x="190022" y="160020"/>
                </a:lnTo>
                <a:cubicBezTo>
                  <a:pt x="190022" y="198713"/>
                  <a:pt x="158706" y="230029"/>
                  <a:pt x="120013" y="230029"/>
                </a:cubicBezTo>
                <a:lnTo>
                  <a:pt x="120015" y="23002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87240" y="50369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仪表盘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报表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可视化图表</a:t>
            </a:r>
            <a:endParaRPr lang="en-US" sz="962" dirty="0"/>
          </a:p>
        </p:txBody>
      </p:sp>
      <p:sp>
        <p:nvSpPr>
          <p:cNvPr id="19" name="Text 17"/>
          <p:cNvSpPr/>
          <p:nvPr/>
        </p:nvSpPr>
        <p:spPr>
          <a:xfrm>
            <a:off x="4587240" y="454750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展示层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7240" y="403162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60020" y="30004"/>
                </a:moveTo>
                <a:cubicBezTo>
                  <a:pt x="231827" y="30004"/>
                  <a:pt x="290036" y="88213"/>
                  <a:pt x="290036" y="160020"/>
                </a:cubicBezTo>
                <a:cubicBezTo>
                  <a:pt x="290036" y="231827"/>
                  <a:pt x="231827" y="290036"/>
                  <a:pt x="160020" y="290036"/>
                </a:cubicBezTo>
                <a:cubicBezTo>
                  <a:pt x="88213" y="290036"/>
                  <a:pt x="30004" y="231827"/>
                  <a:pt x="30004" y="160020"/>
                </a:cubicBezTo>
                <a:cubicBezTo>
                  <a:pt x="30004" y="88213"/>
                  <a:pt x="88213" y="30004"/>
                  <a:pt x="160020" y="30004"/>
                </a:cubicBezTo>
                <a:lnTo>
                  <a:pt x="160020" y="30004"/>
                </a:lnTo>
                <a:moveTo>
                  <a:pt x="160020" y="320040"/>
                </a:moveTo>
                <a:cubicBezTo>
                  <a:pt x="248396" y="320040"/>
                  <a:pt x="320040" y="248396"/>
                  <a:pt x="320040" y="160020"/>
                </a:cubicBezTo>
                <a:cubicBezTo>
                  <a:pt x="320040" y="71644"/>
                  <a:pt x="248396" y="0"/>
                  <a:pt x="160020" y="0"/>
                </a:cubicBezTo>
                <a:cubicBezTo>
                  <a:pt x="71644" y="0"/>
                  <a:pt x="0" y="71644"/>
                  <a:pt x="0" y="160020"/>
                </a:cubicBezTo>
                <a:cubicBezTo>
                  <a:pt x="0" y="248396"/>
                  <a:pt x="71644" y="320040"/>
                  <a:pt x="160020" y="320040"/>
                </a:cubicBezTo>
                <a:moveTo>
                  <a:pt x="195026" y="220028"/>
                </a:moveTo>
                <a:cubicBezTo>
                  <a:pt x="195026" y="206090"/>
                  <a:pt x="186836" y="194024"/>
                  <a:pt x="175023" y="188398"/>
                </a:cubicBezTo>
                <a:lnTo>
                  <a:pt x="175023" y="75008"/>
                </a:lnTo>
                <a:cubicBezTo>
                  <a:pt x="175023" y="66693"/>
                  <a:pt x="168335" y="60008"/>
                  <a:pt x="160023" y="60008"/>
                </a:cubicBezTo>
                <a:cubicBezTo>
                  <a:pt x="151709" y="60008"/>
                  <a:pt x="145023" y="66696"/>
                  <a:pt x="145023" y="75011"/>
                </a:cubicBezTo>
                <a:lnTo>
                  <a:pt x="145023" y="188401"/>
                </a:lnTo>
                <a:cubicBezTo>
                  <a:pt x="133210" y="194027"/>
                  <a:pt x="125020" y="206090"/>
                  <a:pt x="125020" y="220031"/>
                </a:cubicBezTo>
                <a:cubicBezTo>
                  <a:pt x="125020" y="239345"/>
                  <a:pt x="140709" y="255037"/>
                  <a:pt x="160026" y="255037"/>
                </a:cubicBezTo>
                <a:cubicBezTo>
                  <a:pt x="179341" y="255037"/>
                  <a:pt x="195032" y="239348"/>
                  <a:pt x="195032" y="220034"/>
                </a:cubicBezTo>
                <a:lnTo>
                  <a:pt x="195026" y="220028"/>
                </a:lnTo>
                <a:moveTo>
                  <a:pt x="100013" y="120015"/>
                </a:moveTo>
                <a:cubicBezTo>
                  <a:pt x="111060" y="120015"/>
                  <a:pt x="120015" y="111060"/>
                  <a:pt x="120015" y="100013"/>
                </a:cubicBezTo>
                <a:cubicBezTo>
                  <a:pt x="120015" y="88965"/>
                  <a:pt x="111060" y="80010"/>
                  <a:pt x="100013" y="80010"/>
                </a:cubicBezTo>
                <a:cubicBezTo>
                  <a:pt x="88965" y="80010"/>
                  <a:pt x="80010" y="88965"/>
                  <a:pt x="80010" y="100013"/>
                </a:cubicBezTo>
                <a:cubicBezTo>
                  <a:pt x="80010" y="111060"/>
                  <a:pt x="88965" y="120015"/>
                  <a:pt x="100013" y="120015"/>
                </a:cubicBezTo>
                <a:moveTo>
                  <a:pt x="90011" y="160020"/>
                </a:moveTo>
                <a:cubicBezTo>
                  <a:pt x="90011" y="148972"/>
                  <a:pt x="81057" y="140018"/>
                  <a:pt x="70009" y="140018"/>
                </a:cubicBezTo>
                <a:cubicBezTo>
                  <a:pt x="58961" y="140018"/>
                  <a:pt x="50006" y="148972"/>
                  <a:pt x="50006" y="160020"/>
                </a:cubicBezTo>
                <a:cubicBezTo>
                  <a:pt x="50006" y="171068"/>
                  <a:pt x="58961" y="180023"/>
                  <a:pt x="70009" y="180023"/>
                </a:cubicBezTo>
                <a:cubicBezTo>
                  <a:pt x="81057" y="180023"/>
                  <a:pt x="90011" y="171068"/>
                  <a:pt x="90011" y="160020"/>
                </a:cubicBezTo>
                <a:moveTo>
                  <a:pt x="250031" y="180023"/>
                </a:moveTo>
                <a:cubicBezTo>
                  <a:pt x="261079" y="180023"/>
                  <a:pt x="270034" y="171068"/>
                  <a:pt x="270034" y="160020"/>
                </a:cubicBezTo>
                <a:cubicBezTo>
                  <a:pt x="270034" y="148972"/>
                  <a:pt x="261079" y="140017"/>
                  <a:pt x="250031" y="140017"/>
                </a:cubicBezTo>
                <a:cubicBezTo>
                  <a:pt x="238983" y="140017"/>
                  <a:pt x="230029" y="148972"/>
                  <a:pt x="230029" y="160020"/>
                </a:cubicBezTo>
                <a:cubicBezTo>
                  <a:pt x="230029" y="171068"/>
                  <a:pt x="238983" y="180023"/>
                  <a:pt x="250031" y="180023"/>
                </a:cubicBezTo>
                <a:moveTo>
                  <a:pt x="240030" y="100013"/>
                </a:moveTo>
                <a:cubicBezTo>
                  <a:pt x="240030" y="88965"/>
                  <a:pt x="231075" y="80010"/>
                  <a:pt x="220027" y="80010"/>
                </a:cubicBezTo>
                <a:cubicBezTo>
                  <a:pt x="208980" y="80010"/>
                  <a:pt x="200025" y="88965"/>
                  <a:pt x="200025" y="100013"/>
                </a:cubicBezTo>
                <a:cubicBezTo>
                  <a:pt x="200025" y="111060"/>
                  <a:pt x="208980" y="120015"/>
                  <a:pt x="220027" y="120015"/>
                </a:cubicBezTo>
                <a:cubicBezTo>
                  <a:pt x="231075" y="120015"/>
                  <a:pt x="240030" y="111060"/>
                  <a:pt x="240030" y="10001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200" y="50369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转化分析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流失统计</a:t>
            </a:r>
            <a:endParaRPr lang="en-US" sz="962" dirty="0"/>
          </a:p>
        </p:txBody>
      </p:sp>
      <p:sp>
        <p:nvSpPr>
          <p:cNvPr id="22" name="Text 20"/>
          <p:cNvSpPr/>
          <p:nvPr/>
        </p:nvSpPr>
        <p:spPr>
          <a:xfrm>
            <a:off x="838200" y="454750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972" y="4031624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250032" y="53757"/>
                </a:moveTo>
                <a:lnTo>
                  <a:pt x="250032" y="109201"/>
                </a:lnTo>
                <a:cubicBezTo>
                  <a:pt x="241718" y="113701"/>
                  <a:pt x="230278" y="118076"/>
                  <a:pt x="215778" y="121641"/>
                </a:cubicBezTo>
                <a:cubicBezTo>
                  <a:pt x="194588" y="126893"/>
                  <a:pt x="168461" y="130016"/>
                  <a:pt x="140017" y="130016"/>
                </a:cubicBezTo>
                <a:cubicBezTo>
                  <a:pt x="111577" y="130016"/>
                  <a:pt x="85447" y="126889"/>
                  <a:pt x="64257" y="121641"/>
                </a:cubicBezTo>
                <a:cubicBezTo>
                  <a:pt x="49754" y="118079"/>
                  <a:pt x="38317" y="113765"/>
                  <a:pt x="30003" y="109201"/>
                </a:cubicBezTo>
                <a:lnTo>
                  <a:pt x="30003" y="53757"/>
                </a:lnTo>
                <a:lnTo>
                  <a:pt x="30378" y="53443"/>
                </a:lnTo>
                <a:cubicBezTo>
                  <a:pt x="33691" y="50630"/>
                  <a:pt x="40317" y="46755"/>
                  <a:pt x="51131" y="42879"/>
                </a:cubicBezTo>
                <a:cubicBezTo>
                  <a:pt x="72448" y="35316"/>
                  <a:pt x="103887" y="30004"/>
                  <a:pt x="140017" y="30004"/>
                </a:cubicBezTo>
                <a:cubicBezTo>
                  <a:pt x="176147" y="30004"/>
                  <a:pt x="207587" y="35316"/>
                  <a:pt x="228903" y="42879"/>
                </a:cubicBezTo>
                <a:cubicBezTo>
                  <a:pt x="239718" y="46755"/>
                  <a:pt x="246279" y="50630"/>
                  <a:pt x="249657" y="53443"/>
                </a:cubicBezTo>
                <a:lnTo>
                  <a:pt x="250032" y="53757"/>
                </a:lnTo>
                <a:moveTo>
                  <a:pt x="250032" y="142207"/>
                </a:moveTo>
                <a:lnTo>
                  <a:pt x="250032" y="189211"/>
                </a:lnTo>
                <a:cubicBezTo>
                  <a:pt x="241718" y="193711"/>
                  <a:pt x="230278" y="198086"/>
                  <a:pt x="215778" y="201651"/>
                </a:cubicBezTo>
                <a:cubicBezTo>
                  <a:pt x="194588" y="206903"/>
                  <a:pt x="168461" y="210026"/>
                  <a:pt x="140017" y="210026"/>
                </a:cubicBezTo>
                <a:cubicBezTo>
                  <a:pt x="111577" y="210026"/>
                  <a:pt x="85447" y="206899"/>
                  <a:pt x="64257" y="201651"/>
                </a:cubicBezTo>
                <a:cubicBezTo>
                  <a:pt x="49754" y="198089"/>
                  <a:pt x="38317" y="193775"/>
                  <a:pt x="30003" y="189211"/>
                </a:cubicBezTo>
                <a:lnTo>
                  <a:pt x="30003" y="142207"/>
                </a:lnTo>
                <a:cubicBezTo>
                  <a:pt x="38317" y="145519"/>
                  <a:pt x="47443" y="148396"/>
                  <a:pt x="57068" y="150771"/>
                </a:cubicBezTo>
                <a:cubicBezTo>
                  <a:pt x="80947" y="156647"/>
                  <a:pt x="109513" y="160023"/>
                  <a:pt x="140017" y="160023"/>
                </a:cubicBezTo>
                <a:cubicBezTo>
                  <a:pt x="170522" y="160023"/>
                  <a:pt x="199088" y="156647"/>
                  <a:pt x="222966" y="150771"/>
                </a:cubicBezTo>
                <a:cubicBezTo>
                  <a:pt x="232591" y="148396"/>
                  <a:pt x="241718" y="145583"/>
                  <a:pt x="250032" y="142207"/>
                </a:cubicBezTo>
                <a:lnTo>
                  <a:pt x="250032" y="142207"/>
                </a:lnTo>
                <a:moveTo>
                  <a:pt x="30003" y="266283"/>
                </a:moveTo>
                <a:lnTo>
                  <a:pt x="30003" y="222277"/>
                </a:lnTo>
                <a:cubicBezTo>
                  <a:pt x="38317" y="225590"/>
                  <a:pt x="47444" y="228467"/>
                  <a:pt x="57068" y="230842"/>
                </a:cubicBezTo>
                <a:cubicBezTo>
                  <a:pt x="80947" y="236654"/>
                  <a:pt x="109513" y="240030"/>
                  <a:pt x="140017" y="240030"/>
                </a:cubicBezTo>
                <a:cubicBezTo>
                  <a:pt x="170522" y="240030"/>
                  <a:pt x="199088" y="236654"/>
                  <a:pt x="222967" y="230778"/>
                </a:cubicBezTo>
                <a:cubicBezTo>
                  <a:pt x="232591" y="228403"/>
                  <a:pt x="241718" y="225590"/>
                  <a:pt x="250032" y="222213"/>
                </a:cubicBezTo>
                <a:lnTo>
                  <a:pt x="250032" y="266219"/>
                </a:lnTo>
                <a:lnTo>
                  <a:pt x="249657" y="266533"/>
                </a:lnTo>
                <a:cubicBezTo>
                  <a:pt x="246344" y="269346"/>
                  <a:pt x="239718" y="273221"/>
                  <a:pt x="228903" y="277097"/>
                </a:cubicBezTo>
                <a:cubicBezTo>
                  <a:pt x="207587" y="284724"/>
                  <a:pt x="176148" y="290036"/>
                  <a:pt x="140017" y="290036"/>
                </a:cubicBezTo>
                <a:cubicBezTo>
                  <a:pt x="103887" y="290036"/>
                  <a:pt x="72448" y="284724"/>
                  <a:pt x="51132" y="277161"/>
                </a:cubicBezTo>
                <a:cubicBezTo>
                  <a:pt x="40317" y="273285"/>
                  <a:pt x="33755" y="269410"/>
                  <a:pt x="30378" y="266597"/>
                </a:cubicBezTo>
                <a:lnTo>
                  <a:pt x="30003" y="266283"/>
                </a:lnTo>
                <a:moveTo>
                  <a:pt x="251343" y="264971"/>
                </a:moveTo>
                <a:cubicBezTo>
                  <a:pt x="251343" y="264971"/>
                  <a:pt x="251343" y="265035"/>
                  <a:pt x="251217" y="265096"/>
                </a:cubicBezTo>
                <a:lnTo>
                  <a:pt x="251278" y="264971"/>
                </a:lnTo>
                <a:cubicBezTo>
                  <a:pt x="251278" y="264971"/>
                  <a:pt x="251278" y="264971"/>
                  <a:pt x="251278" y="264907"/>
                </a:cubicBezTo>
                <a:lnTo>
                  <a:pt x="251343" y="264971"/>
                </a:lnTo>
                <a:moveTo>
                  <a:pt x="28754" y="264971"/>
                </a:moveTo>
                <a:cubicBezTo>
                  <a:pt x="28754" y="264971"/>
                  <a:pt x="28754" y="265035"/>
                  <a:pt x="28880" y="265096"/>
                </a:cubicBezTo>
                <a:cubicBezTo>
                  <a:pt x="28818" y="265032"/>
                  <a:pt x="28818" y="264971"/>
                  <a:pt x="28754" y="264971"/>
                </a:cubicBezTo>
                <a:moveTo>
                  <a:pt x="28754" y="55069"/>
                </a:moveTo>
                <a:cubicBezTo>
                  <a:pt x="28754" y="55069"/>
                  <a:pt x="28816" y="55005"/>
                  <a:pt x="28880" y="54944"/>
                </a:cubicBezTo>
                <a:cubicBezTo>
                  <a:pt x="28818" y="55008"/>
                  <a:pt x="28754" y="55069"/>
                  <a:pt x="28754" y="55069"/>
                </a:cubicBezTo>
                <a:moveTo>
                  <a:pt x="251281" y="54944"/>
                </a:moveTo>
                <a:cubicBezTo>
                  <a:pt x="251343" y="55008"/>
                  <a:pt x="251407" y="55069"/>
                  <a:pt x="251407" y="55069"/>
                </a:cubicBezTo>
                <a:cubicBezTo>
                  <a:pt x="251407" y="55069"/>
                  <a:pt x="251407" y="55005"/>
                  <a:pt x="251281" y="54944"/>
                </a:cubicBezTo>
                <a:moveTo>
                  <a:pt x="280035" y="270034"/>
                </a:moveTo>
                <a:lnTo>
                  <a:pt x="280035" y="50006"/>
                </a:lnTo>
                <a:cubicBezTo>
                  <a:pt x="280035" y="22377"/>
                  <a:pt x="217341" y="0"/>
                  <a:pt x="140017" y="0"/>
                </a:cubicBezTo>
                <a:cubicBezTo>
                  <a:pt x="62694" y="0"/>
                  <a:pt x="0" y="22377"/>
                  <a:pt x="0" y="50006"/>
                </a:cubicBezTo>
                <a:lnTo>
                  <a:pt x="0" y="270034"/>
                </a:lnTo>
                <a:cubicBezTo>
                  <a:pt x="0" y="297663"/>
                  <a:pt x="62694" y="320040"/>
                  <a:pt x="140017" y="320040"/>
                </a:cubicBezTo>
                <a:cubicBezTo>
                  <a:pt x="217341" y="320040"/>
                  <a:pt x="280035" y="297663"/>
                  <a:pt x="280035" y="27003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39511" y="2702245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候选人管理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流程跟踪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面试管理</a:t>
            </a:r>
            <a:endParaRPr lang="en-US" sz="962" dirty="0"/>
          </a:p>
        </p:txBody>
      </p:sp>
      <p:sp>
        <p:nvSpPr>
          <p:cNvPr id="25" name="Text 23"/>
          <p:cNvSpPr/>
          <p:nvPr/>
        </p:nvSpPr>
        <p:spPr>
          <a:xfrm>
            <a:off x="8339511" y="219008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执行层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76285" y="1642830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87240" y="269855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月度计划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岗位管理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目标设定</a:t>
            </a:r>
            <a:endParaRPr lang="en-US" sz="962" dirty="0"/>
          </a:p>
        </p:txBody>
      </p:sp>
      <p:sp>
        <p:nvSpPr>
          <p:cNvPr id="28" name="Text 26"/>
          <p:cNvSpPr/>
          <p:nvPr/>
        </p:nvSpPr>
        <p:spPr>
          <a:xfrm>
            <a:off x="4587240" y="219008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计划层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07243" y="164283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8200" y="26954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统一登录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权限共享</a:t>
            </a:r>
            <a:endParaRPr lang="en-US" sz="962" dirty="0"/>
          </a:p>
          <a:p>
            <a:pPr algn="l" marL="0" indent="0">
              <a:lnSpc>
                <a:spcPct val="90000"/>
              </a:lnSpc>
              <a:spcBef>
                <a:spcPts val="962"/>
              </a:spcBef>
              <a:buNone/>
            </a:pPr>
            <a:r>
              <a:rPr lang="en-US" sz="962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简化访问</a:t>
            </a:r>
            <a:endParaRPr lang="en-US" sz="962" dirty="0"/>
          </a:p>
        </p:txBody>
      </p:sp>
      <p:sp>
        <p:nvSpPr>
          <p:cNvPr id="31" name="Text 29"/>
          <p:cNvSpPr/>
          <p:nvPr/>
        </p:nvSpPr>
        <p:spPr>
          <a:xfrm>
            <a:off x="838200" y="219268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用户层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972" y="164283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190023" y="80010"/>
                </a:moveTo>
                <a:cubicBezTo>
                  <a:pt x="190023" y="52394"/>
                  <a:pt x="167635" y="30004"/>
                  <a:pt x="140018" y="30004"/>
                </a:cubicBezTo>
                <a:cubicBezTo>
                  <a:pt x="112400" y="30004"/>
                  <a:pt x="90012" y="52394"/>
                  <a:pt x="90012" y="80010"/>
                </a:cubicBezTo>
                <a:cubicBezTo>
                  <a:pt x="90012" y="107626"/>
                  <a:pt x="112400" y="130016"/>
                  <a:pt x="140018" y="130016"/>
                </a:cubicBezTo>
                <a:cubicBezTo>
                  <a:pt x="167635" y="130016"/>
                  <a:pt x="190023" y="107626"/>
                  <a:pt x="190023" y="80010"/>
                </a:cubicBezTo>
                <a:moveTo>
                  <a:pt x="60009" y="80010"/>
                </a:moveTo>
                <a:cubicBezTo>
                  <a:pt x="60009" y="35822"/>
                  <a:pt x="95831" y="0"/>
                  <a:pt x="140017" y="0"/>
                </a:cubicBezTo>
                <a:cubicBezTo>
                  <a:pt x="184207" y="0"/>
                  <a:pt x="220026" y="35822"/>
                  <a:pt x="220026" y="80010"/>
                </a:cubicBezTo>
                <a:cubicBezTo>
                  <a:pt x="220026" y="124198"/>
                  <a:pt x="184204" y="160020"/>
                  <a:pt x="140017" y="160020"/>
                </a:cubicBezTo>
                <a:cubicBezTo>
                  <a:pt x="95828" y="160020"/>
                  <a:pt x="60009" y="124198"/>
                  <a:pt x="60009" y="80010"/>
                </a:cubicBezTo>
                <a:lnTo>
                  <a:pt x="60009" y="80010"/>
                </a:lnTo>
                <a:moveTo>
                  <a:pt x="30815" y="290036"/>
                </a:moveTo>
                <a:lnTo>
                  <a:pt x="249279" y="290036"/>
                </a:lnTo>
                <a:cubicBezTo>
                  <a:pt x="243714" y="250470"/>
                  <a:pt x="209713" y="220028"/>
                  <a:pt x="168643" y="220028"/>
                </a:cubicBezTo>
                <a:lnTo>
                  <a:pt x="111510" y="220028"/>
                </a:lnTo>
                <a:cubicBezTo>
                  <a:pt x="70443" y="220028"/>
                  <a:pt x="36438" y="250470"/>
                  <a:pt x="30874" y="290036"/>
                </a:cubicBezTo>
                <a:lnTo>
                  <a:pt x="30815" y="290036"/>
                </a:lnTo>
                <a:moveTo>
                  <a:pt x="0" y="301474"/>
                </a:moveTo>
                <a:cubicBezTo>
                  <a:pt x="0" y="239905"/>
                  <a:pt x="49880" y="190024"/>
                  <a:pt x="111451" y="190024"/>
                </a:cubicBezTo>
                <a:lnTo>
                  <a:pt x="168584" y="190024"/>
                </a:lnTo>
                <a:cubicBezTo>
                  <a:pt x="230155" y="190024"/>
                  <a:pt x="280035" y="239905"/>
                  <a:pt x="280035" y="301474"/>
                </a:cubicBezTo>
                <a:cubicBezTo>
                  <a:pt x="280035" y="311725"/>
                  <a:pt x="271721" y="320040"/>
                  <a:pt x="261472" y="320040"/>
                </a:cubicBezTo>
                <a:lnTo>
                  <a:pt x="18566" y="320040"/>
                </a:lnTo>
                <a:cubicBezTo>
                  <a:pt x="8314" y="320040"/>
                  <a:pt x="3" y="311725"/>
                  <a:pt x="3" y="301474"/>
                </a:cubicBezTo>
                <a:lnTo>
                  <a:pt x="0" y="30147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8216" y="3948597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669" y="3846050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60836" y="2969938"/>
            <a:ext cx="2114413" cy="876113"/>
          </a:xfrm>
          <a:custGeom>
            <a:avLst/>
            <a:gdLst/>
            <a:ahLst/>
            <a:cxnLst/>
            <a:rect l="l" t="t" r="r" b="b"/>
            <a:pathLst>
              <a:path w="2114413" h="876113">
                <a:moveTo>
                  <a:pt x="0" y="876113"/>
                </a:moveTo>
                <a:lnTo>
                  <a:pt x="0" y="438057"/>
                </a:lnTo>
                <a:lnTo>
                  <a:pt x="2114413" y="438057"/>
                </a:lnTo>
                <a:lnTo>
                  <a:pt x="2114413" y="0"/>
                </a:ln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2629" y="2182150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30082" y="2079603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98127" y="2969938"/>
            <a:ext cx="2125835" cy="876113"/>
          </a:xfrm>
          <a:custGeom>
            <a:avLst/>
            <a:gdLst/>
            <a:ahLst/>
            <a:cxnLst/>
            <a:rect l="l" t="t" r="r" b="b"/>
            <a:pathLst>
              <a:path w="2125835" h="876113">
                <a:moveTo>
                  <a:pt x="0" y="876113"/>
                </a:moveTo>
                <a:lnTo>
                  <a:pt x="0" y="438057"/>
                </a:lnTo>
                <a:lnTo>
                  <a:pt x="2125835" y="438057"/>
                </a:lnTo>
                <a:lnTo>
                  <a:pt x="2125835" y="0"/>
                </a:ln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81342" y="2182150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78795" y="2079603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75250" y="2969938"/>
            <a:ext cx="2122878" cy="876113"/>
          </a:xfrm>
          <a:custGeom>
            <a:avLst/>
            <a:gdLst/>
            <a:ahLst/>
            <a:cxnLst/>
            <a:rect l="l" t="t" r="r" b="b"/>
            <a:pathLst>
              <a:path w="2122878" h="876113">
                <a:moveTo>
                  <a:pt x="2122878" y="876113"/>
                </a:moveTo>
                <a:lnTo>
                  <a:pt x="2122878" y="438057"/>
                </a:lnTo>
                <a:lnTo>
                  <a:pt x="0" y="43805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5507" y="3948597"/>
            <a:ext cx="685241" cy="685241"/>
          </a:xfrm>
          <a:custGeom>
            <a:avLst/>
            <a:gdLst/>
            <a:ahLst/>
            <a:cxnLst/>
            <a:rect l="l" t="t" r="r" b="b"/>
            <a:pathLst>
              <a:path w="685241" h="685241">
                <a:moveTo>
                  <a:pt x="0" y="342621"/>
                </a:moveTo>
                <a:cubicBezTo>
                  <a:pt x="0" y="153398"/>
                  <a:pt x="153398" y="0"/>
                  <a:pt x="342621" y="0"/>
                </a:cubicBezTo>
                <a:cubicBezTo>
                  <a:pt x="531843" y="0"/>
                  <a:pt x="685241" y="153398"/>
                  <a:pt x="685241" y="342621"/>
                </a:cubicBezTo>
                <a:cubicBezTo>
                  <a:pt x="685241" y="531843"/>
                  <a:pt x="531843" y="685241"/>
                  <a:pt x="342621" y="685241"/>
                </a:cubicBezTo>
                <a:cubicBezTo>
                  <a:pt x="153398" y="685241"/>
                  <a:pt x="0" y="531843"/>
                  <a:pt x="0" y="342621"/>
                </a:cubicBezTo>
              </a:path>
            </a:pathLst>
          </a:custGeom>
          <a:solidFill>
            <a:srgbClr val="D0E2FC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52960" y="3846050"/>
            <a:ext cx="890334" cy="890334"/>
          </a:xfrm>
          <a:custGeom>
            <a:avLst/>
            <a:gdLst/>
            <a:ahLst/>
            <a:cxnLst/>
            <a:rect l="l" t="t" r="r" b="b"/>
            <a:pathLst>
              <a:path w="890334" h="890334">
                <a:moveTo>
                  <a:pt x="0" y="445167"/>
                </a:moveTo>
                <a:cubicBezTo>
                  <a:pt x="0" y="199310"/>
                  <a:pt x="199310" y="0"/>
                  <a:pt x="445167" y="0"/>
                </a:cubicBezTo>
                <a:cubicBezTo>
                  <a:pt x="691024" y="0"/>
                  <a:pt x="890334" y="199310"/>
                  <a:pt x="890334" y="445167"/>
                </a:cubicBezTo>
                <a:cubicBezTo>
                  <a:pt x="890334" y="691024"/>
                  <a:pt x="691024" y="890334"/>
                  <a:pt x="445167" y="890334"/>
                </a:cubicBezTo>
                <a:cubicBezTo>
                  <a:pt x="199310" y="890334"/>
                  <a:pt x="0" y="691024"/>
                  <a:pt x="0" y="445167"/>
                </a:cubicBezTo>
              </a:path>
            </a:pathLst>
          </a:custGeom>
          <a:noFill/>
          <a:ln w="952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实施路径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88633" y="18768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数据分析和招聘漏斗上线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88633" y="142092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第四阶段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43962" y="234477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192856" y="38570"/>
                </a:moveTo>
                <a:lnTo>
                  <a:pt x="192856" y="321426"/>
                </a:lnTo>
                <a:lnTo>
                  <a:pt x="167141" y="321426"/>
                </a:lnTo>
                <a:lnTo>
                  <a:pt x="167141" y="38570"/>
                </a:lnTo>
                <a:lnTo>
                  <a:pt x="192856" y="38570"/>
                </a:lnTo>
                <a:moveTo>
                  <a:pt x="167144" y="0"/>
                </a:moveTo>
                <a:cubicBezTo>
                  <a:pt x="145850" y="0"/>
                  <a:pt x="128574" y="17276"/>
                  <a:pt x="128574" y="38570"/>
                </a:cubicBezTo>
                <a:lnTo>
                  <a:pt x="128574" y="321426"/>
                </a:lnTo>
                <a:cubicBezTo>
                  <a:pt x="128574" y="342720"/>
                  <a:pt x="145850" y="359997"/>
                  <a:pt x="167144" y="359997"/>
                </a:cubicBezTo>
                <a:lnTo>
                  <a:pt x="192859" y="359997"/>
                </a:lnTo>
                <a:cubicBezTo>
                  <a:pt x="214153" y="359997"/>
                  <a:pt x="231430" y="342720"/>
                  <a:pt x="231430" y="321426"/>
                </a:cubicBezTo>
                <a:lnTo>
                  <a:pt x="231430" y="38570"/>
                </a:lnTo>
                <a:cubicBezTo>
                  <a:pt x="231430" y="17276"/>
                  <a:pt x="214153" y="0"/>
                  <a:pt x="192859" y="0"/>
                </a:cubicBezTo>
                <a:lnTo>
                  <a:pt x="167144" y="0"/>
                </a:lnTo>
                <a:moveTo>
                  <a:pt x="64285" y="192856"/>
                </a:moveTo>
                <a:lnTo>
                  <a:pt x="64285" y="321426"/>
                </a:lnTo>
                <a:lnTo>
                  <a:pt x="38570" y="321426"/>
                </a:lnTo>
                <a:lnTo>
                  <a:pt x="38570" y="192856"/>
                </a:lnTo>
                <a:lnTo>
                  <a:pt x="64285" y="192856"/>
                </a:lnTo>
                <a:moveTo>
                  <a:pt x="38570" y="154285"/>
                </a:moveTo>
                <a:cubicBezTo>
                  <a:pt x="17276" y="154285"/>
                  <a:pt x="0" y="171562"/>
                  <a:pt x="0" y="192856"/>
                </a:cubicBezTo>
                <a:lnTo>
                  <a:pt x="0" y="321426"/>
                </a:lnTo>
                <a:cubicBezTo>
                  <a:pt x="0" y="342720"/>
                  <a:pt x="17276" y="359996"/>
                  <a:pt x="38570" y="359996"/>
                </a:cubicBezTo>
                <a:lnTo>
                  <a:pt x="64285" y="359996"/>
                </a:lnTo>
                <a:cubicBezTo>
                  <a:pt x="85579" y="359996"/>
                  <a:pt x="102856" y="342720"/>
                  <a:pt x="102856" y="321426"/>
                </a:cubicBezTo>
                <a:lnTo>
                  <a:pt x="102856" y="192856"/>
                </a:lnTo>
                <a:cubicBezTo>
                  <a:pt x="102856" y="171562"/>
                  <a:pt x="85579" y="154285"/>
                  <a:pt x="64285" y="154285"/>
                </a:cubicBezTo>
                <a:lnTo>
                  <a:pt x="38570" y="154285"/>
                </a:lnTo>
                <a:moveTo>
                  <a:pt x="295715" y="90000"/>
                </a:moveTo>
                <a:lnTo>
                  <a:pt x="321430" y="90000"/>
                </a:lnTo>
                <a:lnTo>
                  <a:pt x="321430" y="321430"/>
                </a:lnTo>
                <a:lnTo>
                  <a:pt x="295715" y="321430"/>
                </a:lnTo>
                <a:lnTo>
                  <a:pt x="295715" y="90000"/>
                </a:lnTo>
                <a:moveTo>
                  <a:pt x="257144" y="90000"/>
                </a:moveTo>
                <a:lnTo>
                  <a:pt x="257144" y="321430"/>
                </a:lnTo>
                <a:cubicBezTo>
                  <a:pt x="257144" y="342724"/>
                  <a:pt x="274421" y="360000"/>
                  <a:pt x="295715" y="360000"/>
                </a:cubicBezTo>
                <a:lnTo>
                  <a:pt x="321430" y="360000"/>
                </a:lnTo>
                <a:cubicBezTo>
                  <a:pt x="342724" y="360000"/>
                  <a:pt x="360000" y="342724"/>
                  <a:pt x="360000" y="321430"/>
                </a:cubicBezTo>
                <a:lnTo>
                  <a:pt x="360000" y="90000"/>
                </a:lnTo>
                <a:cubicBezTo>
                  <a:pt x="360000" y="68706"/>
                  <a:pt x="342724" y="51430"/>
                  <a:pt x="321430" y="51430"/>
                </a:cubicBezTo>
                <a:lnTo>
                  <a:pt x="295715" y="51430"/>
                </a:lnTo>
                <a:cubicBezTo>
                  <a:pt x="274421" y="51430"/>
                  <a:pt x="257144" y="68706"/>
                  <a:pt x="257144" y="90000"/>
                </a:cubicBezTo>
                <a:lnTo>
                  <a:pt x="257144" y="90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65652" y="4108996"/>
            <a:ext cx="2834640" cy="16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面试管理和流程跟踪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5652" y="365307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63127" y="4111217"/>
            <a:ext cx="270000" cy="360000"/>
          </a:xfrm>
          <a:custGeom>
            <a:avLst/>
            <a:gdLst/>
            <a:ahLst/>
            <a:cxnLst/>
            <a:rect l="l" t="t" r="r" b="b"/>
            <a:pathLst>
              <a:path w="270000" h="360000">
                <a:moveTo>
                  <a:pt x="196876" y="45000"/>
                </a:moveTo>
                <a:lnTo>
                  <a:pt x="225002" y="45000"/>
                </a:lnTo>
                <a:cubicBezTo>
                  <a:pt x="249823" y="45000"/>
                  <a:pt x="270003" y="65178"/>
                  <a:pt x="270003" y="90000"/>
                </a:cubicBezTo>
                <a:lnTo>
                  <a:pt x="270003" y="315000"/>
                </a:lnTo>
                <a:cubicBezTo>
                  <a:pt x="270003" y="339822"/>
                  <a:pt x="249823" y="360000"/>
                  <a:pt x="225002" y="360000"/>
                </a:cubicBezTo>
                <a:lnTo>
                  <a:pt x="45001" y="360000"/>
                </a:lnTo>
                <a:cubicBezTo>
                  <a:pt x="20180" y="360000"/>
                  <a:pt x="0" y="339822"/>
                  <a:pt x="0" y="315000"/>
                </a:cubicBezTo>
                <a:lnTo>
                  <a:pt x="0" y="90000"/>
                </a:lnTo>
                <a:cubicBezTo>
                  <a:pt x="0" y="65178"/>
                  <a:pt x="20180" y="45000"/>
                  <a:pt x="45001" y="45000"/>
                </a:cubicBezTo>
                <a:lnTo>
                  <a:pt x="73127" y="45000"/>
                </a:lnTo>
                <a:lnTo>
                  <a:pt x="79877" y="45000"/>
                </a:lnTo>
                <a:cubicBezTo>
                  <a:pt x="85080" y="19336"/>
                  <a:pt x="107792" y="0"/>
                  <a:pt x="135003" y="0"/>
                </a:cubicBezTo>
                <a:cubicBezTo>
                  <a:pt x="162213" y="0"/>
                  <a:pt x="184926" y="19336"/>
                  <a:pt x="190129" y="45000"/>
                </a:cubicBezTo>
                <a:lnTo>
                  <a:pt x="196876" y="45000"/>
                </a:lnTo>
                <a:moveTo>
                  <a:pt x="45001" y="78750"/>
                </a:moveTo>
                <a:cubicBezTo>
                  <a:pt x="38812" y="78750"/>
                  <a:pt x="33750" y="83812"/>
                  <a:pt x="33750" y="90000"/>
                </a:cubicBezTo>
                <a:lnTo>
                  <a:pt x="33750" y="315000"/>
                </a:lnTo>
                <a:cubicBezTo>
                  <a:pt x="33750" y="321188"/>
                  <a:pt x="38812" y="326250"/>
                  <a:pt x="45001" y="326250"/>
                </a:cubicBezTo>
                <a:lnTo>
                  <a:pt x="225002" y="326250"/>
                </a:lnTo>
                <a:cubicBezTo>
                  <a:pt x="231190" y="326250"/>
                  <a:pt x="236253" y="321188"/>
                  <a:pt x="236253" y="315000"/>
                </a:cubicBezTo>
                <a:lnTo>
                  <a:pt x="236253" y="90000"/>
                </a:lnTo>
                <a:cubicBezTo>
                  <a:pt x="236253" y="83812"/>
                  <a:pt x="231190" y="78750"/>
                  <a:pt x="225002" y="78750"/>
                </a:cubicBezTo>
                <a:lnTo>
                  <a:pt x="213751" y="78750"/>
                </a:lnTo>
                <a:lnTo>
                  <a:pt x="213751" y="95627"/>
                </a:lnTo>
                <a:cubicBezTo>
                  <a:pt x="213751" y="104980"/>
                  <a:pt x="206229" y="112504"/>
                  <a:pt x="196876" y="112504"/>
                </a:cubicBezTo>
                <a:lnTo>
                  <a:pt x="135000" y="112504"/>
                </a:lnTo>
                <a:lnTo>
                  <a:pt x="73124" y="112504"/>
                </a:lnTo>
                <a:cubicBezTo>
                  <a:pt x="63771" y="112504"/>
                  <a:pt x="56249" y="104980"/>
                  <a:pt x="56249" y="95630"/>
                </a:cubicBezTo>
                <a:lnTo>
                  <a:pt x="56249" y="78757"/>
                </a:lnTo>
                <a:lnTo>
                  <a:pt x="45001" y="78750"/>
                </a:lnTo>
                <a:moveTo>
                  <a:pt x="135000" y="73127"/>
                </a:moveTo>
                <a:cubicBezTo>
                  <a:pt x="144320" y="73127"/>
                  <a:pt x="151875" y="65570"/>
                  <a:pt x="151875" y="56254"/>
                </a:cubicBezTo>
                <a:cubicBezTo>
                  <a:pt x="151875" y="46933"/>
                  <a:pt x="144320" y="39380"/>
                  <a:pt x="135000" y="39380"/>
                </a:cubicBezTo>
                <a:cubicBezTo>
                  <a:pt x="125680" y="39380"/>
                  <a:pt x="118125" y="46937"/>
                  <a:pt x="118125" y="56257"/>
                </a:cubicBezTo>
                <a:cubicBezTo>
                  <a:pt x="118125" y="65578"/>
                  <a:pt x="125680" y="73134"/>
                  <a:pt x="135000" y="73134"/>
                </a:cubicBezTo>
                <a:lnTo>
                  <a:pt x="135000" y="7312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5314" y="18768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招聘计划和候选人管理功能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85314" y="142092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17749" y="2344770"/>
            <a:ext cx="315000" cy="360000"/>
          </a:xfrm>
          <a:custGeom>
            <a:avLst/>
            <a:gdLst/>
            <a:ahLst/>
            <a:cxnLst/>
            <a:rect l="l" t="t" r="r" b="b"/>
            <a:pathLst>
              <a:path w="315000" h="360000">
                <a:moveTo>
                  <a:pt x="213750" y="90000"/>
                </a:moveTo>
                <a:cubicBezTo>
                  <a:pt x="213750" y="58936"/>
                  <a:pt x="188565" y="33750"/>
                  <a:pt x="157500" y="33750"/>
                </a:cubicBezTo>
                <a:cubicBezTo>
                  <a:pt x="126435" y="33750"/>
                  <a:pt x="101251" y="58936"/>
                  <a:pt x="101251" y="90000"/>
                </a:cubicBezTo>
                <a:cubicBezTo>
                  <a:pt x="101251" y="121064"/>
                  <a:pt x="126435" y="146250"/>
                  <a:pt x="157500" y="146250"/>
                </a:cubicBezTo>
                <a:cubicBezTo>
                  <a:pt x="188565" y="146250"/>
                  <a:pt x="213750" y="121064"/>
                  <a:pt x="213750" y="90000"/>
                </a:cubicBezTo>
                <a:moveTo>
                  <a:pt x="67501" y="90000"/>
                </a:moveTo>
                <a:cubicBezTo>
                  <a:pt x="67501" y="40295"/>
                  <a:pt x="107796" y="0"/>
                  <a:pt x="157500" y="0"/>
                </a:cubicBezTo>
                <a:cubicBezTo>
                  <a:pt x="207207" y="0"/>
                  <a:pt x="247499" y="40295"/>
                  <a:pt x="247499" y="90000"/>
                </a:cubicBezTo>
                <a:cubicBezTo>
                  <a:pt x="247499" y="139705"/>
                  <a:pt x="207204" y="180000"/>
                  <a:pt x="157500" y="180000"/>
                </a:cubicBezTo>
                <a:cubicBezTo>
                  <a:pt x="107793" y="180000"/>
                  <a:pt x="67501" y="139705"/>
                  <a:pt x="67501" y="90000"/>
                </a:cubicBezTo>
                <a:lnTo>
                  <a:pt x="67501" y="90000"/>
                </a:lnTo>
                <a:moveTo>
                  <a:pt x="34663" y="326250"/>
                </a:moveTo>
                <a:lnTo>
                  <a:pt x="280404" y="326250"/>
                </a:lnTo>
                <a:cubicBezTo>
                  <a:pt x="274144" y="281743"/>
                  <a:pt x="235897" y="247500"/>
                  <a:pt x="189699" y="247500"/>
                </a:cubicBezTo>
                <a:lnTo>
                  <a:pt x="125433" y="247500"/>
                </a:lnTo>
                <a:cubicBezTo>
                  <a:pt x="79238" y="247500"/>
                  <a:pt x="40988" y="281743"/>
                  <a:pt x="34729" y="326250"/>
                </a:cubicBezTo>
                <a:lnTo>
                  <a:pt x="34663" y="326250"/>
                </a:lnTo>
                <a:moveTo>
                  <a:pt x="0" y="339116"/>
                </a:moveTo>
                <a:cubicBezTo>
                  <a:pt x="0" y="269860"/>
                  <a:pt x="56108" y="213750"/>
                  <a:pt x="125367" y="213750"/>
                </a:cubicBezTo>
                <a:lnTo>
                  <a:pt x="189633" y="213750"/>
                </a:lnTo>
                <a:cubicBezTo>
                  <a:pt x="258892" y="213750"/>
                  <a:pt x="315000" y="269860"/>
                  <a:pt x="315000" y="339116"/>
                </a:cubicBezTo>
                <a:cubicBezTo>
                  <a:pt x="315000" y="350647"/>
                  <a:pt x="305648" y="360000"/>
                  <a:pt x="294119" y="360000"/>
                </a:cubicBezTo>
                <a:lnTo>
                  <a:pt x="20884" y="360000"/>
                </a:lnTo>
                <a:cubicBezTo>
                  <a:pt x="9352" y="360000"/>
                  <a:pt x="3" y="350647"/>
                  <a:pt x="3" y="339116"/>
                </a:cubicBezTo>
                <a:lnTo>
                  <a:pt x="0" y="33911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28361" y="4108996"/>
            <a:ext cx="2834640" cy="16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10000"/>
              </a:lnSpc>
              <a:buSzPct val="120000"/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登录系统和基础框架搭建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28361" y="365307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836" y="4165217"/>
            <a:ext cx="360000" cy="252000"/>
          </a:xfrm>
          <a:custGeom>
            <a:avLst/>
            <a:gdLst/>
            <a:ahLst/>
            <a:cxnLst/>
            <a:rect l="l" t="t" r="r" b="b"/>
            <a:pathLst>
              <a:path w="360000" h="252000">
                <a:moveTo>
                  <a:pt x="216000" y="26999"/>
                </a:moveTo>
                <a:cubicBezTo>
                  <a:pt x="220950" y="26999"/>
                  <a:pt x="225000" y="31049"/>
                  <a:pt x="225000" y="35998"/>
                </a:cubicBezTo>
                <a:lnTo>
                  <a:pt x="225000" y="161998"/>
                </a:lnTo>
                <a:cubicBezTo>
                  <a:pt x="225000" y="166948"/>
                  <a:pt x="220950" y="170997"/>
                  <a:pt x="216000" y="170997"/>
                </a:cubicBezTo>
                <a:lnTo>
                  <a:pt x="158231" y="170997"/>
                </a:lnTo>
                <a:lnTo>
                  <a:pt x="148500" y="170997"/>
                </a:lnTo>
                <a:lnTo>
                  <a:pt x="103500" y="170997"/>
                </a:lnTo>
                <a:lnTo>
                  <a:pt x="93769" y="170997"/>
                </a:lnTo>
                <a:lnTo>
                  <a:pt x="36000" y="170997"/>
                </a:lnTo>
                <a:cubicBezTo>
                  <a:pt x="31050" y="170997"/>
                  <a:pt x="27000" y="166948"/>
                  <a:pt x="27000" y="161998"/>
                </a:cubicBezTo>
                <a:lnTo>
                  <a:pt x="27000" y="35998"/>
                </a:lnTo>
                <a:cubicBezTo>
                  <a:pt x="27000" y="31049"/>
                  <a:pt x="31050" y="26999"/>
                  <a:pt x="36000" y="26999"/>
                </a:cubicBezTo>
                <a:lnTo>
                  <a:pt x="216000" y="26999"/>
                </a:lnTo>
                <a:moveTo>
                  <a:pt x="36000" y="197999"/>
                </a:moveTo>
                <a:lnTo>
                  <a:pt x="84769" y="197999"/>
                </a:lnTo>
                <a:lnTo>
                  <a:pt x="75769" y="224998"/>
                </a:lnTo>
                <a:lnTo>
                  <a:pt x="49500" y="224998"/>
                </a:lnTo>
                <a:cubicBezTo>
                  <a:pt x="42019" y="224998"/>
                  <a:pt x="36000" y="231016"/>
                  <a:pt x="36000" y="238498"/>
                </a:cubicBezTo>
                <a:cubicBezTo>
                  <a:pt x="36000" y="245980"/>
                  <a:pt x="42019" y="251998"/>
                  <a:pt x="49500" y="251998"/>
                </a:cubicBezTo>
                <a:lnTo>
                  <a:pt x="66769" y="251998"/>
                </a:lnTo>
                <a:lnTo>
                  <a:pt x="85500" y="251998"/>
                </a:lnTo>
                <a:lnTo>
                  <a:pt x="166500" y="251998"/>
                </a:lnTo>
                <a:lnTo>
                  <a:pt x="185231" y="251998"/>
                </a:lnTo>
                <a:lnTo>
                  <a:pt x="202500" y="251998"/>
                </a:lnTo>
                <a:cubicBezTo>
                  <a:pt x="209981" y="251998"/>
                  <a:pt x="216000" y="245980"/>
                  <a:pt x="216000" y="238498"/>
                </a:cubicBezTo>
                <a:cubicBezTo>
                  <a:pt x="216000" y="231016"/>
                  <a:pt x="209981" y="224998"/>
                  <a:pt x="202500" y="224998"/>
                </a:cubicBezTo>
                <a:lnTo>
                  <a:pt x="176231" y="224998"/>
                </a:lnTo>
                <a:lnTo>
                  <a:pt x="167231" y="197999"/>
                </a:lnTo>
                <a:lnTo>
                  <a:pt x="216000" y="197999"/>
                </a:lnTo>
                <a:cubicBezTo>
                  <a:pt x="235858" y="197999"/>
                  <a:pt x="252000" y="181856"/>
                  <a:pt x="252000" y="161998"/>
                </a:cubicBezTo>
                <a:lnTo>
                  <a:pt x="252000" y="35998"/>
                </a:lnTo>
                <a:cubicBezTo>
                  <a:pt x="252000" y="16143"/>
                  <a:pt x="235858" y="-2"/>
                  <a:pt x="216000" y="-2"/>
                </a:cubicBezTo>
                <a:lnTo>
                  <a:pt x="36000" y="-2"/>
                </a:lnTo>
                <a:cubicBezTo>
                  <a:pt x="16143" y="-2"/>
                  <a:pt x="0" y="16141"/>
                  <a:pt x="0" y="35998"/>
                </a:cubicBezTo>
                <a:lnTo>
                  <a:pt x="0" y="161998"/>
                </a:lnTo>
                <a:cubicBezTo>
                  <a:pt x="0" y="181853"/>
                  <a:pt x="16143" y="197999"/>
                  <a:pt x="36000" y="197999"/>
                </a:cubicBezTo>
                <a:lnTo>
                  <a:pt x="36000" y="197999"/>
                </a:lnTo>
                <a:moveTo>
                  <a:pt x="104231" y="225001"/>
                </a:moveTo>
                <a:lnTo>
                  <a:pt x="113231" y="198001"/>
                </a:lnTo>
                <a:lnTo>
                  <a:pt x="138769" y="198001"/>
                </a:lnTo>
                <a:lnTo>
                  <a:pt x="147769" y="225001"/>
                </a:lnTo>
                <a:lnTo>
                  <a:pt x="104231" y="225001"/>
                </a:lnTo>
                <a:moveTo>
                  <a:pt x="297000" y="26999"/>
                </a:moveTo>
                <a:lnTo>
                  <a:pt x="333000" y="26999"/>
                </a:lnTo>
                <a:lnTo>
                  <a:pt x="333000" y="45000"/>
                </a:lnTo>
                <a:lnTo>
                  <a:pt x="297000" y="45000"/>
                </a:lnTo>
                <a:lnTo>
                  <a:pt x="297000" y="26999"/>
                </a:lnTo>
                <a:moveTo>
                  <a:pt x="297000" y="71999"/>
                </a:moveTo>
                <a:lnTo>
                  <a:pt x="333000" y="71999"/>
                </a:lnTo>
                <a:lnTo>
                  <a:pt x="333000" y="89999"/>
                </a:lnTo>
                <a:lnTo>
                  <a:pt x="297000" y="89999"/>
                </a:lnTo>
                <a:lnTo>
                  <a:pt x="297000" y="71999"/>
                </a:lnTo>
                <a:moveTo>
                  <a:pt x="333000" y="117001"/>
                </a:moveTo>
                <a:lnTo>
                  <a:pt x="333000" y="225001"/>
                </a:lnTo>
                <a:lnTo>
                  <a:pt x="297000" y="225001"/>
                </a:lnTo>
                <a:lnTo>
                  <a:pt x="297000" y="117001"/>
                </a:lnTo>
                <a:lnTo>
                  <a:pt x="333000" y="117001"/>
                </a:lnTo>
                <a:moveTo>
                  <a:pt x="270000" y="26999"/>
                </a:moveTo>
                <a:lnTo>
                  <a:pt x="270000" y="224998"/>
                </a:lnTo>
                <a:cubicBezTo>
                  <a:pt x="270000" y="239904"/>
                  <a:pt x="282092" y="251997"/>
                  <a:pt x="297000" y="251997"/>
                </a:cubicBezTo>
                <a:lnTo>
                  <a:pt x="333000" y="251997"/>
                </a:lnTo>
                <a:cubicBezTo>
                  <a:pt x="347908" y="251997"/>
                  <a:pt x="360000" y="239904"/>
                  <a:pt x="360000" y="224998"/>
                </a:cubicBezTo>
                <a:lnTo>
                  <a:pt x="360000" y="26999"/>
                </a:lnTo>
                <a:cubicBezTo>
                  <a:pt x="360000" y="12094"/>
                  <a:pt x="347908" y="0"/>
                  <a:pt x="333000" y="0"/>
                </a:cubicBezTo>
                <a:lnTo>
                  <a:pt x="297000" y="0"/>
                </a:lnTo>
                <a:cubicBezTo>
                  <a:pt x="282092" y="0"/>
                  <a:pt x="270000" y="12094"/>
                  <a:pt x="270000" y="26999"/>
                </a:cubicBezTo>
                <a:lnTo>
                  <a:pt x="270000" y="26999"/>
                </a:lnTo>
                <a:moveTo>
                  <a:pt x="315000" y="184499"/>
                </a:moveTo>
                <a:cubicBezTo>
                  <a:pt x="322456" y="184499"/>
                  <a:pt x="328500" y="178456"/>
                  <a:pt x="328500" y="171000"/>
                </a:cubicBezTo>
                <a:cubicBezTo>
                  <a:pt x="328500" y="163543"/>
                  <a:pt x="322456" y="157500"/>
                  <a:pt x="315000" y="157500"/>
                </a:cubicBezTo>
                <a:cubicBezTo>
                  <a:pt x="307544" y="157500"/>
                  <a:pt x="301500" y="163543"/>
                  <a:pt x="301500" y="171000"/>
                </a:cubicBezTo>
                <a:cubicBezTo>
                  <a:pt x="301500" y="178456"/>
                  <a:pt x="307544" y="184499"/>
                  <a:pt x="315000" y="184499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预期收益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全流程招聘管理系统介绍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决策准确度提升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提升80%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80%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30936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候选人流失率降低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降低30%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7472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招聘数据透明度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达到100%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100%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4008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招聘流程效率提升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提升50%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79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50%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2025-12-25T09:54:55Z</dcterms:created>
  <dcterms:modified xsi:type="dcterms:W3CDTF">2025-12-25T09:54:55Z</dcterms:modified>
</cp:coreProperties>
</file>