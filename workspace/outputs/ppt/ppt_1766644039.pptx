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Regular" pitchFamily="2" charset="0"/>
      <p:regular r:id="rId101"/>
    </p:embeddedFont>
    <p:embeddedFont>
      <p:font typeface="Figtree Bold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2fc92c9065b43a422df1d778be0ba7c5d9981e0d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1a9add17137d1ac1234aad51f6cad000b4636a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83d7f80b65bc19ca9e8f5504e51a268ed45860bf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1"/>
            <a:srcRect/>
            <a:stretch>
              <a:fillRect l="0" r="0" t="-6875" b="-6875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智能招聘管理系统全景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数据驱动优化招聘流程与效率提升的解决方案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系统概述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登录与权限设计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主页仪表盘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实施收益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谢谢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1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7679" y="1157457"/>
            <a:ext cx="7223760" cy="9525"/>
          </a:xfrm>
          <a:custGeom>
            <a:avLst/>
            <a:gdLst/>
            <a:ahLst/>
            <a:cxnLst/>
            <a:rect l="l" t="t" r="r" b="b"/>
            <a:pathLst>
              <a:path w="7223760" h="9525">
                <a:moveTo>
                  <a:pt x="0" y="0"/>
                </a:moveTo>
                <a:lnTo>
                  <a:pt x="72237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06264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-1" y="0"/>
            <a:ext cx="3840480" cy="6858000"/>
          </a:xfrm>
          <a:prstGeom prst="rect">
            <a:avLst/>
          </a:prstGeom>
          <a:blipFill>
            <a:blip r:embed="rId2"/>
            <a:srcRect/>
            <a:stretch>
              <a:fillRect l="-91618" r="-91618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7679" y="1"/>
            <a:ext cx="72578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招聘管理系统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14639" y="6309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96049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68639" y="278699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数据驱动的智能招聘管理平台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68639" y="20375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智能招聘管理平台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68639" y="1487761"/>
            <a:ext cx="457200" cy="365760"/>
          </a:xfrm>
          <a:custGeom>
            <a:avLst/>
            <a:gdLst/>
            <a:ahLst/>
            <a:cxnLst/>
            <a:rect l="l" t="t" r="r" b="b"/>
            <a:pathLst>
              <a:path w="457200" h="365760">
                <a:moveTo>
                  <a:pt x="228600" y="0"/>
                </a:moveTo>
                <a:cubicBezTo>
                  <a:pt x="238101" y="0"/>
                  <a:pt x="245745" y="7644"/>
                  <a:pt x="245745" y="17147"/>
                </a:cubicBezTo>
                <a:lnTo>
                  <a:pt x="245745" y="68584"/>
                </a:lnTo>
                <a:lnTo>
                  <a:pt x="320040" y="68584"/>
                </a:lnTo>
                <a:cubicBezTo>
                  <a:pt x="357901" y="68584"/>
                  <a:pt x="388620" y="99300"/>
                  <a:pt x="388620" y="137164"/>
                </a:cubicBezTo>
                <a:lnTo>
                  <a:pt x="388620" y="297184"/>
                </a:lnTo>
                <a:cubicBezTo>
                  <a:pt x="388620" y="335047"/>
                  <a:pt x="357901" y="365764"/>
                  <a:pt x="320040" y="365764"/>
                </a:cubicBezTo>
                <a:lnTo>
                  <a:pt x="137160" y="365764"/>
                </a:lnTo>
                <a:cubicBezTo>
                  <a:pt x="99299" y="365764"/>
                  <a:pt x="68580" y="335047"/>
                  <a:pt x="68580" y="297184"/>
                </a:cubicBezTo>
                <a:lnTo>
                  <a:pt x="68580" y="137164"/>
                </a:lnTo>
                <a:cubicBezTo>
                  <a:pt x="68580" y="99300"/>
                  <a:pt x="99299" y="68584"/>
                  <a:pt x="137160" y="68584"/>
                </a:cubicBezTo>
                <a:lnTo>
                  <a:pt x="211455" y="68584"/>
                </a:lnTo>
                <a:lnTo>
                  <a:pt x="211455" y="17150"/>
                </a:lnTo>
                <a:cubicBezTo>
                  <a:pt x="211455" y="7648"/>
                  <a:pt x="219099" y="7"/>
                  <a:pt x="228600" y="7"/>
                </a:cubicBezTo>
                <a:lnTo>
                  <a:pt x="228600" y="0"/>
                </a:lnTo>
                <a:moveTo>
                  <a:pt x="137160" y="102870"/>
                </a:moveTo>
                <a:cubicBezTo>
                  <a:pt x="118227" y="102870"/>
                  <a:pt x="102870" y="118228"/>
                  <a:pt x="102870" y="137160"/>
                </a:cubicBezTo>
                <a:lnTo>
                  <a:pt x="102870" y="297180"/>
                </a:lnTo>
                <a:cubicBezTo>
                  <a:pt x="102870" y="316112"/>
                  <a:pt x="118227" y="331470"/>
                  <a:pt x="137160" y="331470"/>
                </a:cubicBezTo>
                <a:lnTo>
                  <a:pt x="320040" y="331470"/>
                </a:lnTo>
                <a:cubicBezTo>
                  <a:pt x="338973" y="331470"/>
                  <a:pt x="354330" y="316112"/>
                  <a:pt x="354330" y="297180"/>
                </a:cubicBezTo>
                <a:lnTo>
                  <a:pt x="354330" y="137160"/>
                </a:lnTo>
                <a:cubicBezTo>
                  <a:pt x="354330" y="118228"/>
                  <a:pt x="338973" y="102870"/>
                  <a:pt x="320040" y="102870"/>
                </a:cubicBezTo>
                <a:lnTo>
                  <a:pt x="228600" y="102870"/>
                </a:lnTo>
                <a:lnTo>
                  <a:pt x="137160" y="102870"/>
                </a:lnTo>
                <a:moveTo>
                  <a:pt x="34290" y="160020"/>
                </a:moveTo>
                <a:lnTo>
                  <a:pt x="45720" y="160020"/>
                </a:lnTo>
                <a:lnTo>
                  <a:pt x="45720" y="297180"/>
                </a:lnTo>
                <a:lnTo>
                  <a:pt x="34290" y="297180"/>
                </a:lnTo>
                <a:cubicBezTo>
                  <a:pt x="15357" y="297180"/>
                  <a:pt x="0" y="281822"/>
                  <a:pt x="0" y="262890"/>
                </a:cubicBezTo>
                <a:lnTo>
                  <a:pt x="0" y="194310"/>
                </a:lnTo>
                <a:cubicBezTo>
                  <a:pt x="0" y="175378"/>
                  <a:pt x="15357" y="160020"/>
                  <a:pt x="34290" y="160020"/>
                </a:cubicBezTo>
                <a:lnTo>
                  <a:pt x="34290" y="160020"/>
                </a:lnTo>
                <a:moveTo>
                  <a:pt x="422910" y="160020"/>
                </a:moveTo>
                <a:cubicBezTo>
                  <a:pt x="441843" y="160020"/>
                  <a:pt x="457200" y="175378"/>
                  <a:pt x="457200" y="194310"/>
                </a:cubicBezTo>
                <a:lnTo>
                  <a:pt x="457200" y="262890"/>
                </a:lnTo>
                <a:cubicBezTo>
                  <a:pt x="457200" y="281822"/>
                  <a:pt x="441843" y="297180"/>
                  <a:pt x="422910" y="297180"/>
                </a:cubicBezTo>
                <a:lnTo>
                  <a:pt x="411480" y="297180"/>
                </a:lnTo>
                <a:lnTo>
                  <a:pt x="411480" y="160020"/>
                </a:lnTo>
                <a:lnTo>
                  <a:pt x="422910" y="160020"/>
                </a:lnTo>
                <a:moveTo>
                  <a:pt x="148590" y="274320"/>
                </a:moveTo>
                <a:lnTo>
                  <a:pt x="171450" y="274320"/>
                </a:lnTo>
                <a:cubicBezTo>
                  <a:pt x="177737" y="274320"/>
                  <a:pt x="182880" y="279463"/>
                  <a:pt x="182880" y="285750"/>
                </a:cubicBezTo>
                <a:cubicBezTo>
                  <a:pt x="182880" y="292037"/>
                  <a:pt x="177737" y="297180"/>
                  <a:pt x="171450" y="297180"/>
                </a:cubicBezTo>
                <a:lnTo>
                  <a:pt x="148590" y="297180"/>
                </a:lnTo>
                <a:cubicBezTo>
                  <a:pt x="142304" y="297180"/>
                  <a:pt x="137160" y="292037"/>
                  <a:pt x="137160" y="285750"/>
                </a:cubicBezTo>
                <a:cubicBezTo>
                  <a:pt x="137160" y="279463"/>
                  <a:pt x="142304" y="274320"/>
                  <a:pt x="148590" y="274320"/>
                </a:cubicBezTo>
                <a:moveTo>
                  <a:pt x="217170" y="274320"/>
                </a:moveTo>
                <a:lnTo>
                  <a:pt x="240030" y="274320"/>
                </a:lnTo>
                <a:cubicBezTo>
                  <a:pt x="246316" y="274320"/>
                  <a:pt x="251460" y="279463"/>
                  <a:pt x="251460" y="285750"/>
                </a:cubicBezTo>
                <a:cubicBezTo>
                  <a:pt x="251460" y="292037"/>
                  <a:pt x="246316" y="297180"/>
                  <a:pt x="240030" y="297180"/>
                </a:cubicBezTo>
                <a:lnTo>
                  <a:pt x="217170" y="297180"/>
                </a:lnTo>
                <a:cubicBezTo>
                  <a:pt x="210884" y="297180"/>
                  <a:pt x="205740" y="292037"/>
                  <a:pt x="205740" y="285750"/>
                </a:cubicBezTo>
                <a:cubicBezTo>
                  <a:pt x="205740" y="279463"/>
                  <a:pt x="210884" y="274320"/>
                  <a:pt x="217170" y="274320"/>
                </a:cubicBezTo>
                <a:moveTo>
                  <a:pt x="285750" y="274320"/>
                </a:moveTo>
                <a:lnTo>
                  <a:pt x="308610" y="274320"/>
                </a:lnTo>
                <a:cubicBezTo>
                  <a:pt x="314896" y="274320"/>
                  <a:pt x="320040" y="279463"/>
                  <a:pt x="320040" y="285750"/>
                </a:cubicBezTo>
                <a:cubicBezTo>
                  <a:pt x="320040" y="292037"/>
                  <a:pt x="314897" y="297180"/>
                  <a:pt x="308610" y="297180"/>
                </a:cubicBezTo>
                <a:lnTo>
                  <a:pt x="285750" y="297180"/>
                </a:lnTo>
                <a:cubicBezTo>
                  <a:pt x="279464" y="297180"/>
                  <a:pt x="274320" y="292037"/>
                  <a:pt x="274320" y="285750"/>
                </a:cubicBezTo>
                <a:cubicBezTo>
                  <a:pt x="274320" y="279463"/>
                  <a:pt x="279464" y="274320"/>
                  <a:pt x="285750" y="274320"/>
                </a:cubicBezTo>
                <a:moveTo>
                  <a:pt x="142875" y="182880"/>
                </a:moveTo>
                <a:cubicBezTo>
                  <a:pt x="142875" y="167097"/>
                  <a:pt x="155667" y="154307"/>
                  <a:pt x="171450" y="154307"/>
                </a:cubicBezTo>
                <a:cubicBezTo>
                  <a:pt x="187233" y="154307"/>
                  <a:pt x="200025" y="167101"/>
                  <a:pt x="200025" y="182884"/>
                </a:cubicBezTo>
                <a:cubicBezTo>
                  <a:pt x="200025" y="198666"/>
                  <a:pt x="187233" y="211460"/>
                  <a:pt x="171450" y="211460"/>
                </a:cubicBezTo>
                <a:cubicBezTo>
                  <a:pt x="155667" y="211460"/>
                  <a:pt x="142875" y="198666"/>
                  <a:pt x="142875" y="182887"/>
                </a:cubicBezTo>
                <a:lnTo>
                  <a:pt x="142875" y="182880"/>
                </a:lnTo>
                <a:moveTo>
                  <a:pt x="285750" y="154307"/>
                </a:moveTo>
                <a:cubicBezTo>
                  <a:pt x="301533" y="154307"/>
                  <a:pt x="314325" y="167101"/>
                  <a:pt x="314325" y="182884"/>
                </a:cubicBezTo>
                <a:cubicBezTo>
                  <a:pt x="314325" y="198666"/>
                  <a:pt x="301533" y="211460"/>
                  <a:pt x="285750" y="211460"/>
                </a:cubicBezTo>
                <a:cubicBezTo>
                  <a:pt x="269967" y="211460"/>
                  <a:pt x="257175" y="198666"/>
                  <a:pt x="257175" y="182887"/>
                </a:cubicBezTo>
                <a:cubicBezTo>
                  <a:pt x="257175" y="167105"/>
                  <a:pt x="269967" y="154314"/>
                  <a:pt x="285750" y="154314"/>
                </a:cubicBezTo>
                <a:lnTo>
                  <a:pt x="285750" y="15430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97680" y="278699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产品方案与解决方案. 数据驱动的智能招聘管理平台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20375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产品方案与解决方案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26254" y="1442041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57189" y="76796"/>
                </a:moveTo>
                <a:lnTo>
                  <a:pt x="357189" y="156001"/>
                </a:lnTo>
                <a:cubicBezTo>
                  <a:pt x="345311" y="162429"/>
                  <a:pt x="328969" y="168679"/>
                  <a:pt x="308255" y="173773"/>
                </a:cubicBezTo>
                <a:cubicBezTo>
                  <a:pt x="277983" y="181275"/>
                  <a:pt x="240658" y="185738"/>
                  <a:pt x="200025" y="185738"/>
                </a:cubicBezTo>
                <a:cubicBezTo>
                  <a:pt x="159396" y="185738"/>
                  <a:pt x="122067" y="181271"/>
                  <a:pt x="91795" y="173773"/>
                </a:cubicBezTo>
                <a:cubicBezTo>
                  <a:pt x="71077" y="168684"/>
                  <a:pt x="54739" y="162521"/>
                  <a:pt x="42861" y="156001"/>
                </a:cubicBezTo>
                <a:lnTo>
                  <a:pt x="42861" y="76796"/>
                </a:lnTo>
                <a:lnTo>
                  <a:pt x="43397" y="76348"/>
                </a:lnTo>
                <a:cubicBezTo>
                  <a:pt x="48130" y="72329"/>
                  <a:pt x="57595" y="66792"/>
                  <a:pt x="73045" y="61256"/>
                </a:cubicBezTo>
                <a:cubicBezTo>
                  <a:pt x="103497" y="50452"/>
                  <a:pt x="148411" y="42862"/>
                  <a:pt x="200025" y="42862"/>
                </a:cubicBezTo>
                <a:cubicBezTo>
                  <a:pt x="251639" y="42862"/>
                  <a:pt x="296553" y="50452"/>
                  <a:pt x="327005" y="61256"/>
                </a:cubicBezTo>
                <a:cubicBezTo>
                  <a:pt x="342455" y="66792"/>
                  <a:pt x="351828" y="72329"/>
                  <a:pt x="356653" y="76348"/>
                </a:cubicBezTo>
                <a:lnTo>
                  <a:pt x="357189" y="76796"/>
                </a:lnTo>
                <a:moveTo>
                  <a:pt x="357189" y="203152"/>
                </a:moveTo>
                <a:lnTo>
                  <a:pt x="357189" y="270301"/>
                </a:lnTo>
                <a:cubicBezTo>
                  <a:pt x="345311" y="276729"/>
                  <a:pt x="328969" y="282979"/>
                  <a:pt x="308255" y="288073"/>
                </a:cubicBezTo>
                <a:cubicBezTo>
                  <a:pt x="277983" y="295575"/>
                  <a:pt x="240658" y="300038"/>
                  <a:pt x="200025" y="300038"/>
                </a:cubicBezTo>
                <a:cubicBezTo>
                  <a:pt x="159396" y="300038"/>
                  <a:pt x="122067" y="295571"/>
                  <a:pt x="91795" y="288073"/>
                </a:cubicBezTo>
                <a:cubicBezTo>
                  <a:pt x="71077" y="282984"/>
                  <a:pt x="54739" y="276821"/>
                  <a:pt x="42861" y="270301"/>
                </a:cubicBezTo>
                <a:lnTo>
                  <a:pt x="42861" y="203152"/>
                </a:lnTo>
                <a:cubicBezTo>
                  <a:pt x="54739" y="207884"/>
                  <a:pt x="67776" y="211994"/>
                  <a:pt x="81526" y="215387"/>
                </a:cubicBezTo>
                <a:cubicBezTo>
                  <a:pt x="115638" y="223781"/>
                  <a:pt x="156448" y="228605"/>
                  <a:pt x="200025" y="228605"/>
                </a:cubicBezTo>
                <a:cubicBezTo>
                  <a:pt x="243602" y="228605"/>
                  <a:pt x="284412" y="223781"/>
                  <a:pt x="318524" y="215387"/>
                </a:cubicBezTo>
                <a:cubicBezTo>
                  <a:pt x="332274" y="211994"/>
                  <a:pt x="345311" y="207976"/>
                  <a:pt x="357189" y="203152"/>
                </a:cubicBezTo>
                <a:lnTo>
                  <a:pt x="357189" y="203152"/>
                </a:lnTo>
                <a:moveTo>
                  <a:pt x="42861" y="380404"/>
                </a:moveTo>
                <a:lnTo>
                  <a:pt x="42861" y="317539"/>
                </a:lnTo>
                <a:cubicBezTo>
                  <a:pt x="54739" y="322271"/>
                  <a:pt x="67776" y="326381"/>
                  <a:pt x="81526" y="329774"/>
                </a:cubicBezTo>
                <a:cubicBezTo>
                  <a:pt x="115638" y="338077"/>
                  <a:pt x="156448" y="342900"/>
                  <a:pt x="200025" y="342900"/>
                </a:cubicBezTo>
                <a:cubicBezTo>
                  <a:pt x="243602" y="342900"/>
                  <a:pt x="284412" y="338077"/>
                  <a:pt x="318524" y="329682"/>
                </a:cubicBezTo>
                <a:cubicBezTo>
                  <a:pt x="332274" y="326290"/>
                  <a:pt x="345311" y="322271"/>
                  <a:pt x="357189" y="317448"/>
                </a:cubicBezTo>
                <a:lnTo>
                  <a:pt x="357189" y="380313"/>
                </a:lnTo>
                <a:lnTo>
                  <a:pt x="356653" y="380761"/>
                </a:lnTo>
                <a:cubicBezTo>
                  <a:pt x="351920" y="384780"/>
                  <a:pt x="342455" y="390316"/>
                  <a:pt x="327005" y="395853"/>
                </a:cubicBezTo>
                <a:cubicBezTo>
                  <a:pt x="296553" y="406748"/>
                  <a:pt x="251639" y="414338"/>
                  <a:pt x="200025" y="414338"/>
                </a:cubicBezTo>
                <a:cubicBezTo>
                  <a:pt x="148411" y="414338"/>
                  <a:pt x="103497" y="406748"/>
                  <a:pt x="73045" y="395944"/>
                </a:cubicBezTo>
                <a:cubicBezTo>
                  <a:pt x="57595" y="390408"/>
                  <a:pt x="48222" y="384871"/>
                  <a:pt x="43397" y="380852"/>
                </a:cubicBezTo>
                <a:lnTo>
                  <a:pt x="42861" y="380404"/>
                </a:lnTo>
                <a:moveTo>
                  <a:pt x="359061" y="378530"/>
                </a:moveTo>
                <a:cubicBezTo>
                  <a:pt x="359061" y="378530"/>
                  <a:pt x="359061" y="378621"/>
                  <a:pt x="358881" y="378708"/>
                </a:cubicBezTo>
                <a:lnTo>
                  <a:pt x="358969" y="378530"/>
                </a:lnTo>
                <a:cubicBezTo>
                  <a:pt x="358969" y="378530"/>
                  <a:pt x="358969" y="378530"/>
                  <a:pt x="358969" y="378438"/>
                </a:cubicBezTo>
                <a:lnTo>
                  <a:pt x="359061" y="378530"/>
                </a:lnTo>
                <a:moveTo>
                  <a:pt x="41077" y="378530"/>
                </a:moveTo>
                <a:cubicBezTo>
                  <a:pt x="41077" y="378530"/>
                  <a:pt x="41077" y="378621"/>
                  <a:pt x="41257" y="378708"/>
                </a:cubicBezTo>
                <a:cubicBezTo>
                  <a:pt x="41169" y="378616"/>
                  <a:pt x="41169" y="378530"/>
                  <a:pt x="41077" y="378530"/>
                </a:cubicBezTo>
                <a:moveTo>
                  <a:pt x="41077" y="78670"/>
                </a:moveTo>
                <a:cubicBezTo>
                  <a:pt x="41077" y="78670"/>
                  <a:pt x="41165" y="78579"/>
                  <a:pt x="41257" y="78492"/>
                </a:cubicBezTo>
                <a:cubicBezTo>
                  <a:pt x="41169" y="78584"/>
                  <a:pt x="41077" y="78670"/>
                  <a:pt x="41077" y="78670"/>
                </a:cubicBezTo>
                <a:moveTo>
                  <a:pt x="358973" y="78492"/>
                </a:moveTo>
                <a:cubicBezTo>
                  <a:pt x="359061" y="78584"/>
                  <a:pt x="359153" y="78670"/>
                  <a:pt x="359153" y="78670"/>
                </a:cubicBezTo>
                <a:cubicBezTo>
                  <a:pt x="359153" y="78670"/>
                  <a:pt x="359153" y="78579"/>
                  <a:pt x="358973" y="78492"/>
                </a:cubicBezTo>
                <a:moveTo>
                  <a:pt x="400050" y="385763"/>
                </a:moveTo>
                <a:lnTo>
                  <a:pt x="400050" y="71438"/>
                </a:lnTo>
                <a:cubicBezTo>
                  <a:pt x="400050" y="31967"/>
                  <a:pt x="310487" y="0"/>
                  <a:pt x="200025" y="0"/>
                </a:cubicBezTo>
                <a:cubicBezTo>
                  <a:pt x="89563" y="0"/>
                  <a:pt x="0" y="31967"/>
                  <a:pt x="0" y="71438"/>
                </a:cubicBezTo>
                <a:lnTo>
                  <a:pt x="0" y="385763"/>
                </a:lnTo>
                <a:cubicBezTo>
                  <a:pt x="0" y="425233"/>
                  <a:pt x="89563" y="457200"/>
                  <a:pt x="200025" y="457200"/>
                </a:cubicBezTo>
                <a:cubicBezTo>
                  <a:pt x="310487" y="457200"/>
                  <a:pt x="400050" y="425233"/>
                  <a:pt x="400050" y="38576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79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系统概述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42867" y="0"/>
                </a:moveTo>
                <a:cubicBezTo>
                  <a:pt x="66623" y="0"/>
                  <a:pt x="85734" y="19106"/>
                  <a:pt x="85734" y="42861"/>
                </a:cubicBezTo>
                <a:lnTo>
                  <a:pt x="85734" y="671508"/>
                </a:lnTo>
                <a:cubicBezTo>
                  <a:pt x="85734" y="695263"/>
                  <a:pt x="104845" y="714369"/>
                  <a:pt x="128601" y="714369"/>
                </a:cubicBezTo>
                <a:lnTo>
                  <a:pt x="871551" y="714369"/>
                </a:lnTo>
                <a:cubicBezTo>
                  <a:pt x="895307" y="714369"/>
                  <a:pt x="914418" y="733476"/>
                  <a:pt x="914418" y="757231"/>
                </a:cubicBezTo>
                <a:cubicBezTo>
                  <a:pt x="914418" y="780986"/>
                  <a:pt x="895307" y="800092"/>
                  <a:pt x="871560" y="800092"/>
                </a:cubicBezTo>
                <a:lnTo>
                  <a:pt x="128610" y="800092"/>
                </a:lnTo>
                <a:cubicBezTo>
                  <a:pt x="57534" y="800092"/>
                  <a:pt x="27" y="742581"/>
                  <a:pt x="27" y="671508"/>
                </a:cubicBezTo>
                <a:lnTo>
                  <a:pt x="27" y="42861"/>
                </a:lnTo>
                <a:cubicBezTo>
                  <a:pt x="27" y="19106"/>
                  <a:pt x="19138" y="0"/>
                  <a:pt x="42895" y="0"/>
                </a:cubicBezTo>
                <a:lnTo>
                  <a:pt x="42867" y="0"/>
                </a:lnTo>
              </a:path>
              <a:path w="914400" h="800100">
                <a:moveTo>
                  <a:pt x="300042" y="342899"/>
                </a:moveTo>
                <a:cubicBezTo>
                  <a:pt x="323798" y="342899"/>
                  <a:pt x="342909" y="362005"/>
                  <a:pt x="342909" y="385760"/>
                </a:cubicBezTo>
                <a:lnTo>
                  <a:pt x="342909" y="528634"/>
                </a:lnTo>
                <a:cubicBezTo>
                  <a:pt x="342909" y="552389"/>
                  <a:pt x="323798" y="571495"/>
                  <a:pt x="300051" y="571495"/>
                </a:cubicBezTo>
                <a:cubicBezTo>
                  <a:pt x="276295" y="571495"/>
                  <a:pt x="257193" y="552389"/>
                  <a:pt x="257193" y="528634"/>
                </a:cubicBezTo>
                <a:lnTo>
                  <a:pt x="257193" y="385760"/>
                </a:lnTo>
                <a:cubicBezTo>
                  <a:pt x="257193" y="362005"/>
                  <a:pt x="276304" y="342899"/>
                  <a:pt x="300060" y="342899"/>
                </a:cubicBezTo>
                <a:lnTo>
                  <a:pt x="300042" y="342899"/>
                </a:lnTo>
              </a:path>
              <a:path w="914400" h="800100">
                <a:moveTo>
                  <a:pt x="514350" y="214315"/>
                </a:moveTo>
                <a:lnTo>
                  <a:pt x="514350" y="528642"/>
                </a:lnTo>
                <a:cubicBezTo>
                  <a:pt x="514350" y="552397"/>
                  <a:pt x="495239" y="571503"/>
                  <a:pt x="471492" y="571503"/>
                </a:cubicBezTo>
                <a:cubicBezTo>
                  <a:pt x="447736" y="571503"/>
                  <a:pt x="428634" y="552397"/>
                  <a:pt x="428634" y="528642"/>
                </a:cubicBezTo>
                <a:lnTo>
                  <a:pt x="428634" y="214315"/>
                </a:lnTo>
                <a:cubicBezTo>
                  <a:pt x="428634" y="190560"/>
                  <a:pt x="447745" y="171453"/>
                  <a:pt x="471501" y="171453"/>
                </a:cubicBezTo>
                <a:cubicBezTo>
                  <a:pt x="495257" y="171453"/>
                  <a:pt x="514368" y="190560"/>
                  <a:pt x="514368" y="214315"/>
                </a:cubicBezTo>
                <a:lnTo>
                  <a:pt x="514350" y="214315"/>
                </a:lnTo>
              </a:path>
              <a:path w="914400" h="800100">
                <a:moveTo>
                  <a:pt x="642942" y="285748"/>
                </a:moveTo>
                <a:cubicBezTo>
                  <a:pt x="666698" y="285748"/>
                  <a:pt x="685809" y="304854"/>
                  <a:pt x="685809" y="328609"/>
                </a:cubicBezTo>
                <a:lnTo>
                  <a:pt x="685809" y="528634"/>
                </a:lnTo>
                <a:cubicBezTo>
                  <a:pt x="685809" y="552389"/>
                  <a:pt x="666698" y="571495"/>
                  <a:pt x="642951" y="571495"/>
                </a:cubicBezTo>
                <a:cubicBezTo>
                  <a:pt x="619195" y="571495"/>
                  <a:pt x="600093" y="552389"/>
                  <a:pt x="600093" y="528634"/>
                </a:cubicBezTo>
                <a:lnTo>
                  <a:pt x="600093" y="328609"/>
                </a:lnTo>
                <a:cubicBezTo>
                  <a:pt x="600093" y="304854"/>
                  <a:pt x="619204" y="285748"/>
                  <a:pt x="642960" y="285748"/>
                </a:cubicBezTo>
                <a:lnTo>
                  <a:pt x="642942" y="285748"/>
                </a:lnTo>
              </a:path>
              <a:path w="914400" h="800100">
                <a:moveTo>
                  <a:pt x="857250" y="100013"/>
                </a:moveTo>
                <a:lnTo>
                  <a:pt x="857250" y="528634"/>
                </a:lnTo>
                <a:cubicBezTo>
                  <a:pt x="857250" y="552389"/>
                  <a:pt x="838139" y="571495"/>
                  <a:pt x="814392" y="571495"/>
                </a:cubicBezTo>
                <a:cubicBezTo>
                  <a:pt x="790636" y="571495"/>
                  <a:pt x="771534" y="552389"/>
                  <a:pt x="771534" y="528634"/>
                </a:cubicBezTo>
                <a:lnTo>
                  <a:pt x="771534" y="100013"/>
                </a:lnTo>
                <a:cubicBezTo>
                  <a:pt x="771534" y="76258"/>
                  <a:pt x="790645" y="57151"/>
                  <a:pt x="814401" y="57151"/>
                </a:cubicBezTo>
                <a:cubicBezTo>
                  <a:pt x="838157" y="57151"/>
                  <a:pt x="857268" y="76258"/>
                  <a:pt x="857268" y="100013"/>
                </a:cubicBezTo>
                <a:lnTo>
                  <a:pt x="857250" y="10001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数据分析驱动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优化招聘效率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90736" y="1833119"/>
            <a:ext cx="685800" cy="914400"/>
          </a:xfrm>
          <a:custGeom>
            <a:avLst/>
            <a:gdLst/>
            <a:ahLst/>
            <a:cxnLst/>
            <a:rect l="l" t="t" r="r" b="b"/>
            <a:pathLst>
              <a:path w="685800" h="914400">
                <a:moveTo>
                  <a:pt x="500065" y="114300"/>
                </a:moveTo>
                <a:lnTo>
                  <a:pt x="571505" y="114300"/>
                </a:lnTo>
                <a:cubicBezTo>
                  <a:pt x="634550" y="114300"/>
                  <a:pt x="685807" y="165552"/>
                  <a:pt x="685807" y="228600"/>
                </a:cubicBezTo>
                <a:lnTo>
                  <a:pt x="685807" y="800100"/>
                </a:lnTo>
                <a:cubicBezTo>
                  <a:pt x="685807" y="863148"/>
                  <a:pt x="634550" y="914400"/>
                  <a:pt x="571505" y="914400"/>
                </a:cubicBezTo>
                <a:lnTo>
                  <a:pt x="114302" y="914400"/>
                </a:lnTo>
                <a:cubicBezTo>
                  <a:pt x="51257" y="914400"/>
                  <a:pt x="0" y="863148"/>
                  <a:pt x="0" y="800100"/>
                </a:cubicBezTo>
                <a:lnTo>
                  <a:pt x="0" y="228600"/>
                </a:lnTo>
                <a:cubicBezTo>
                  <a:pt x="0" y="165552"/>
                  <a:pt x="51257" y="114300"/>
                  <a:pt x="114302" y="114300"/>
                </a:cubicBezTo>
                <a:lnTo>
                  <a:pt x="185742" y="114300"/>
                </a:lnTo>
                <a:lnTo>
                  <a:pt x="202887" y="114300"/>
                </a:lnTo>
                <a:cubicBezTo>
                  <a:pt x="216102" y="49112"/>
                  <a:pt x="273792" y="0"/>
                  <a:pt x="342907" y="0"/>
                </a:cubicBezTo>
                <a:cubicBezTo>
                  <a:pt x="412022" y="0"/>
                  <a:pt x="469711" y="49112"/>
                  <a:pt x="482927" y="114300"/>
                </a:cubicBezTo>
                <a:lnTo>
                  <a:pt x="500065" y="114300"/>
                </a:lnTo>
                <a:moveTo>
                  <a:pt x="114302" y="200025"/>
                </a:moveTo>
                <a:cubicBezTo>
                  <a:pt x="98584" y="200025"/>
                  <a:pt x="85725" y="212881"/>
                  <a:pt x="85725" y="228600"/>
                </a:cubicBezTo>
                <a:lnTo>
                  <a:pt x="85725" y="800100"/>
                </a:lnTo>
                <a:cubicBezTo>
                  <a:pt x="85725" y="815819"/>
                  <a:pt x="98584" y="828675"/>
                  <a:pt x="114302" y="828675"/>
                </a:cubicBezTo>
                <a:lnTo>
                  <a:pt x="571505" y="828675"/>
                </a:lnTo>
                <a:cubicBezTo>
                  <a:pt x="587223" y="828675"/>
                  <a:pt x="600082" y="815819"/>
                  <a:pt x="600082" y="800100"/>
                </a:cubicBezTo>
                <a:lnTo>
                  <a:pt x="600082" y="228600"/>
                </a:lnTo>
                <a:cubicBezTo>
                  <a:pt x="600082" y="212881"/>
                  <a:pt x="587223" y="200025"/>
                  <a:pt x="571505" y="200025"/>
                </a:cubicBezTo>
                <a:lnTo>
                  <a:pt x="542927" y="200025"/>
                </a:lnTo>
                <a:lnTo>
                  <a:pt x="542927" y="242892"/>
                </a:lnTo>
                <a:cubicBezTo>
                  <a:pt x="542927" y="266648"/>
                  <a:pt x="523821" y="285759"/>
                  <a:pt x="500065" y="285759"/>
                </a:cubicBezTo>
                <a:lnTo>
                  <a:pt x="342900" y="285759"/>
                </a:lnTo>
                <a:lnTo>
                  <a:pt x="185735" y="285759"/>
                </a:lnTo>
                <a:cubicBezTo>
                  <a:pt x="161979" y="285759"/>
                  <a:pt x="142873" y="266648"/>
                  <a:pt x="142873" y="242901"/>
                </a:cubicBezTo>
                <a:lnTo>
                  <a:pt x="142873" y="200043"/>
                </a:lnTo>
                <a:lnTo>
                  <a:pt x="114302" y="200025"/>
                </a:lnTo>
                <a:moveTo>
                  <a:pt x="342900" y="185742"/>
                </a:moveTo>
                <a:cubicBezTo>
                  <a:pt x="366574" y="185742"/>
                  <a:pt x="385763" y="166549"/>
                  <a:pt x="385763" y="142884"/>
                </a:cubicBezTo>
                <a:cubicBezTo>
                  <a:pt x="385763" y="119210"/>
                  <a:pt x="366574" y="100026"/>
                  <a:pt x="342900" y="100026"/>
                </a:cubicBezTo>
                <a:cubicBezTo>
                  <a:pt x="319226" y="100026"/>
                  <a:pt x="300038" y="119219"/>
                  <a:pt x="300038" y="142893"/>
                </a:cubicBezTo>
                <a:cubicBezTo>
                  <a:pt x="300038" y="166567"/>
                  <a:pt x="319226" y="185760"/>
                  <a:pt x="342900" y="185760"/>
                </a:cubicBezTo>
                <a:lnTo>
                  <a:pt x="342900" y="18574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标准化招聘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8331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85725"/>
                </a:moveTo>
                <a:cubicBezTo>
                  <a:pt x="662364" y="85725"/>
                  <a:pt x="828675" y="252036"/>
                  <a:pt x="828675" y="457200"/>
                </a:cubicBezTo>
                <a:cubicBezTo>
                  <a:pt x="828675" y="662364"/>
                  <a:pt x="662364" y="828675"/>
                  <a:pt x="457200" y="828675"/>
                </a:cubicBezTo>
                <a:cubicBezTo>
                  <a:pt x="252036" y="828675"/>
                  <a:pt x="85725" y="662364"/>
                  <a:pt x="85725" y="457200"/>
                </a:cubicBezTo>
                <a:cubicBezTo>
                  <a:pt x="85725" y="252036"/>
                  <a:pt x="252036" y="85725"/>
                  <a:pt x="457200" y="85725"/>
                </a:cubicBezTo>
                <a:moveTo>
                  <a:pt x="457200" y="914400"/>
                </a:moveTo>
                <a:cubicBezTo>
                  <a:pt x="709702" y="914400"/>
                  <a:pt x="914400" y="709702"/>
                  <a:pt x="914400" y="457200"/>
                </a:cubicBezTo>
                <a:cubicBezTo>
                  <a:pt x="914400" y="204698"/>
                  <a:pt x="709702" y="0"/>
                  <a:pt x="457200" y="0"/>
                </a:cubicBezTo>
                <a:cubicBezTo>
                  <a:pt x="204698" y="0"/>
                  <a:pt x="0" y="204698"/>
                  <a:pt x="0" y="457200"/>
                </a:cubicBezTo>
                <a:cubicBezTo>
                  <a:pt x="0" y="709702"/>
                  <a:pt x="204698" y="914400"/>
                  <a:pt x="457200" y="914400"/>
                </a:cubicBezTo>
                <a:moveTo>
                  <a:pt x="557217" y="628650"/>
                </a:moveTo>
                <a:cubicBezTo>
                  <a:pt x="557217" y="588828"/>
                  <a:pt x="533818" y="554355"/>
                  <a:pt x="500067" y="538280"/>
                </a:cubicBezTo>
                <a:lnTo>
                  <a:pt x="500067" y="214308"/>
                </a:lnTo>
                <a:cubicBezTo>
                  <a:pt x="500067" y="190552"/>
                  <a:pt x="480956" y="171450"/>
                  <a:pt x="457209" y="171450"/>
                </a:cubicBezTo>
                <a:cubicBezTo>
                  <a:pt x="433453" y="171450"/>
                  <a:pt x="414351" y="190561"/>
                  <a:pt x="414351" y="214317"/>
                </a:cubicBezTo>
                <a:lnTo>
                  <a:pt x="414351" y="538289"/>
                </a:lnTo>
                <a:cubicBezTo>
                  <a:pt x="380601" y="554364"/>
                  <a:pt x="357201" y="588828"/>
                  <a:pt x="357201" y="628659"/>
                </a:cubicBezTo>
                <a:cubicBezTo>
                  <a:pt x="357201" y="683843"/>
                  <a:pt x="402025" y="728676"/>
                  <a:pt x="457218" y="728676"/>
                </a:cubicBezTo>
                <a:cubicBezTo>
                  <a:pt x="512402" y="728676"/>
                  <a:pt x="557235" y="683852"/>
                  <a:pt x="557235" y="628668"/>
                </a:cubicBezTo>
                <a:lnTo>
                  <a:pt x="557217" y="628650"/>
                </a:lnTo>
                <a:moveTo>
                  <a:pt x="285750" y="342900"/>
                </a:moveTo>
                <a:cubicBezTo>
                  <a:pt x="317315" y="342900"/>
                  <a:pt x="342900" y="317315"/>
                  <a:pt x="342900" y="285750"/>
                </a:cubicBezTo>
                <a:cubicBezTo>
                  <a:pt x="342900" y="254185"/>
                  <a:pt x="317315" y="228600"/>
                  <a:pt x="285750" y="228600"/>
                </a:cubicBezTo>
                <a:cubicBezTo>
                  <a:pt x="254185" y="228600"/>
                  <a:pt x="228600" y="254185"/>
                  <a:pt x="228600" y="285750"/>
                </a:cubicBezTo>
                <a:cubicBezTo>
                  <a:pt x="228600" y="317315"/>
                  <a:pt x="254185" y="342900"/>
                  <a:pt x="285750" y="342900"/>
                </a:cubicBezTo>
                <a:moveTo>
                  <a:pt x="257175" y="457200"/>
                </a:moveTo>
                <a:cubicBezTo>
                  <a:pt x="257175" y="425635"/>
                  <a:pt x="231590" y="400050"/>
                  <a:pt x="200025" y="400050"/>
                </a:cubicBezTo>
                <a:cubicBezTo>
                  <a:pt x="168460" y="400050"/>
                  <a:pt x="142875" y="425635"/>
                  <a:pt x="142875" y="457200"/>
                </a:cubicBezTo>
                <a:cubicBezTo>
                  <a:pt x="142875" y="488765"/>
                  <a:pt x="168460" y="514350"/>
                  <a:pt x="200025" y="514350"/>
                </a:cubicBezTo>
                <a:cubicBezTo>
                  <a:pt x="231590" y="514350"/>
                  <a:pt x="257175" y="488765"/>
                  <a:pt x="257175" y="457200"/>
                </a:cubicBezTo>
                <a:moveTo>
                  <a:pt x="714375" y="514350"/>
                </a:moveTo>
                <a:cubicBezTo>
                  <a:pt x="745940" y="514350"/>
                  <a:pt x="771525" y="488765"/>
                  <a:pt x="771525" y="457200"/>
                </a:cubicBezTo>
                <a:cubicBezTo>
                  <a:pt x="771525" y="425635"/>
                  <a:pt x="745940" y="400050"/>
                  <a:pt x="714375" y="400050"/>
                </a:cubicBezTo>
                <a:cubicBezTo>
                  <a:pt x="682810" y="400050"/>
                  <a:pt x="657225" y="425635"/>
                  <a:pt x="657225" y="457200"/>
                </a:cubicBezTo>
                <a:cubicBezTo>
                  <a:pt x="657225" y="488765"/>
                  <a:pt x="682810" y="514350"/>
                  <a:pt x="714375" y="514350"/>
                </a:cubicBezTo>
                <a:moveTo>
                  <a:pt x="685800" y="285750"/>
                </a:moveTo>
                <a:cubicBezTo>
                  <a:pt x="685800" y="254185"/>
                  <a:pt x="660215" y="228600"/>
                  <a:pt x="628650" y="228600"/>
                </a:cubicBezTo>
                <a:cubicBezTo>
                  <a:pt x="597085" y="228600"/>
                  <a:pt x="571500" y="254185"/>
                  <a:pt x="571500" y="285750"/>
                </a:cubicBezTo>
                <a:cubicBezTo>
                  <a:pt x="571500" y="317315"/>
                  <a:pt x="597085" y="342900"/>
                  <a:pt x="628650" y="342900"/>
                </a:cubicBezTo>
                <a:cubicBezTo>
                  <a:pt x="660215" y="342900"/>
                  <a:pt x="685800" y="317315"/>
                  <a:pt x="685800" y="28575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可视化仪表盘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实时掌握进度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33208"/>
            <a:ext cx="914400" cy="914221"/>
          </a:xfrm>
          <a:custGeom>
            <a:avLst/>
            <a:gdLst/>
            <a:ahLst/>
            <a:cxnLst/>
            <a:rect l="l" t="t" r="r" b="b"/>
            <a:pathLst>
              <a:path w="914400" h="914221">
                <a:moveTo>
                  <a:pt x="371402" y="314264"/>
                </a:moveTo>
                <a:cubicBezTo>
                  <a:pt x="371402" y="188019"/>
                  <a:pt x="473714" y="85708"/>
                  <a:pt x="599956" y="85708"/>
                </a:cubicBezTo>
                <a:cubicBezTo>
                  <a:pt x="726198" y="85708"/>
                  <a:pt x="828510" y="188019"/>
                  <a:pt x="828510" y="314264"/>
                </a:cubicBezTo>
                <a:cubicBezTo>
                  <a:pt x="828510" y="440508"/>
                  <a:pt x="726198" y="542819"/>
                  <a:pt x="599956" y="542819"/>
                </a:cubicBezTo>
                <a:cubicBezTo>
                  <a:pt x="581385" y="542819"/>
                  <a:pt x="563353" y="540680"/>
                  <a:pt x="546208" y="536392"/>
                </a:cubicBezTo>
                <a:cubicBezTo>
                  <a:pt x="531742" y="532817"/>
                  <a:pt x="516389" y="537105"/>
                  <a:pt x="505855" y="547820"/>
                </a:cubicBezTo>
                <a:lnTo>
                  <a:pt x="453716" y="599958"/>
                </a:lnTo>
                <a:lnTo>
                  <a:pt x="357119" y="599958"/>
                </a:lnTo>
                <a:cubicBezTo>
                  <a:pt x="333372" y="599958"/>
                  <a:pt x="314261" y="619065"/>
                  <a:pt x="314261" y="642817"/>
                </a:cubicBezTo>
                <a:lnTo>
                  <a:pt x="314261" y="714245"/>
                </a:lnTo>
                <a:lnTo>
                  <a:pt x="242837" y="714245"/>
                </a:lnTo>
                <a:cubicBezTo>
                  <a:pt x="219090" y="714245"/>
                  <a:pt x="199979" y="733352"/>
                  <a:pt x="199979" y="757103"/>
                </a:cubicBezTo>
                <a:lnTo>
                  <a:pt x="199979" y="828532"/>
                </a:lnTo>
                <a:lnTo>
                  <a:pt x="85698" y="828532"/>
                </a:lnTo>
                <a:lnTo>
                  <a:pt x="85698" y="689076"/>
                </a:lnTo>
                <a:lnTo>
                  <a:pt x="366391" y="408383"/>
                </a:lnTo>
                <a:cubicBezTo>
                  <a:pt x="376925" y="397851"/>
                  <a:pt x="381213" y="382492"/>
                  <a:pt x="377821" y="368029"/>
                </a:cubicBezTo>
                <a:cubicBezTo>
                  <a:pt x="373715" y="350887"/>
                  <a:pt x="371393" y="332850"/>
                  <a:pt x="371393" y="314282"/>
                </a:cubicBezTo>
                <a:lnTo>
                  <a:pt x="371402" y="314264"/>
                </a:lnTo>
                <a:moveTo>
                  <a:pt x="599956" y="0"/>
                </a:moveTo>
                <a:cubicBezTo>
                  <a:pt x="426394" y="0"/>
                  <a:pt x="285695" y="140708"/>
                  <a:pt x="285695" y="314264"/>
                </a:cubicBezTo>
                <a:cubicBezTo>
                  <a:pt x="285695" y="331222"/>
                  <a:pt x="286948" y="347834"/>
                  <a:pt x="289627" y="364080"/>
                </a:cubicBezTo>
                <a:lnTo>
                  <a:pt x="12500" y="641025"/>
                </a:lnTo>
                <a:cubicBezTo>
                  <a:pt x="4462" y="649061"/>
                  <a:pt x="0" y="659949"/>
                  <a:pt x="0" y="671377"/>
                </a:cubicBezTo>
                <a:lnTo>
                  <a:pt x="0" y="871363"/>
                </a:lnTo>
                <a:cubicBezTo>
                  <a:pt x="0" y="895114"/>
                  <a:pt x="19102" y="914222"/>
                  <a:pt x="42858" y="914222"/>
                </a:cubicBezTo>
                <a:lnTo>
                  <a:pt x="242846" y="914222"/>
                </a:lnTo>
                <a:cubicBezTo>
                  <a:pt x="266593" y="914222"/>
                  <a:pt x="285704" y="895114"/>
                  <a:pt x="285704" y="871372"/>
                </a:cubicBezTo>
                <a:lnTo>
                  <a:pt x="285704" y="799953"/>
                </a:lnTo>
                <a:lnTo>
                  <a:pt x="357128" y="799953"/>
                </a:lnTo>
                <a:cubicBezTo>
                  <a:pt x="380875" y="799953"/>
                  <a:pt x="399986" y="780846"/>
                  <a:pt x="399986" y="757103"/>
                </a:cubicBezTo>
                <a:lnTo>
                  <a:pt x="399986" y="685684"/>
                </a:lnTo>
                <a:lnTo>
                  <a:pt x="471410" y="685684"/>
                </a:lnTo>
                <a:cubicBezTo>
                  <a:pt x="482840" y="685684"/>
                  <a:pt x="493730" y="681223"/>
                  <a:pt x="501768" y="673187"/>
                </a:cubicBezTo>
                <a:lnTo>
                  <a:pt x="550332" y="624624"/>
                </a:lnTo>
                <a:cubicBezTo>
                  <a:pt x="566581" y="627119"/>
                  <a:pt x="583186" y="628555"/>
                  <a:pt x="600148" y="628555"/>
                </a:cubicBezTo>
                <a:cubicBezTo>
                  <a:pt x="773710" y="628555"/>
                  <a:pt x="914409" y="487847"/>
                  <a:pt x="914409" y="314291"/>
                </a:cubicBezTo>
                <a:cubicBezTo>
                  <a:pt x="914409" y="140735"/>
                  <a:pt x="773528" y="27"/>
                  <a:pt x="599965" y="27"/>
                </a:cubicBezTo>
                <a:lnTo>
                  <a:pt x="599956" y="0"/>
                </a:lnTo>
                <a:moveTo>
                  <a:pt x="657097" y="314264"/>
                </a:moveTo>
                <a:cubicBezTo>
                  <a:pt x="688653" y="314264"/>
                  <a:pt x="714238" y="288684"/>
                  <a:pt x="714238" y="257125"/>
                </a:cubicBezTo>
                <a:cubicBezTo>
                  <a:pt x="714238" y="225566"/>
                  <a:pt x="688653" y="199986"/>
                  <a:pt x="657097" y="199986"/>
                </a:cubicBezTo>
                <a:cubicBezTo>
                  <a:pt x="625541" y="199986"/>
                  <a:pt x="599956" y="225566"/>
                  <a:pt x="599956" y="257125"/>
                </a:cubicBezTo>
                <a:cubicBezTo>
                  <a:pt x="599956" y="288684"/>
                  <a:pt x="625541" y="314264"/>
                  <a:pt x="657097" y="31426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统一账号体系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简化权限管理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691640"/>
            <a:ext cx="3474720" cy="3474720"/>
          </a:xfrm>
          <a:custGeom>
            <a:avLst/>
            <a:gdLst/>
            <a:ahLst/>
            <a:cxnLst/>
            <a:rect l="l" t="t" r="r" b="b"/>
            <a:pathLst>
              <a:path w="3474720" h="3474720">
                <a:moveTo>
                  <a:pt x="233779" y="3474720"/>
                </a:moveTo>
                <a:cubicBezTo>
                  <a:pt x="104659" y="3474720"/>
                  <a:pt x="0" y="3370061"/>
                  <a:pt x="0" y="3240941"/>
                </a:cubicBezTo>
                <a:lnTo>
                  <a:pt x="0" y="233779"/>
                </a:lnTo>
                <a:cubicBezTo>
                  <a:pt x="0" y="104659"/>
                  <a:pt x="104659" y="0"/>
                  <a:pt x="233779" y="0"/>
                </a:cubicBezTo>
                <a:lnTo>
                  <a:pt x="3240941" y="0"/>
                </a:lnTo>
                <a:cubicBezTo>
                  <a:pt x="3370061" y="0"/>
                  <a:pt x="3474720" y="104659"/>
                  <a:pt x="3474720" y="233779"/>
                </a:cubicBezTo>
                <a:lnTo>
                  <a:pt x="3474720" y="3240941"/>
                </a:lnTo>
                <a:cubicBezTo>
                  <a:pt x="3474720" y="3370061"/>
                  <a:pt x="3370061" y="3474720"/>
                  <a:pt x="3240941" y="3474720"/>
                </a:cubicBezTo>
                <a:lnTo>
                  <a:pt x="233779" y="347472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1549" y="2017075"/>
            <a:ext cx="641351" cy="641351"/>
          </a:xfrm>
          <a:custGeom>
            <a:avLst/>
            <a:gdLst/>
            <a:ahLst/>
            <a:cxnLst/>
            <a:rect l="l" t="t" r="r" b="b"/>
            <a:pathLst>
              <a:path w="641351" h="641351">
                <a:moveTo>
                  <a:pt x="0" y="320676"/>
                </a:moveTo>
                <a:cubicBezTo>
                  <a:pt x="0" y="143573"/>
                  <a:pt x="143573" y="0"/>
                  <a:pt x="320676" y="0"/>
                </a:cubicBezTo>
                <a:cubicBezTo>
                  <a:pt x="497778" y="0"/>
                  <a:pt x="641351" y="143573"/>
                  <a:pt x="641351" y="320676"/>
                </a:cubicBezTo>
                <a:cubicBezTo>
                  <a:pt x="641351" y="497778"/>
                  <a:pt x="497778" y="641351"/>
                  <a:pt x="320676" y="641351"/>
                </a:cubicBezTo>
                <a:cubicBezTo>
                  <a:pt x="143573" y="641351"/>
                  <a:pt x="0" y="497778"/>
                  <a:pt x="0" y="32067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164617"/>
            <a:ext cx="10874394" cy="10672"/>
          </a:xfrm>
          <a:custGeom>
            <a:avLst/>
            <a:gdLst/>
            <a:ahLst/>
            <a:cxnLst/>
            <a:rect l="l" t="t" r="r" b="b"/>
            <a:pathLst>
              <a:path w="10874394" h="10672">
                <a:moveTo>
                  <a:pt x="0" y="0"/>
                </a:moveTo>
                <a:lnTo>
                  <a:pt x="10874394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58640" y="1691640"/>
            <a:ext cx="3474720" cy="3474720"/>
          </a:xfrm>
          <a:custGeom>
            <a:avLst/>
            <a:gdLst/>
            <a:ahLst/>
            <a:cxnLst/>
            <a:rect l="l" t="t" r="r" b="b"/>
            <a:pathLst>
              <a:path w="3474720" h="3474720">
                <a:moveTo>
                  <a:pt x="233779" y="3474720"/>
                </a:moveTo>
                <a:cubicBezTo>
                  <a:pt x="104659" y="3474720"/>
                  <a:pt x="0" y="3370061"/>
                  <a:pt x="0" y="3240941"/>
                </a:cubicBezTo>
                <a:lnTo>
                  <a:pt x="0" y="233779"/>
                </a:lnTo>
                <a:cubicBezTo>
                  <a:pt x="0" y="104659"/>
                  <a:pt x="104659" y="0"/>
                  <a:pt x="233779" y="0"/>
                </a:cubicBezTo>
                <a:lnTo>
                  <a:pt x="3240941" y="0"/>
                </a:lnTo>
                <a:cubicBezTo>
                  <a:pt x="3370061" y="0"/>
                  <a:pt x="3474720" y="104659"/>
                  <a:pt x="3474720" y="233779"/>
                </a:cubicBezTo>
                <a:lnTo>
                  <a:pt x="3474720" y="3240941"/>
                </a:lnTo>
                <a:cubicBezTo>
                  <a:pt x="3474720" y="3370061"/>
                  <a:pt x="3370061" y="3474720"/>
                  <a:pt x="3240941" y="3474720"/>
                </a:cubicBezTo>
                <a:lnTo>
                  <a:pt x="233779" y="347472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90110" y="2017075"/>
            <a:ext cx="641351" cy="641351"/>
          </a:xfrm>
          <a:custGeom>
            <a:avLst/>
            <a:gdLst/>
            <a:ahLst/>
            <a:cxnLst/>
            <a:rect l="l" t="t" r="r" b="b"/>
            <a:pathLst>
              <a:path w="641351" h="641351">
                <a:moveTo>
                  <a:pt x="0" y="320676"/>
                </a:moveTo>
                <a:cubicBezTo>
                  <a:pt x="0" y="143573"/>
                  <a:pt x="143573" y="0"/>
                  <a:pt x="320676" y="0"/>
                </a:cubicBezTo>
                <a:cubicBezTo>
                  <a:pt x="497778" y="0"/>
                  <a:pt x="641351" y="143573"/>
                  <a:pt x="641351" y="320676"/>
                </a:cubicBezTo>
                <a:cubicBezTo>
                  <a:pt x="641351" y="497778"/>
                  <a:pt x="497778" y="641351"/>
                  <a:pt x="320676" y="641351"/>
                </a:cubicBezTo>
                <a:cubicBezTo>
                  <a:pt x="143573" y="641351"/>
                  <a:pt x="0" y="497778"/>
                  <a:pt x="0" y="32067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3812" y="1691640"/>
            <a:ext cx="3474720" cy="3474720"/>
          </a:xfrm>
          <a:custGeom>
            <a:avLst/>
            <a:gdLst/>
            <a:ahLst/>
            <a:cxnLst/>
            <a:rect l="l" t="t" r="r" b="b"/>
            <a:pathLst>
              <a:path w="3474720" h="3474720">
                <a:moveTo>
                  <a:pt x="233779" y="3474720"/>
                </a:moveTo>
                <a:cubicBezTo>
                  <a:pt x="104659" y="3474720"/>
                  <a:pt x="0" y="3370061"/>
                  <a:pt x="0" y="3240941"/>
                </a:cubicBezTo>
                <a:lnTo>
                  <a:pt x="0" y="233779"/>
                </a:lnTo>
                <a:cubicBezTo>
                  <a:pt x="0" y="104659"/>
                  <a:pt x="104659" y="0"/>
                  <a:pt x="233779" y="0"/>
                </a:cubicBezTo>
                <a:lnTo>
                  <a:pt x="3240941" y="0"/>
                </a:lnTo>
                <a:cubicBezTo>
                  <a:pt x="3370061" y="0"/>
                  <a:pt x="3474720" y="104659"/>
                  <a:pt x="3474720" y="233779"/>
                </a:cubicBezTo>
                <a:lnTo>
                  <a:pt x="3474720" y="3240941"/>
                </a:lnTo>
                <a:cubicBezTo>
                  <a:pt x="3474720" y="3370061"/>
                  <a:pt x="3370061" y="3474720"/>
                  <a:pt x="3240941" y="3474720"/>
                </a:cubicBezTo>
                <a:lnTo>
                  <a:pt x="233779" y="347472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05282" y="2017075"/>
            <a:ext cx="641351" cy="641351"/>
          </a:xfrm>
          <a:custGeom>
            <a:avLst/>
            <a:gdLst/>
            <a:ahLst/>
            <a:cxnLst/>
            <a:rect l="l" t="t" r="r" b="b"/>
            <a:pathLst>
              <a:path w="641351" h="641351">
                <a:moveTo>
                  <a:pt x="0" y="320676"/>
                </a:moveTo>
                <a:cubicBezTo>
                  <a:pt x="0" y="143573"/>
                  <a:pt x="143573" y="0"/>
                  <a:pt x="320676" y="0"/>
                </a:cubicBezTo>
                <a:cubicBezTo>
                  <a:pt x="497778" y="0"/>
                  <a:pt x="641351" y="143573"/>
                  <a:pt x="641351" y="320676"/>
                </a:cubicBezTo>
                <a:cubicBezTo>
                  <a:pt x="641351" y="497778"/>
                  <a:pt x="497778" y="641351"/>
                  <a:pt x="320676" y="641351"/>
                </a:cubicBezTo>
                <a:cubicBezTo>
                  <a:pt x="143573" y="641351"/>
                  <a:pt x="0" y="497778"/>
                  <a:pt x="0" y="32067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0845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7766" y="6309360"/>
            <a:ext cx="5021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05282" y="2851292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招聘数据可追溯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5282" y="4176758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100%招聘数据可追溯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05282" y="3187942"/>
            <a:ext cx="27203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100%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568457" y="2157750"/>
            <a:ext cx="315000" cy="360000"/>
          </a:xfrm>
          <a:custGeom>
            <a:avLst/>
            <a:gdLst/>
            <a:ahLst/>
            <a:cxnLst/>
            <a:rect l="l" t="t" r="r" b="b"/>
            <a:pathLst>
              <a:path w="315000" h="360000">
                <a:moveTo>
                  <a:pt x="281251" y="60469"/>
                </a:moveTo>
                <a:lnTo>
                  <a:pt x="281251" y="122836"/>
                </a:lnTo>
                <a:cubicBezTo>
                  <a:pt x="271899" y="127897"/>
                  <a:pt x="259031" y="132818"/>
                  <a:pt x="242720" y="136829"/>
                </a:cubicBezTo>
                <a:cubicBezTo>
                  <a:pt x="218884" y="142736"/>
                  <a:pt x="189495" y="146250"/>
                  <a:pt x="157500" y="146250"/>
                </a:cubicBezTo>
                <a:cubicBezTo>
                  <a:pt x="125509" y="146250"/>
                  <a:pt x="96116" y="142733"/>
                  <a:pt x="72280" y="136829"/>
                </a:cubicBezTo>
                <a:cubicBezTo>
                  <a:pt x="55966" y="132822"/>
                  <a:pt x="43101" y="127969"/>
                  <a:pt x="33749" y="122836"/>
                </a:cubicBezTo>
                <a:lnTo>
                  <a:pt x="33749" y="60469"/>
                </a:lnTo>
                <a:lnTo>
                  <a:pt x="34171" y="60116"/>
                </a:lnTo>
                <a:cubicBezTo>
                  <a:pt x="37898" y="56952"/>
                  <a:pt x="45351" y="52592"/>
                  <a:pt x="57516" y="48233"/>
                </a:cubicBezTo>
                <a:cubicBezTo>
                  <a:pt x="81494" y="39726"/>
                  <a:pt x="116859" y="33750"/>
                  <a:pt x="157500" y="33750"/>
                </a:cubicBezTo>
                <a:cubicBezTo>
                  <a:pt x="198141" y="33750"/>
                  <a:pt x="233506" y="39726"/>
                  <a:pt x="257484" y="48233"/>
                </a:cubicBezTo>
                <a:cubicBezTo>
                  <a:pt x="269649" y="52592"/>
                  <a:pt x="277030" y="56952"/>
                  <a:pt x="280829" y="60116"/>
                </a:cubicBezTo>
                <a:lnTo>
                  <a:pt x="281251" y="60469"/>
                </a:lnTo>
                <a:moveTo>
                  <a:pt x="281251" y="159962"/>
                </a:moveTo>
                <a:lnTo>
                  <a:pt x="281251" y="212836"/>
                </a:lnTo>
                <a:cubicBezTo>
                  <a:pt x="271899" y="217897"/>
                  <a:pt x="259031" y="222818"/>
                  <a:pt x="242720" y="226829"/>
                </a:cubicBezTo>
                <a:cubicBezTo>
                  <a:pt x="218884" y="232736"/>
                  <a:pt x="189495" y="236250"/>
                  <a:pt x="157500" y="236250"/>
                </a:cubicBezTo>
                <a:cubicBezTo>
                  <a:pt x="125509" y="236250"/>
                  <a:pt x="96116" y="232733"/>
                  <a:pt x="72280" y="226829"/>
                </a:cubicBezTo>
                <a:cubicBezTo>
                  <a:pt x="55966" y="222822"/>
                  <a:pt x="43101" y="217969"/>
                  <a:pt x="33749" y="212836"/>
                </a:cubicBezTo>
                <a:lnTo>
                  <a:pt x="33749" y="159962"/>
                </a:lnTo>
                <a:cubicBezTo>
                  <a:pt x="43101" y="163688"/>
                  <a:pt x="53367" y="166925"/>
                  <a:pt x="64194" y="169596"/>
                </a:cubicBezTo>
                <a:cubicBezTo>
                  <a:pt x="91054" y="176206"/>
                  <a:pt x="123187" y="180004"/>
                  <a:pt x="157500" y="180004"/>
                </a:cubicBezTo>
                <a:cubicBezTo>
                  <a:pt x="191813" y="180004"/>
                  <a:pt x="223946" y="176206"/>
                  <a:pt x="250806" y="169596"/>
                </a:cubicBezTo>
                <a:cubicBezTo>
                  <a:pt x="261633" y="166925"/>
                  <a:pt x="271899" y="163760"/>
                  <a:pt x="281251" y="159962"/>
                </a:cubicBezTo>
                <a:lnTo>
                  <a:pt x="281251" y="159962"/>
                </a:lnTo>
                <a:moveTo>
                  <a:pt x="33749" y="299531"/>
                </a:moveTo>
                <a:lnTo>
                  <a:pt x="33749" y="250031"/>
                </a:lnTo>
                <a:cubicBezTo>
                  <a:pt x="43101" y="253757"/>
                  <a:pt x="53367" y="256993"/>
                  <a:pt x="64194" y="259664"/>
                </a:cubicBezTo>
                <a:cubicBezTo>
                  <a:pt x="91054" y="266202"/>
                  <a:pt x="123187" y="270000"/>
                  <a:pt x="157500" y="270000"/>
                </a:cubicBezTo>
                <a:cubicBezTo>
                  <a:pt x="191813" y="270000"/>
                  <a:pt x="223946" y="266202"/>
                  <a:pt x="250806" y="259592"/>
                </a:cubicBezTo>
                <a:cubicBezTo>
                  <a:pt x="261633" y="256921"/>
                  <a:pt x="271899" y="253757"/>
                  <a:pt x="281251" y="249959"/>
                </a:cubicBezTo>
                <a:lnTo>
                  <a:pt x="281251" y="299459"/>
                </a:lnTo>
                <a:lnTo>
                  <a:pt x="280829" y="299812"/>
                </a:lnTo>
                <a:cubicBezTo>
                  <a:pt x="277102" y="302976"/>
                  <a:pt x="269649" y="307336"/>
                  <a:pt x="257484" y="311695"/>
                </a:cubicBezTo>
                <a:cubicBezTo>
                  <a:pt x="233506" y="320274"/>
                  <a:pt x="198141" y="326250"/>
                  <a:pt x="157500" y="326250"/>
                </a:cubicBezTo>
                <a:cubicBezTo>
                  <a:pt x="116859" y="326250"/>
                  <a:pt x="81494" y="320274"/>
                  <a:pt x="57516" y="311767"/>
                </a:cubicBezTo>
                <a:cubicBezTo>
                  <a:pt x="45351" y="307408"/>
                  <a:pt x="37970" y="303048"/>
                  <a:pt x="34171" y="299884"/>
                </a:cubicBezTo>
                <a:lnTo>
                  <a:pt x="33749" y="299531"/>
                </a:lnTo>
                <a:moveTo>
                  <a:pt x="282725" y="298055"/>
                </a:moveTo>
                <a:cubicBezTo>
                  <a:pt x="282725" y="298055"/>
                  <a:pt x="282725" y="298127"/>
                  <a:pt x="282583" y="298195"/>
                </a:cubicBezTo>
                <a:lnTo>
                  <a:pt x="282653" y="298055"/>
                </a:lnTo>
                <a:cubicBezTo>
                  <a:pt x="282653" y="298055"/>
                  <a:pt x="282653" y="298055"/>
                  <a:pt x="282653" y="297983"/>
                </a:cubicBezTo>
                <a:lnTo>
                  <a:pt x="282725" y="298055"/>
                </a:lnTo>
                <a:moveTo>
                  <a:pt x="32344" y="298055"/>
                </a:moveTo>
                <a:cubicBezTo>
                  <a:pt x="32344" y="298055"/>
                  <a:pt x="32344" y="298127"/>
                  <a:pt x="32486" y="298195"/>
                </a:cubicBezTo>
                <a:cubicBezTo>
                  <a:pt x="32417" y="298123"/>
                  <a:pt x="32417" y="298055"/>
                  <a:pt x="32344" y="298055"/>
                </a:cubicBezTo>
                <a:moveTo>
                  <a:pt x="32344" y="61945"/>
                </a:moveTo>
                <a:cubicBezTo>
                  <a:pt x="32344" y="61945"/>
                  <a:pt x="32414" y="61873"/>
                  <a:pt x="32486" y="61805"/>
                </a:cubicBezTo>
                <a:cubicBezTo>
                  <a:pt x="32417" y="61877"/>
                  <a:pt x="32344" y="61945"/>
                  <a:pt x="32344" y="61945"/>
                </a:cubicBezTo>
                <a:moveTo>
                  <a:pt x="282656" y="61805"/>
                </a:moveTo>
                <a:cubicBezTo>
                  <a:pt x="282725" y="61877"/>
                  <a:pt x="282798" y="61945"/>
                  <a:pt x="282798" y="61945"/>
                </a:cubicBezTo>
                <a:cubicBezTo>
                  <a:pt x="282798" y="61945"/>
                  <a:pt x="282798" y="61873"/>
                  <a:pt x="282656" y="61805"/>
                </a:cubicBezTo>
                <a:moveTo>
                  <a:pt x="315000" y="303750"/>
                </a:moveTo>
                <a:lnTo>
                  <a:pt x="315000" y="56250"/>
                </a:lnTo>
                <a:cubicBezTo>
                  <a:pt x="315000" y="25171"/>
                  <a:pt x="244478" y="0"/>
                  <a:pt x="157500" y="0"/>
                </a:cubicBezTo>
                <a:cubicBezTo>
                  <a:pt x="70522" y="0"/>
                  <a:pt x="0" y="25171"/>
                  <a:pt x="0" y="56250"/>
                </a:cubicBezTo>
                <a:lnTo>
                  <a:pt x="0" y="303750"/>
                </a:lnTo>
                <a:cubicBezTo>
                  <a:pt x="0" y="334829"/>
                  <a:pt x="70522" y="360000"/>
                  <a:pt x="157500" y="360000"/>
                </a:cubicBezTo>
                <a:cubicBezTo>
                  <a:pt x="244478" y="360000"/>
                  <a:pt x="315000" y="334829"/>
                  <a:pt x="315000" y="303750"/>
                </a:cubicBezTo>
                <a:lnTo>
                  <a:pt x="315000" y="30375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90110" y="2851292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流程节点标准化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110" y="4176758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8个流程节点标准化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90110" y="3187942"/>
            <a:ext cx="27203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8个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4838418" y="2157750"/>
            <a:ext cx="344735" cy="360000"/>
          </a:xfrm>
          <a:custGeom>
            <a:avLst/>
            <a:gdLst/>
            <a:ahLst/>
            <a:cxnLst/>
            <a:rect l="l" t="t" r="r" b="b"/>
            <a:pathLst>
              <a:path w="344735" h="360000">
                <a:moveTo>
                  <a:pt x="172371" y="0"/>
                </a:moveTo>
                <a:cubicBezTo>
                  <a:pt x="184323" y="0"/>
                  <a:pt x="195996" y="1195"/>
                  <a:pt x="207386" y="3377"/>
                </a:cubicBezTo>
                <a:cubicBezTo>
                  <a:pt x="212939" y="4432"/>
                  <a:pt x="222713" y="7664"/>
                  <a:pt x="228056" y="17510"/>
                </a:cubicBezTo>
                <a:cubicBezTo>
                  <a:pt x="229462" y="20113"/>
                  <a:pt x="230586" y="22853"/>
                  <a:pt x="231290" y="25808"/>
                </a:cubicBezTo>
                <a:lnTo>
                  <a:pt x="237829" y="52880"/>
                </a:lnTo>
                <a:cubicBezTo>
                  <a:pt x="238815" y="56959"/>
                  <a:pt x="245703" y="60966"/>
                  <a:pt x="249712" y="59771"/>
                </a:cubicBezTo>
                <a:lnTo>
                  <a:pt x="276433" y="51894"/>
                </a:lnTo>
                <a:cubicBezTo>
                  <a:pt x="279246" y="51052"/>
                  <a:pt x="282128" y="50627"/>
                  <a:pt x="285010" y="50558"/>
                </a:cubicBezTo>
                <a:cubicBezTo>
                  <a:pt x="296331" y="50206"/>
                  <a:pt x="303994" y="57168"/>
                  <a:pt x="307721" y="61387"/>
                </a:cubicBezTo>
                <a:cubicBezTo>
                  <a:pt x="323261" y="79034"/>
                  <a:pt x="335213" y="99778"/>
                  <a:pt x="342808" y="122065"/>
                </a:cubicBezTo>
                <a:cubicBezTo>
                  <a:pt x="344635" y="127407"/>
                  <a:pt x="346745" y="137394"/>
                  <a:pt x="340908" y="146956"/>
                </a:cubicBezTo>
                <a:cubicBezTo>
                  <a:pt x="339361" y="149486"/>
                  <a:pt x="337464" y="151877"/>
                  <a:pt x="335282" y="153986"/>
                </a:cubicBezTo>
                <a:lnTo>
                  <a:pt x="315101" y="173181"/>
                </a:lnTo>
                <a:cubicBezTo>
                  <a:pt x="312147" y="175993"/>
                  <a:pt x="312147" y="184079"/>
                  <a:pt x="315101" y="186894"/>
                </a:cubicBezTo>
                <a:lnTo>
                  <a:pt x="335282" y="206089"/>
                </a:lnTo>
                <a:cubicBezTo>
                  <a:pt x="337461" y="208199"/>
                  <a:pt x="339361" y="210589"/>
                  <a:pt x="340908" y="213120"/>
                </a:cubicBezTo>
                <a:cubicBezTo>
                  <a:pt x="346672" y="222681"/>
                  <a:pt x="344566" y="232668"/>
                  <a:pt x="342808" y="238010"/>
                </a:cubicBezTo>
                <a:cubicBezTo>
                  <a:pt x="335213" y="260298"/>
                  <a:pt x="323261" y="280973"/>
                  <a:pt x="307721" y="298688"/>
                </a:cubicBezTo>
                <a:cubicBezTo>
                  <a:pt x="303994" y="302907"/>
                  <a:pt x="296258" y="309866"/>
                  <a:pt x="285010" y="309517"/>
                </a:cubicBezTo>
                <a:cubicBezTo>
                  <a:pt x="282128" y="309445"/>
                  <a:pt x="279246" y="308955"/>
                  <a:pt x="276433" y="308181"/>
                </a:cubicBezTo>
                <a:lnTo>
                  <a:pt x="249712" y="300236"/>
                </a:lnTo>
                <a:cubicBezTo>
                  <a:pt x="245703" y="299041"/>
                  <a:pt x="238815" y="303048"/>
                  <a:pt x="237829" y="307127"/>
                </a:cubicBezTo>
                <a:lnTo>
                  <a:pt x="231290" y="334199"/>
                </a:lnTo>
                <a:cubicBezTo>
                  <a:pt x="230586" y="337151"/>
                  <a:pt x="229462" y="339966"/>
                  <a:pt x="228056" y="342497"/>
                </a:cubicBezTo>
                <a:cubicBezTo>
                  <a:pt x="222640" y="352339"/>
                  <a:pt x="212867" y="355503"/>
                  <a:pt x="207386" y="356630"/>
                </a:cubicBezTo>
                <a:cubicBezTo>
                  <a:pt x="195996" y="358808"/>
                  <a:pt x="184323" y="360003"/>
                  <a:pt x="172371" y="360003"/>
                </a:cubicBezTo>
                <a:cubicBezTo>
                  <a:pt x="160419" y="360003"/>
                  <a:pt x="148746" y="358808"/>
                  <a:pt x="137356" y="356626"/>
                </a:cubicBezTo>
                <a:cubicBezTo>
                  <a:pt x="131802" y="355572"/>
                  <a:pt x="122029" y="352339"/>
                  <a:pt x="116686" y="342493"/>
                </a:cubicBezTo>
                <a:cubicBezTo>
                  <a:pt x="115279" y="339890"/>
                  <a:pt x="114156" y="337151"/>
                  <a:pt x="113452" y="334195"/>
                </a:cubicBezTo>
                <a:lnTo>
                  <a:pt x="106913" y="307123"/>
                </a:lnTo>
                <a:cubicBezTo>
                  <a:pt x="105927" y="303044"/>
                  <a:pt x="99039" y="299037"/>
                  <a:pt x="95030" y="300233"/>
                </a:cubicBezTo>
                <a:lnTo>
                  <a:pt x="68309" y="308106"/>
                </a:lnTo>
                <a:cubicBezTo>
                  <a:pt x="65496" y="308948"/>
                  <a:pt x="62614" y="309373"/>
                  <a:pt x="59732" y="309441"/>
                </a:cubicBezTo>
                <a:cubicBezTo>
                  <a:pt x="48411" y="309794"/>
                  <a:pt x="40748" y="302832"/>
                  <a:pt x="37021" y="298613"/>
                </a:cubicBezTo>
                <a:cubicBezTo>
                  <a:pt x="21553" y="280965"/>
                  <a:pt x="9529" y="260222"/>
                  <a:pt x="1934" y="237935"/>
                </a:cubicBezTo>
                <a:cubicBezTo>
                  <a:pt x="107" y="232592"/>
                  <a:pt x="-2003" y="222606"/>
                  <a:pt x="3833" y="213044"/>
                </a:cubicBezTo>
                <a:cubicBezTo>
                  <a:pt x="5381" y="210513"/>
                  <a:pt x="7277" y="208123"/>
                  <a:pt x="9459" y="206013"/>
                </a:cubicBezTo>
                <a:lnTo>
                  <a:pt x="29640" y="186818"/>
                </a:lnTo>
                <a:cubicBezTo>
                  <a:pt x="32595" y="184007"/>
                  <a:pt x="32595" y="175921"/>
                  <a:pt x="29640" y="173106"/>
                </a:cubicBezTo>
                <a:lnTo>
                  <a:pt x="9391" y="153911"/>
                </a:lnTo>
                <a:cubicBezTo>
                  <a:pt x="7212" y="151801"/>
                  <a:pt x="5312" y="149411"/>
                  <a:pt x="3764" y="146880"/>
                </a:cubicBezTo>
                <a:cubicBezTo>
                  <a:pt x="-1999" y="137318"/>
                  <a:pt x="107" y="127332"/>
                  <a:pt x="1937" y="122058"/>
                </a:cubicBezTo>
                <a:cubicBezTo>
                  <a:pt x="9532" y="99770"/>
                  <a:pt x="21484" y="79096"/>
                  <a:pt x="37025" y="61380"/>
                </a:cubicBezTo>
                <a:cubicBezTo>
                  <a:pt x="40751" y="57161"/>
                  <a:pt x="48487" y="50202"/>
                  <a:pt x="59736" y="50551"/>
                </a:cubicBezTo>
                <a:cubicBezTo>
                  <a:pt x="62618" y="50623"/>
                  <a:pt x="65500" y="51113"/>
                  <a:pt x="68313" y="51887"/>
                </a:cubicBezTo>
                <a:lnTo>
                  <a:pt x="95033" y="59764"/>
                </a:lnTo>
                <a:cubicBezTo>
                  <a:pt x="99042" y="60959"/>
                  <a:pt x="105930" y="56952"/>
                  <a:pt x="106916" y="52873"/>
                </a:cubicBezTo>
                <a:lnTo>
                  <a:pt x="113456" y="25801"/>
                </a:lnTo>
                <a:cubicBezTo>
                  <a:pt x="114159" y="22849"/>
                  <a:pt x="115283" y="20034"/>
                  <a:pt x="116689" y="17503"/>
                </a:cubicBezTo>
                <a:cubicBezTo>
                  <a:pt x="122105" y="7661"/>
                  <a:pt x="131878" y="4496"/>
                  <a:pt x="137360" y="3370"/>
                </a:cubicBezTo>
                <a:cubicBezTo>
                  <a:pt x="148750" y="1192"/>
                  <a:pt x="160422" y="-7"/>
                  <a:pt x="172374" y="-7"/>
                </a:cubicBezTo>
                <a:lnTo>
                  <a:pt x="172371" y="0"/>
                </a:lnTo>
                <a:moveTo>
                  <a:pt x="145723" y="36140"/>
                </a:moveTo>
                <a:lnTo>
                  <a:pt x="139745" y="60818"/>
                </a:lnTo>
                <a:cubicBezTo>
                  <a:pt x="134260" y="83531"/>
                  <a:pt x="107895" y="98716"/>
                  <a:pt x="85463" y="92178"/>
                </a:cubicBezTo>
                <a:lnTo>
                  <a:pt x="61204" y="85007"/>
                </a:lnTo>
                <a:cubicBezTo>
                  <a:pt x="49604" y="98579"/>
                  <a:pt x="40462" y="114329"/>
                  <a:pt x="34484" y="131202"/>
                </a:cubicBezTo>
                <a:lnTo>
                  <a:pt x="52906" y="148709"/>
                </a:lnTo>
                <a:cubicBezTo>
                  <a:pt x="69781" y="164740"/>
                  <a:pt x="69781" y="195257"/>
                  <a:pt x="52906" y="211288"/>
                </a:cubicBezTo>
                <a:lnTo>
                  <a:pt x="34484" y="228794"/>
                </a:lnTo>
                <a:cubicBezTo>
                  <a:pt x="40462" y="245671"/>
                  <a:pt x="49600" y="261418"/>
                  <a:pt x="61204" y="274990"/>
                </a:cubicBezTo>
                <a:lnTo>
                  <a:pt x="85532" y="267818"/>
                </a:lnTo>
                <a:cubicBezTo>
                  <a:pt x="107892" y="261209"/>
                  <a:pt x="134329" y="276466"/>
                  <a:pt x="139814" y="299178"/>
                </a:cubicBezTo>
                <a:lnTo>
                  <a:pt x="145792" y="323856"/>
                </a:lnTo>
                <a:cubicBezTo>
                  <a:pt x="163087" y="327020"/>
                  <a:pt x="181861" y="327020"/>
                  <a:pt x="199160" y="323856"/>
                </a:cubicBezTo>
                <a:lnTo>
                  <a:pt x="205138" y="299178"/>
                </a:lnTo>
                <a:cubicBezTo>
                  <a:pt x="210623" y="276466"/>
                  <a:pt x="236988" y="261281"/>
                  <a:pt x="259420" y="267818"/>
                </a:cubicBezTo>
                <a:lnTo>
                  <a:pt x="283748" y="274990"/>
                </a:lnTo>
                <a:cubicBezTo>
                  <a:pt x="295348" y="261418"/>
                  <a:pt x="304490" y="245668"/>
                  <a:pt x="310468" y="228794"/>
                </a:cubicBezTo>
                <a:lnTo>
                  <a:pt x="292045" y="211288"/>
                </a:lnTo>
                <a:cubicBezTo>
                  <a:pt x="275171" y="195257"/>
                  <a:pt x="275171" y="164740"/>
                  <a:pt x="292045" y="148709"/>
                </a:cubicBezTo>
                <a:lnTo>
                  <a:pt x="310468" y="131202"/>
                </a:lnTo>
                <a:cubicBezTo>
                  <a:pt x="304490" y="114329"/>
                  <a:pt x="295351" y="98575"/>
                  <a:pt x="283748" y="85007"/>
                </a:cubicBezTo>
                <a:lnTo>
                  <a:pt x="259420" y="92178"/>
                </a:lnTo>
                <a:cubicBezTo>
                  <a:pt x="237060" y="98788"/>
                  <a:pt x="210623" y="83531"/>
                  <a:pt x="205138" y="60818"/>
                </a:cubicBezTo>
                <a:lnTo>
                  <a:pt x="199160" y="36140"/>
                </a:lnTo>
                <a:cubicBezTo>
                  <a:pt x="181865" y="32976"/>
                  <a:pt x="163090" y="32976"/>
                  <a:pt x="145792" y="36140"/>
                </a:cubicBezTo>
                <a:lnTo>
                  <a:pt x="145723" y="36140"/>
                </a:lnTo>
                <a:moveTo>
                  <a:pt x="138621" y="180000"/>
                </a:moveTo>
                <a:cubicBezTo>
                  <a:pt x="138621" y="198641"/>
                  <a:pt x="153731" y="213750"/>
                  <a:pt x="172371" y="213750"/>
                </a:cubicBezTo>
                <a:cubicBezTo>
                  <a:pt x="191011" y="213750"/>
                  <a:pt x="206120" y="198641"/>
                  <a:pt x="206120" y="180000"/>
                </a:cubicBezTo>
                <a:cubicBezTo>
                  <a:pt x="206120" y="161359"/>
                  <a:pt x="191011" y="146250"/>
                  <a:pt x="172371" y="146250"/>
                </a:cubicBezTo>
                <a:cubicBezTo>
                  <a:pt x="153731" y="146250"/>
                  <a:pt x="138621" y="161359"/>
                  <a:pt x="138621" y="180000"/>
                </a:cubicBezTo>
                <a:lnTo>
                  <a:pt x="138621" y="180000"/>
                </a:lnTo>
                <a:moveTo>
                  <a:pt x="172371" y="247500"/>
                </a:moveTo>
                <a:cubicBezTo>
                  <a:pt x="135091" y="247500"/>
                  <a:pt x="104872" y="217278"/>
                  <a:pt x="104872" y="180000"/>
                </a:cubicBezTo>
                <a:cubicBezTo>
                  <a:pt x="104872" y="142722"/>
                  <a:pt x="135091" y="112500"/>
                  <a:pt x="172371" y="112500"/>
                </a:cubicBezTo>
                <a:cubicBezTo>
                  <a:pt x="209650" y="112500"/>
                  <a:pt x="239870" y="142722"/>
                  <a:pt x="239870" y="180000"/>
                </a:cubicBezTo>
                <a:cubicBezTo>
                  <a:pt x="239870" y="217278"/>
                  <a:pt x="209650" y="247500"/>
                  <a:pt x="172371" y="247500"/>
                </a:cubicBez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1549" y="2851292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统一账号管理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1549" y="4176758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1个账号管理全部数据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1549" y="3187942"/>
            <a:ext cx="27203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1个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1112224" y="2177750"/>
            <a:ext cx="360000" cy="320000"/>
          </a:xfrm>
          <a:custGeom>
            <a:avLst/>
            <a:gdLst/>
            <a:ahLst/>
            <a:cxnLst/>
            <a:rect l="l" t="t" r="r" b="b"/>
            <a:pathLst>
              <a:path w="360000" h="320000">
                <a:moveTo>
                  <a:pt x="159998" y="0"/>
                </a:moveTo>
                <a:cubicBezTo>
                  <a:pt x="148936" y="0"/>
                  <a:pt x="139997" y="8938"/>
                  <a:pt x="139997" y="20000"/>
                </a:cubicBezTo>
                <a:lnTo>
                  <a:pt x="139997" y="60000"/>
                </a:lnTo>
                <a:cubicBezTo>
                  <a:pt x="139997" y="71063"/>
                  <a:pt x="148936" y="80000"/>
                  <a:pt x="159998" y="80000"/>
                </a:cubicBezTo>
                <a:lnTo>
                  <a:pt x="199998" y="80000"/>
                </a:lnTo>
                <a:cubicBezTo>
                  <a:pt x="211061" y="80000"/>
                  <a:pt x="220000" y="71063"/>
                  <a:pt x="220000" y="60000"/>
                </a:cubicBezTo>
                <a:lnTo>
                  <a:pt x="220000" y="20000"/>
                </a:lnTo>
                <a:cubicBezTo>
                  <a:pt x="220000" y="8938"/>
                  <a:pt x="211061" y="0"/>
                  <a:pt x="199998" y="0"/>
                </a:cubicBezTo>
                <a:lnTo>
                  <a:pt x="159998" y="0"/>
                </a:lnTo>
                <a:moveTo>
                  <a:pt x="119999" y="40000"/>
                </a:moveTo>
                <a:lnTo>
                  <a:pt x="40000" y="40000"/>
                </a:lnTo>
                <a:cubicBezTo>
                  <a:pt x="17939" y="40000"/>
                  <a:pt x="0" y="57936"/>
                  <a:pt x="0" y="80000"/>
                </a:cubicBezTo>
                <a:lnTo>
                  <a:pt x="0" y="280000"/>
                </a:lnTo>
                <a:cubicBezTo>
                  <a:pt x="0" y="302064"/>
                  <a:pt x="17939" y="320000"/>
                  <a:pt x="40000" y="320000"/>
                </a:cubicBezTo>
                <a:lnTo>
                  <a:pt x="320000" y="320000"/>
                </a:lnTo>
                <a:cubicBezTo>
                  <a:pt x="342061" y="320000"/>
                  <a:pt x="360000" y="302064"/>
                  <a:pt x="360000" y="280000"/>
                </a:cubicBezTo>
                <a:lnTo>
                  <a:pt x="360000" y="80000"/>
                </a:lnTo>
                <a:cubicBezTo>
                  <a:pt x="360000" y="57936"/>
                  <a:pt x="342061" y="40000"/>
                  <a:pt x="320000" y="40000"/>
                </a:cubicBezTo>
                <a:lnTo>
                  <a:pt x="240001" y="40000"/>
                </a:lnTo>
                <a:lnTo>
                  <a:pt x="240001" y="70000"/>
                </a:lnTo>
                <a:lnTo>
                  <a:pt x="320000" y="70000"/>
                </a:lnTo>
                <a:cubicBezTo>
                  <a:pt x="325501" y="70000"/>
                  <a:pt x="330001" y="74499"/>
                  <a:pt x="330001" y="80000"/>
                </a:cubicBezTo>
                <a:lnTo>
                  <a:pt x="330001" y="280000"/>
                </a:lnTo>
                <a:cubicBezTo>
                  <a:pt x="330001" y="285501"/>
                  <a:pt x="325501" y="290000"/>
                  <a:pt x="320000" y="290000"/>
                </a:cubicBezTo>
                <a:lnTo>
                  <a:pt x="40000" y="290000"/>
                </a:lnTo>
                <a:cubicBezTo>
                  <a:pt x="34499" y="290000"/>
                  <a:pt x="29999" y="285501"/>
                  <a:pt x="29999" y="280000"/>
                </a:cubicBezTo>
                <a:lnTo>
                  <a:pt x="29999" y="80000"/>
                </a:lnTo>
                <a:cubicBezTo>
                  <a:pt x="29999" y="74499"/>
                  <a:pt x="34499" y="70000"/>
                  <a:pt x="40000" y="70000"/>
                </a:cubicBezTo>
                <a:lnTo>
                  <a:pt x="119999" y="70000"/>
                </a:lnTo>
                <a:lnTo>
                  <a:pt x="119999" y="40000"/>
                </a:lnTo>
                <a:moveTo>
                  <a:pt x="180000" y="190000"/>
                </a:moveTo>
                <a:cubicBezTo>
                  <a:pt x="202090" y="190000"/>
                  <a:pt x="220000" y="172093"/>
                  <a:pt x="220000" y="150000"/>
                </a:cubicBezTo>
                <a:cubicBezTo>
                  <a:pt x="220000" y="127907"/>
                  <a:pt x="202090" y="110000"/>
                  <a:pt x="180000" y="110000"/>
                </a:cubicBezTo>
                <a:cubicBezTo>
                  <a:pt x="157910" y="110000"/>
                  <a:pt x="140000" y="127907"/>
                  <a:pt x="140000" y="150000"/>
                </a:cubicBezTo>
                <a:cubicBezTo>
                  <a:pt x="140000" y="172093"/>
                  <a:pt x="157910" y="190000"/>
                  <a:pt x="180000" y="190000"/>
                </a:cubicBezTo>
                <a:moveTo>
                  <a:pt x="159998" y="210000"/>
                </a:moveTo>
                <a:cubicBezTo>
                  <a:pt x="132372" y="210000"/>
                  <a:pt x="109998" y="232374"/>
                  <a:pt x="109998" y="260000"/>
                </a:cubicBezTo>
                <a:cubicBezTo>
                  <a:pt x="109998" y="265501"/>
                  <a:pt x="114498" y="270000"/>
                  <a:pt x="119999" y="270000"/>
                </a:cubicBezTo>
                <a:lnTo>
                  <a:pt x="239998" y="270000"/>
                </a:lnTo>
                <a:cubicBezTo>
                  <a:pt x="245498" y="270000"/>
                  <a:pt x="249998" y="265501"/>
                  <a:pt x="249998" y="260000"/>
                </a:cubicBezTo>
                <a:cubicBezTo>
                  <a:pt x="249998" y="232374"/>
                  <a:pt x="227624" y="210000"/>
                  <a:pt x="199998" y="210000"/>
                </a:cubicBezTo>
                <a:lnTo>
                  <a:pt x="159998" y="21000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登录与权限设计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单一数据源 团队协作高效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快速上手 零学习成本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团队协作高效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共享权限模式 无需复杂配置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共享权限模式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统一账号zenflux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统一账号zenflux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极简登录页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极简登录页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154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2870" y="91440"/>
                </a:moveTo>
                <a:lnTo>
                  <a:pt x="102870" y="137160"/>
                </a:lnTo>
                <a:lnTo>
                  <a:pt x="217170" y="137160"/>
                </a:lnTo>
                <a:lnTo>
                  <a:pt x="217170" y="91440"/>
                </a:lnTo>
                <a:cubicBezTo>
                  <a:pt x="217170" y="59864"/>
                  <a:pt x="191595" y="34290"/>
                  <a:pt x="160020" y="34290"/>
                </a:cubicBezTo>
                <a:cubicBezTo>
                  <a:pt x="128445" y="34290"/>
                  <a:pt x="102870" y="59864"/>
                  <a:pt x="102870" y="91440"/>
                </a:cubicBezTo>
                <a:lnTo>
                  <a:pt x="102870" y="91440"/>
                </a:lnTo>
                <a:moveTo>
                  <a:pt x="68581" y="137160"/>
                </a:moveTo>
                <a:lnTo>
                  <a:pt x="68581" y="91440"/>
                </a:lnTo>
                <a:cubicBezTo>
                  <a:pt x="68581" y="40932"/>
                  <a:pt x="109514" y="0"/>
                  <a:pt x="160020" y="0"/>
                </a:cubicBezTo>
                <a:cubicBezTo>
                  <a:pt x="210526" y="0"/>
                  <a:pt x="251459" y="40932"/>
                  <a:pt x="251459" y="91440"/>
                </a:cubicBezTo>
                <a:lnTo>
                  <a:pt x="251459" y="137160"/>
                </a:lnTo>
                <a:lnTo>
                  <a:pt x="274319" y="137160"/>
                </a:lnTo>
                <a:cubicBezTo>
                  <a:pt x="299535" y="137160"/>
                  <a:pt x="320040" y="157661"/>
                  <a:pt x="320040" y="182880"/>
                </a:cubicBezTo>
                <a:lnTo>
                  <a:pt x="320040" y="320040"/>
                </a:lnTo>
                <a:cubicBezTo>
                  <a:pt x="320040" y="345259"/>
                  <a:pt x="299538" y="365760"/>
                  <a:pt x="274319" y="365760"/>
                </a:cubicBezTo>
                <a:lnTo>
                  <a:pt x="45718" y="365760"/>
                </a:lnTo>
                <a:cubicBezTo>
                  <a:pt x="20502" y="365760"/>
                  <a:pt x="-3" y="345259"/>
                  <a:pt x="-3" y="320040"/>
                </a:cubicBezTo>
                <a:lnTo>
                  <a:pt x="-3" y="182880"/>
                </a:lnTo>
                <a:cubicBezTo>
                  <a:pt x="-3" y="157661"/>
                  <a:pt x="20499" y="137160"/>
                  <a:pt x="45718" y="137160"/>
                </a:cubicBezTo>
                <a:lnTo>
                  <a:pt x="68581" y="137160"/>
                </a:lnTo>
                <a:moveTo>
                  <a:pt x="34289" y="182880"/>
                </a:moveTo>
                <a:lnTo>
                  <a:pt x="34289" y="320040"/>
                </a:lnTo>
                <a:cubicBezTo>
                  <a:pt x="34289" y="326327"/>
                  <a:pt x="39432" y="331470"/>
                  <a:pt x="45718" y="331470"/>
                </a:cubicBezTo>
                <a:lnTo>
                  <a:pt x="274319" y="331470"/>
                </a:lnTo>
                <a:cubicBezTo>
                  <a:pt x="280605" y="331470"/>
                  <a:pt x="285748" y="326327"/>
                  <a:pt x="285748" y="320040"/>
                </a:cubicBezTo>
                <a:lnTo>
                  <a:pt x="285748" y="182880"/>
                </a:lnTo>
                <a:cubicBezTo>
                  <a:pt x="285748" y="176593"/>
                  <a:pt x="280605" y="171450"/>
                  <a:pt x="274319" y="171450"/>
                </a:cubicBezTo>
                <a:lnTo>
                  <a:pt x="45718" y="171450"/>
                </a:lnTo>
                <a:cubicBezTo>
                  <a:pt x="39432" y="171450"/>
                  <a:pt x="34289" y="176593"/>
                  <a:pt x="34289" y="182880"/>
                </a:cubicBezTo>
                <a:lnTo>
                  <a:pt x="34289" y="18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2040" y="1837013"/>
            <a:ext cx="365760" cy="325120"/>
          </a:xfrm>
          <a:custGeom>
            <a:avLst/>
            <a:gdLst/>
            <a:ahLst/>
            <a:cxnLst/>
            <a:rect l="l" t="t" r="r" b="b"/>
            <a:pathLst>
              <a:path w="365760" h="325120">
                <a:moveTo>
                  <a:pt x="162558" y="0"/>
                </a:moveTo>
                <a:cubicBezTo>
                  <a:pt x="151319" y="0"/>
                  <a:pt x="142237" y="9081"/>
                  <a:pt x="142237" y="20320"/>
                </a:cubicBezTo>
                <a:lnTo>
                  <a:pt x="142237" y="60960"/>
                </a:lnTo>
                <a:cubicBezTo>
                  <a:pt x="142237" y="72199"/>
                  <a:pt x="151319" y="81280"/>
                  <a:pt x="162558" y="81280"/>
                </a:cubicBezTo>
                <a:lnTo>
                  <a:pt x="203198" y="81280"/>
                </a:lnTo>
                <a:cubicBezTo>
                  <a:pt x="214438" y="81280"/>
                  <a:pt x="223520" y="72199"/>
                  <a:pt x="223520" y="60960"/>
                </a:cubicBezTo>
                <a:lnTo>
                  <a:pt x="223520" y="20320"/>
                </a:lnTo>
                <a:cubicBezTo>
                  <a:pt x="223520" y="9081"/>
                  <a:pt x="214438" y="0"/>
                  <a:pt x="203198" y="0"/>
                </a:cubicBezTo>
                <a:lnTo>
                  <a:pt x="162558" y="0"/>
                </a:lnTo>
                <a:moveTo>
                  <a:pt x="121919" y="40640"/>
                </a:moveTo>
                <a:lnTo>
                  <a:pt x="40640" y="40640"/>
                </a:lnTo>
                <a:cubicBezTo>
                  <a:pt x="18226" y="40640"/>
                  <a:pt x="0" y="58863"/>
                  <a:pt x="0" y="81280"/>
                </a:cubicBezTo>
                <a:lnTo>
                  <a:pt x="0" y="284480"/>
                </a:lnTo>
                <a:cubicBezTo>
                  <a:pt x="0" y="306897"/>
                  <a:pt x="18226" y="325120"/>
                  <a:pt x="40640" y="325120"/>
                </a:cubicBezTo>
                <a:lnTo>
                  <a:pt x="325120" y="325120"/>
                </a:lnTo>
                <a:cubicBezTo>
                  <a:pt x="347534" y="325120"/>
                  <a:pt x="365760" y="306897"/>
                  <a:pt x="365760" y="284480"/>
                </a:cubicBezTo>
                <a:lnTo>
                  <a:pt x="365760" y="81280"/>
                </a:lnTo>
                <a:cubicBezTo>
                  <a:pt x="365760" y="58863"/>
                  <a:pt x="347534" y="40640"/>
                  <a:pt x="325120" y="40640"/>
                </a:cubicBezTo>
                <a:lnTo>
                  <a:pt x="243841" y="40640"/>
                </a:lnTo>
                <a:lnTo>
                  <a:pt x="243841" y="71120"/>
                </a:lnTo>
                <a:lnTo>
                  <a:pt x="325120" y="71120"/>
                </a:lnTo>
                <a:cubicBezTo>
                  <a:pt x="330709" y="71120"/>
                  <a:pt x="335281" y="75691"/>
                  <a:pt x="335281" y="81280"/>
                </a:cubicBezTo>
                <a:lnTo>
                  <a:pt x="335281" y="284480"/>
                </a:lnTo>
                <a:cubicBezTo>
                  <a:pt x="335281" y="290069"/>
                  <a:pt x="330709" y="294640"/>
                  <a:pt x="325120" y="294640"/>
                </a:cubicBezTo>
                <a:lnTo>
                  <a:pt x="40640" y="294640"/>
                </a:lnTo>
                <a:cubicBezTo>
                  <a:pt x="35051" y="294640"/>
                  <a:pt x="30479" y="290069"/>
                  <a:pt x="30479" y="284480"/>
                </a:cubicBezTo>
                <a:lnTo>
                  <a:pt x="30479" y="81280"/>
                </a:lnTo>
                <a:cubicBezTo>
                  <a:pt x="30479" y="75691"/>
                  <a:pt x="35051" y="71120"/>
                  <a:pt x="40640" y="71120"/>
                </a:cubicBezTo>
                <a:lnTo>
                  <a:pt x="121919" y="71120"/>
                </a:lnTo>
                <a:lnTo>
                  <a:pt x="121919" y="40640"/>
                </a:lnTo>
                <a:moveTo>
                  <a:pt x="182880" y="193040"/>
                </a:moveTo>
                <a:cubicBezTo>
                  <a:pt x="205323" y="193040"/>
                  <a:pt x="223520" y="174846"/>
                  <a:pt x="223520" y="152400"/>
                </a:cubicBezTo>
                <a:cubicBezTo>
                  <a:pt x="223520" y="129954"/>
                  <a:pt x="205323" y="111760"/>
                  <a:pt x="182880" y="111760"/>
                </a:cubicBezTo>
                <a:cubicBezTo>
                  <a:pt x="160437" y="111760"/>
                  <a:pt x="142240" y="129954"/>
                  <a:pt x="142240" y="152400"/>
                </a:cubicBezTo>
                <a:cubicBezTo>
                  <a:pt x="142240" y="174846"/>
                  <a:pt x="160437" y="193040"/>
                  <a:pt x="182880" y="193040"/>
                </a:cubicBezTo>
                <a:moveTo>
                  <a:pt x="162558" y="213360"/>
                </a:moveTo>
                <a:cubicBezTo>
                  <a:pt x="134490" y="213360"/>
                  <a:pt x="111758" y="236092"/>
                  <a:pt x="111758" y="264160"/>
                </a:cubicBezTo>
                <a:cubicBezTo>
                  <a:pt x="111758" y="269749"/>
                  <a:pt x="116330" y="274320"/>
                  <a:pt x="121919" y="274320"/>
                </a:cubicBezTo>
                <a:lnTo>
                  <a:pt x="243838" y="274320"/>
                </a:lnTo>
                <a:cubicBezTo>
                  <a:pt x="249426" y="274320"/>
                  <a:pt x="253998" y="269749"/>
                  <a:pt x="253998" y="264160"/>
                </a:cubicBezTo>
                <a:cubicBezTo>
                  <a:pt x="253998" y="236092"/>
                  <a:pt x="231266" y="213360"/>
                  <a:pt x="203198" y="213360"/>
                </a:cubicBezTo>
                <a:lnTo>
                  <a:pt x="162558" y="2133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5400" y="1839546"/>
            <a:ext cx="365760" cy="320054"/>
          </a:xfrm>
          <a:custGeom>
            <a:avLst/>
            <a:gdLst/>
            <a:ahLst/>
            <a:cxnLst/>
            <a:rect l="l" t="t" r="r" b="b"/>
            <a:pathLst>
              <a:path w="365760" h="320054">
                <a:moveTo>
                  <a:pt x="205740" y="148604"/>
                </a:moveTo>
                <a:lnTo>
                  <a:pt x="137160" y="148604"/>
                </a:lnTo>
                <a:cubicBezTo>
                  <a:pt x="89867" y="148604"/>
                  <a:pt x="50007" y="180536"/>
                  <a:pt x="38006" y="223971"/>
                </a:cubicBezTo>
                <a:cubicBezTo>
                  <a:pt x="35647" y="215112"/>
                  <a:pt x="34290" y="205254"/>
                  <a:pt x="34290" y="194324"/>
                </a:cubicBezTo>
                <a:cubicBezTo>
                  <a:pt x="34290" y="143816"/>
                  <a:pt x="75222" y="102885"/>
                  <a:pt x="125730" y="102885"/>
                </a:cubicBezTo>
                <a:lnTo>
                  <a:pt x="205740" y="102885"/>
                </a:lnTo>
                <a:lnTo>
                  <a:pt x="222887" y="102885"/>
                </a:lnTo>
                <a:cubicBezTo>
                  <a:pt x="232389" y="102885"/>
                  <a:pt x="240034" y="95242"/>
                  <a:pt x="240034" y="85739"/>
                </a:cubicBezTo>
                <a:lnTo>
                  <a:pt x="240034" y="68594"/>
                </a:lnTo>
                <a:lnTo>
                  <a:pt x="240034" y="48520"/>
                </a:lnTo>
                <a:lnTo>
                  <a:pt x="325830" y="125743"/>
                </a:lnTo>
                <a:lnTo>
                  <a:pt x="240034" y="202966"/>
                </a:lnTo>
                <a:lnTo>
                  <a:pt x="240034" y="182892"/>
                </a:lnTo>
                <a:lnTo>
                  <a:pt x="240034" y="165747"/>
                </a:lnTo>
                <a:cubicBezTo>
                  <a:pt x="240034" y="156244"/>
                  <a:pt x="232389" y="148601"/>
                  <a:pt x="222890" y="148601"/>
                </a:cubicBezTo>
                <a:lnTo>
                  <a:pt x="205740" y="148604"/>
                </a:lnTo>
                <a:moveTo>
                  <a:pt x="205740" y="182895"/>
                </a:moveTo>
                <a:lnTo>
                  <a:pt x="205740" y="217186"/>
                </a:lnTo>
                <a:lnTo>
                  <a:pt x="205740" y="228615"/>
                </a:lnTo>
                <a:cubicBezTo>
                  <a:pt x="205740" y="237615"/>
                  <a:pt x="211025" y="245831"/>
                  <a:pt x="219313" y="249476"/>
                </a:cubicBezTo>
                <a:cubicBezTo>
                  <a:pt x="227601" y="253118"/>
                  <a:pt x="237173" y="251620"/>
                  <a:pt x="243889" y="245619"/>
                </a:cubicBezTo>
                <a:lnTo>
                  <a:pt x="358189" y="142751"/>
                </a:lnTo>
                <a:cubicBezTo>
                  <a:pt x="362977" y="138392"/>
                  <a:pt x="365760" y="132250"/>
                  <a:pt x="365760" y="125749"/>
                </a:cubicBezTo>
                <a:cubicBezTo>
                  <a:pt x="365760" y="119249"/>
                  <a:pt x="363046" y="113104"/>
                  <a:pt x="358189" y="108748"/>
                </a:cubicBezTo>
                <a:lnTo>
                  <a:pt x="243889" y="5879"/>
                </a:lnTo>
                <a:cubicBezTo>
                  <a:pt x="237173" y="-192"/>
                  <a:pt x="227528" y="-1693"/>
                  <a:pt x="219313" y="2023"/>
                </a:cubicBezTo>
                <a:cubicBezTo>
                  <a:pt x="211098" y="5739"/>
                  <a:pt x="205740" y="13881"/>
                  <a:pt x="205740" y="22884"/>
                </a:cubicBezTo>
                <a:lnTo>
                  <a:pt x="205740" y="34313"/>
                </a:lnTo>
                <a:lnTo>
                  <a:pt x="205740" y="68604"/>
                </a:lnTo>
                <a:lnTo>
                  <a:pt x="171450" y="68604"/>
                </a:lnTo>
                <a:lnTo>
                  <a:pt x="125730" y="68604"/>
                </a:lnTo>
                <a:cubicBezTo>
                  <a:pt x="56294" y="68604"/>
                  <a:pt x="0" y="124895"/>
                  <a:pt x="0" y="194334"/>
                </a:cubicBezTo>
                <a:cubicBezTo>
                  <a:pt x="0" y="250055"/>
                  <a:pt x="27575" y="284487"/>
                  <a:pt x="49078" y="302989"/>
                </a:cubicBezTo>
                <a:cubicBezTo>
                  <a:pt x="52007" y="305489"/>
                  <a:pt x="54864" y="307704"/>
                  <a:pt x="57435" y="309634"/>
                </a:cubicBezTo>
                <a:cubicBezTo>
                  <a:pt x="59721" y="311349"/>
                  <a:pt x="61865" y="312777"/>
                  <a:pt x="63792" y="314063"/>
                </a:cubicBezTo>
                <a:cubicBezTo>
                  <a:pt x="67007" y="316208"/>
                  <a:pt x="69721" y="317705"/>
                  <a:pt x="71506" y="318707"/>
                </a:cubicBezTo>
                <a:cubicBezTo>
                  <a:pt x="73291" y="319706"/>
                  <a:pt x="75292" y="320064"/>
                  <a:pt x="77292" y="320064"/>
                </a:cubicBezTo>
                <a:cubicBezTo>
                  <a:pt x="85079" y="320064"/>
                  <a:pt x="91367" y="313705"/>
                  <a:pt x="91367" y="305991"/>
                </a:cubicBezTo>
                <a:cubicBezTo>
                  <a:pt x="91367" y="301133"/>
                  <a:pt x="88796" y="296563"/>
                  <a:pt x="85438" y="293061"/>
                </a:cubicBezTo>
                <a:cubicBezTo>
                  <a:pt x="85079" y="292703"/>
                  <a:pt x="84794" y="292418"/>
                  <a:pt x="84439" y="292063"/>
                </a:cubicBezTo>
                <a:cubicBezTo>
                  <a:pt x="82724" y="290421"/>
                  <a:pt x="80796" y="288420"/>
                  <a:pt x="78938" y="285918"/>
                </a:cubicBezTo>
                <a:cubicBezTo>
                  <a:pt x="77724" y="284276"/>
                  <a:pt x="76510" y="282346"/>
                  <a:pt x="75365" y="280275"/>
                </a:cubicBezTo>
                <a:cubicBezTo>
                  <a:pt x="71579" y="273346"/>
                  <a:pt x="68580" y="263917"/>
                  <a:pt x="68580" y="251557"/>
                </a:cubicBezTo>
                <a:cubicBezTo>
                  <a:pt x="68580" y="213694"/>
                  <a:pt x="99297" y="182975"/>
                  <a:pt x="137160" y="182975"/>
                </a:cubicBezTo>
                <a:lnTo>
                  <a:pt x="171450" y="182975"/>
                </a:lnTo>
                <a:lnTo>
                  <a:pt x="205740" y="182975"/>
                </a:lnTo>
                <a:lnTo>
                  <a:pt x="205740" y="18289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28760" y="1889342"/>
            <a:ext cx="365760" cy="220463"/>
          </a:xfrm>
          <a:custGeom>
            <a:avLst/>
            <a:gdLst/>
            <a:ahLst/>
            <a:cxnLst/>
            <a:rect l="l" t="t" r="r" b="b"/>
            <a:pathLst>
              <a:path w="365760" h="220463">
                <a:moveTo>
                  <a:pt x="155561" y="344"/>
                </a:moveTo>
                <a:lnTo>
                  <a:pt x="126359" y="29549"/>
                </a:lnTo>
                <a:cubicBezTo>
                  <a:pt x="117614" y="31950"/>
                  <a:pt x="109501" y="36350"/>
                  <a:pt x="102643" y="42408"/>
                </a:cubicBezTo>
                <a:lnTo>
                  <a:pt x="87442" y="55953"/>
                </a:lnTo>
                <a:cubicBezTo>
                  <a:pt x="81612" y="61154"/>
                  <a:pt x="74011" y="64011"/>
                  <a:pt x="66181" y="64011"/>
                </a:cubicBezTo>
                <a:lnTo>
                  <a:pt x="54864" y="64011"/>
                </a:lnTo>
                <a:lnTo>
                  <a:pt x="54864" y="137163"/>
                </a:lnTo>
                <a:cubicBezTo>
                  <a:pt x="66521" y="137507"/>
                  <a:pt x="77611" y="142249"/>
                  <a:pt x="85895" y="150536"/>
                </a:cubicBezTo>
                <a:lnTo>
                  <a:pt x="106239" y="170881"/>
                </a:lnTo>
                <a:lnTo>
                  <a:pt x="110240" y="174882"/>
                </a:lnTo>
                <a:lnTo>
                  <a:pt x="110240" y="174882"/>
                </a:lnTo>
                <a:lnTo>
                  <a:pt x="125672" y="190312"/>
                </a:lnTo>
                <a:cubicBezTo>
                  <a:pt x="129216" y="193855"/>
                  <a:pt x="135046" y="193855"/>
                  <a:pt x="138586" y="190312"/>
                </a:cubicBezTo>
                <a:cubicBezTo>
                  <a:pt x="139559" y="189340"/>
                  <a:pt x="140302" y="188198"/>
                  <a:pt x="140701" y="186997"/>
                </a:cubicBezTo>
                <a:cubicBezTo>
                  <a:pt x="142303" y="182596"/>
                  <a:pt x="146015" y="179280"/>
                  <a:pt x="150587" y="178253"/>
                </a:cubicBezTo>
                <a:cubicBezTo>
                  <a:pt x="155159" y="177223"/>
                  <a:pt x="159958" y="178597"/>
                  <a:pt x="163275" y="181968"/>
                </a:cubicBezTo>
                <a:lnTo>
                  <a:pt x="169449" y="188026"/>
                </a:lnTo>
                <a:cubicBezTo>
                  <a:pt x="176080" y="194655"/>
                  <a:pt x="186823" y="194655"/>
                  <a:pt x="193396" y="188026"/>
                </a:cubicBezTo>
                <a:cubicBezTo>
                  <a:pt x="196483" y="184939"/>
                  <a:pt x="198140" y="180998"/>
                  <a:pt x="198311" y="176939"/>
                </a:cubicBezTo>
                <a:cubicBezTo>
                  <a:pt x="198538" y="171910"/>
                  <a:pt x="201512" y="167452"/>
                  <a:pt x="206084" y="165281"/>
                </a:cubicBezTo>
                <a:cubicBezTo>
                  <a:pt x="210656" y="163109"/>
                  <a:pt x="215970" y="163566"/>
                  <a:pt x="220027" y="166480"/>
                </a:cubicBezTo>
                <a:cubicBezTo>
                  <a:pt x="225400" y="170310"/>
                  <a:pt x="232887" y="169796"/>
                  <a:pt x="237686" y="164994"/>
                </a:cubicBezTo>
                <a:cubicBezTo>
                  <a:pt x="243059" y="159622"/>
                  <a:pt x="243059" y="150935"/>
                  <a:pt x="237686" y="145620"/>
                </a:cubicBezTo>
                <a:lnTo>
                  <a:pt x="194365" y="102301"/>
                </a:lnTo>
                <a:lnTo>
                  <a:pt x="173904" y="121162"/>
                </a:lnTo>
                <a:cubicBezTo>
                  <a:pt x="158301" y="135565"/>
                  <a:pt x="134358" y="135792"/>
                  <a:pt x="118470" y="121675"/>
                </a:cubicBezTo>
                <a:cubicBezTo>
                  <a:pt x="100354" y="105560"/>
                  <a:pt x="99951" y="77442"/>
                  <a:pt x="117555" y="60810"/>
                </a:cubicBezTo>
                <a:lnTo>
                  <a:pt x="157617" y="22977"/>
                </a:lnTo>
                <a:cubicBezTo>
                  <a:pt x="173275" y="8232"/>
                  <a:pt x="193963" y="2"/>
                  <a:pt x="215509" y="2"/>
                </a:cubicBezTo>
                <a:cubicBezTo>
                  <a:pt x="236142" y="2"/>
                  <a:pt x="256087" y="7604"/>
                  <a:pt x="271460" y="21261"/>
                </a:cubicBezTo>
                <a:lnTo>
                  <a:pt x="288661" y="36577"/>
                </a:lnTo>
                <a:lnTo>
                  <a:pt x="310892" y="36577"/>
                </a:lnTo>
                <a:lnTo>
                  <a:pt x="333752" y="36577"/>
                </a:lnTo>
                <a:lnTo>
                  <a:pt x="356612" y="36577"/>
                </a:lnTo>
                <a:cubicBezTo>
                  <a:pt x="361641" y="36577"/>
                  <a:pt x="365756" y="40691"/>
                  <a:pt x="365756" y="45722"/>
                </a:cubicBezTo>
                <a:lnTo>
                  <a:pt x="365756" y="164593"/>
                </a:lnTo>
                <a:cubicBezTo>
                  <a:pt x="365756" y="174708"/>
                  <a:pt x="357585" y="182880"/>
                  <a:pt x="347468" y="182880"/>
                </a:cubicBezTo>
                <a:lnTo>
                  <a:pt x="329180" y="182880"/>
                </a:lnTo>
                <a:cubicBezTo>
                  <a:pt x="322436" y="182880"/>
                  <a:pt x="316492" y="179223"/>
                  <a:pt x="313350" y="173736"/>
                </a:cubicBezTo>
                <a:lnTo>
                  <a:pt x="264829" y="173736"/>
                </a:lnTo>
                <a:cubicBezTo>
                  <a:pt x="262886" y="177565"/>
                  <a:pt x="260315" y="181223"/>
                  <a:pt x="257115" y="184424"/>
                </a:cubicBezTo>
                <a:cubicBezTo>
                  <a:pt x="247341" y="194197"/>
                  <a:pt x="233797" y="198026"/>
                  <a:pt x="221109" y="195910"/>
                </a:cubicBezTo>
                <a:cubicBezTo>
                  <a:pt x="219054" y="200081"/>
                  <a:pt x="216252" y="203968"/>
                  <a:pt x="212766" y="207453"/>
                </a:cubicBezTo>
                <a:cubicBezTo>
                  <a:pt x="197163" y="223055"/>
                  <a:pt x="172763" y="224599"/>
                  <a:pt x="155389" y="212083"/>
                </a:cubicBezTo>
                <a:cubicBezTo>
                  <a:pt x="141044" y="223970"/>
                  <a:pt x="119669" y="223227"/>
                  <a:pt x="106242" y="209739"/>
                </a:cubicBezTo>
                <a:lnTo>
                  <a:pt x="90869" y="194309"/>
                </a:lnTo>
                <a:lnTo>
                  <a:pt x="86868" y="190308"/>
                </a:lnTo>
                <a:lnTo>
                  <a:pt x="66521" y="169964"/>
                </a:lnTo>
                <a:cubicBezTo>
                  <a:pt x="63379" y="166820"/>
                  <a:pt x="59264" y="164992"/>
                  <a:pt x="54864" y="164648"/>
                </a:cubicBezTo>
                <a:cubicBezTo>
                  <a:pt x="54864" y="174706"/>
                  <a:pt x="46634" y="182878"/>
                  <a:pt x="36576" y="182878"/>
                </a:cubicBezTo>
                <a:lnTo>
                  <a:pt x="18288" y="182878"/>
                </a:lnTo>
                <a:cubicBezTo>
                  <a:pt x="8171" y="182878"/>
                  <a:pt x="0" y="174706"/>
                  <a:pt x="0" y="164591"/>
                </a:cubicBezTo>
                <a:lnTo>
                  <a:pt x="0" y="45720"/>
                </a:lnTo>
                <a:cubicBezTo>
                  <a:pt x="0" y="40691"/>
                  <a:pt x="4115" y="36575"/>
                  <a:pt x="9144" y="36575"/>
                </a:cubicBezTo>
                <a:lnTo>
                  <a:pt x="32004" y="36575"/>
                </a:lnTo>
                <a:lnTo>
                  <a:pt x="54864" y="36575"/>
                </a:lnTo>
                <a:lnTo>
                  <a:pt x="66181" y="36575"/>
                </a:lnTo>
                <a:cubicBezTo>
                  <a:pt x="67325" y="36575"/>
                  <a:pt x="68408" y="36176"/>
                  <a:pt x="69209" y="35433"/>
                </a:cubicBezTo>
                <a:lnTo>
                  <a:pt x="84355" y="21945"/>
                </a:lnTo>
                <a:cubicBezTo>
                  <a:pt x="100299" y="7829"/>
                  <a:pt x="120818" y="0"/>
                  <a:pt x="142134" y="0"/>
                </a:cubicBezTo>
                <a:lnTo>
                  <a:pt x="148019" y="0"/>
                </a:lnTo>
                <a:cubicBezTo>
                  <a:pt x="150532" y="0"/>
                  <a:pt x="153107" y="115"/>
                  <a:pt x="155561" y="344"/>
                </a:cubicBezTo>
                <a:lnTo>
                  <a:pt x="155561" y="344"/>
                </a:lnTo>
                <a:moveTo>
                  <a:pt x="310896" y="146304"/>
                </a:moveTo>
                <a:lnTo>
                  <a:pt x="310896" y="64007"/>
                </a:lnTo>
                <a:lnTo>
                  <a:pt x="283464" y="64007"/>
                </a:lnTo>
                <a:cubicBezTo>
                  <a:pt x="280092" y="64007"/>
                  <a:pt x="276833" y="62750"/>
                  <a:pt x="274378" y="60521"/>
                </a:cubicBezTo>
                <a:lnTo>
                  <a:pt x="253289" y="41776"/>
                </a:lnTo>
                <a:cubicBezTo>
                  <a:pt x="242887" y="32518"/>
                  <a:pt x="229456" y="27430"/>
                  <a:pt x="215513" y="27430"/>
                </a:cubicBezTo>
                <a:cubicBezTo>
                  <a:pt x="200996" y="27430"/>
                  <a:pt x="187053" y="32975"/>
                  <a:pt x="176479" y="42918"/>
                </a:cubicBezTo>
                <a:lnTo>
                  <a:pt x="136418" y="80751"/>
                </a:lnTo>
                <a:cubicBezTo>
                  <a:pt x="130532" y="86351"/>
                  <a:pt x="130646" y="95782"/>
                  <a:pt x="136703" y="101153"/>
                </a:cubicBezTo>
                <a:cubicBezTo>
                  <a:pt x="142017" y="105897"/>
                  <a:pt x="150075" y="105782"/>
                  <a:pt x="155276" y="100981"/>
                </a:cubicBezTo>
                <a:lnTo>
                  <a:pt x="196366" y="63033"/>
                </a:lnTo>
                <a:cubicBezTo>
                  <a:pt x="201910" y="57889"/>
                  <a:pt x="210597" y="58231"/>
                  <a:pt x="215740" y="63833"/>
                </a:cubicBezTo>
                <a:cubicBezTo>
                  <a:pt x="220882" y="69433"/>
                  <a:pt x="220542" y="78064"/>
                  <a:pt x="214939" y="83207"/>
                </a:cubicBezTo>
                <a:lnTo>
                  <a:pt x="214482" y="83663"/>
                </a:lnTo>
                <a:lnTo>
                  <a:pt x="257001" y="126184"/>
                </a:lnTo>
                <a:cubicBezTo>
                  <a:pt x="262718" y="131898"/>
                  <a:pt x="266431" y="138929"/>
                  <a:pt x="268087" y="146244"/>
                </a:cubicBezTo>
                <a:lnTo>
                  <a:pt x="310834" y="146244"/>
                </a:lnTo>
                <a:lnTo>
                  <a:pt x="310896" y="146304"/>
                </a:lnTo>
                <a:moveTo>
                  <a:pt x="36576" y="155448"/>
                </a:moveTo>
                <a:cubicBezTo>
                  <a:pt x="36576" y="150397"/>
                  <a:pt x="32483" y="146304"/>
                  <a:pt x="27432" y="146304"/>
                </a:cubicBezTo>
                <a:cubicBezTo>
                  <a:pt x="22381" y="146304"/>
                  <a:pt x="18288" y="150398"/>
                  <a:pt x="18288" y="155448"/>
                </a:cubicBezTo>
                <a:cubicBezTo>
                  <a:pt x="18288" y="160499"/>
                  <a:pt x="22381" y="164593"/>
                  <a:pt x="27432" y="164593"/>
                </a:cubicBezTo>
                <a:cubicBezTo>
                  <a:pt x="32483" y="164593"/>
                  <a:pt x="36576" y="160499"/>
                  <a:pt x="36576" y="155448"/>
                </a:cubicBezTo>
                <a:moveTo>
                  <a:pt x="338328" y="164593"/>
                </a:moveTo>
                <a:cubicBezTo>
                  <a:pt x="343379" y="164593"/>
                  <a:pt x="347472" y="160499"/>
                  <a:pt x="347472" y="155448"/>
                </a:cubicBezTo>
                <a:cubicBezTo>
                  <a:pt x="347472" y="150397"/>
                  <a:pt x="343379" y="146304"/>
                  <a:pt x="338328" y="146304"/>
                </a:cubicBezTo>
                <a:cubicBezTo>
                  <a:pt x="333277" y="146304"/>
                  <a:pt x="329184" y="150398"/>
                  <a:pt x="329184" y="155448"/>
                </a:cubicBezTo>
                <a:cubicBezTo>
                  <a:pt x="329184" y="160499"/>
                  <a:pt x="333277" y="164593"/>
                  <a:pt x="338328" y="16459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8379" y="1164795"/>
            <a:ext cx="10546525" cy="45719"/>
          </a:xfrm>
          <a:custGeom>
            <a:avLst/>
            <a:gdLst/>
            <a:ahLst/>
            <a:cxnLst/>
            <a:rect l="l" t="t" r="r" b="b"/>
            <a:pathLst>
              <a:path w="10546525" h="45719">
                <a:moveTo>
                  <a:pt x="0" y="0"/>
                </a:moveTo>
                <a:lnTo>
                  <a:pt x="10546525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8380" y="1"/>
            <a:ext cx="105500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主页仪表盘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8379" y="408713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9649" y="1730804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8379" y="1730329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958" y="409136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253" y="4504163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实时数据可视化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5253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实时数据可视化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57674" y="450416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P0/P1/P2优先级分类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7674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P0/P1/P2优先级分类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5252" y="214628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各岗位完成进度展示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5252" y="1729756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各岗位完成进度展示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7674" y="1735919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月度招聘目标总览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7674" y="2152449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月度招聘目标总览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-5568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-5566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23118" y="42285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4927" y="48984"/>
                </a:moveTo>
                <a:lnTo>
                  <a:pt x="244927" y="408211"/>
                </a:lnTo>
                <a:lnTo>
                  <a:pt x="212269" y="408211"/>
                </a:lnTo>
                <a:lnTo>
                  <a:pt x="212269" y="48984"/>
                </a:lnTo>
                <a:lnTo>
                  <a:pt x="244927" y="48984"/>
                </a:lnTo>
                <a:moveTo>
                  <a:pt x="212273" y="0"/>
                </a:moveTo>
                <a:cubicBezTo>
                  <a:pt x="185230" y="0"/>
                  <a:pt x="163289" y="21941"/>
                  <a:pt x="163289" y="48984"/>
                </a:cubicBezTo>
                <a:lnTo>
                  <a:pt x="163289" y="408211"/>
                </a:lnTo>
                <a:cubicBezTo>
                  <a:pt x="163289" y="435254"/>
                  <a:pt x="185230" y="457195"/>
                  <a:pt x="212273" y="457195"/>
                </a:cubicBezTo>
                <a:lnTo>
                  <a:pt x="244931" y="457195"/>
                </a:lnTo>
                <a:cubicBezTo>
                  <a:pt x="271975" y="457195"/>
                  <a:pt x="293916" y="435254"/>
                  <a:pt x="293916" y="408211"/>
                </a:cubicBezTo>
                <a:lnTo>
                  <a:pt x="293916" y="48984"/>
                </a:lnTo>
                <a:cubicBezTo>
                  <a:pt x="293916" y="21941"/>
                  <a:pt x="271975" y="0"/>
                  <a:pt x="244931" y="0"/>
                </a:cubicBezTo>
                <a:lnTo>
                  <a:pt x="212273" y="0"/>
                </a:lnTo>
                <a:moveTo>
                  <a:pt x="81642" y="244927"/>
                </a:moveTo>
                <a:lnTo>
                  <a:pt x="81642" y="408211"/>
                </a:lnTo>
                <a:lnTo>
                  <a:pt x="48984" y="408211"/>
                </a:lnTo>
                <a:lnTo>
                  <a:pt x="48984" y="244927"/>
                </a:lnTo>
                <a:lnTo>
                  <a:pt x="81642" y="244927"/>
                </a:lnTo>
                <a:moveTo>
                  <a:pt x="48984" y="195942"/>
                </a:moveTo>
                <a:cubicBezTo>
                  <a:pt x="21941" y="195942"/>
                  <a:pt x="0" y="217883"/>
                  <a:pt x="0" y="244927"/>
                </a:cubicBezTo>
                <a:lnTo>
                  <a:pt x="0" y="408211"/>
                </a:lnTo>
                <a:cubicBezTo>
                  <a:pt x="0" y="435254"/>
                  <a:pt x="21941" y="457195"/>
                  <a:pt x="48984" y="457195"/>
                </a:cubicBezTo>
                <a:lnTo>
                  <a:pt x="81642" y="457195"/>
                </a:lnTo>
                <a:cubicBezTo>
                  <a:pt x="108686" y="457195"/>
                  <a:pt x="130627" y="435254"/>
                  <a:pt x="130627" y="408211"/>
                </a:cubicBezTo>
                <a:lnTo>
                  <a:pt x="130627" y="244927"/>
                </a:lnTo>
                <a:cubicBezTo>
                  <a:pt x="130627" y="217883"/>
                  <a:pt x="108686" y="195942"/>
                  <a:pt x="81642" y="195942"/>
                </a:cubicBezTo>
                <a:lnTo>
                  <a:pt x="48984" y="195942"/>
                </a:lnTo>
                <a:moveTo>
                  <a:pt x="375558" y="114300"/>
                </a:moveTo>
                <a:lnTo>
                  <a:pt x="408216" y="114300"/>
                </a:lnTo>
                <a:lnTo>
                  <a:pt x="408216" y="408216"/>
                </a:lnTo>
                <a:lnTo>
                  <a:pt x="375558" y="408216"/>
                </a:lnTo>
                <a:lnTo>
                  <a:pt x="375558" y="114300"/>
                </a:lnTo>
                <a:moveTo>
                  <a:pt x="326573" y="114300"/>
                </a:moveTo>
                <a:lnTo>
                  <a:pt x="326573" y="408216"/>
                </a:lnTo>
                <a:cubicBezTo>
                  <a:pt x="326573" y="435259"/>
                  <a:pt x="348514" y="457200"/>
                  <a:pt x="375558" y="457200"/>
                </a:cubicBezTo>
                <a:lnTo>
                  <a:pt x="408216" y="457200"/>
                </a:lnTo>
                <a:cubicBezTo>
                  <a:pt x="435259" y="457200"/>
                  <a:pt x="457200" y="435259"/>
                  <a:pt x="457200" y="408216"/>
                </a:cubicBezTo>
                <a:lnTo>
                  <a:pt x="457200" y="114300"/>
                </a:lnTo>
                <a:cubicBezTo>
                  <a:pt x="457200" y="87257"/>
                  <a:pt x="435259" y="65316"/>
                  <a:pt x="408216" y="65316"/>
                </a:cubicBezTo>
                <a:lnTo>
                  <a:pt x="375558" y="65316"/>
                </a:lnTo>
                <a:cubicBezTo>
                  <a:pt x="348514" y="65316"/>
                  <a:pt x="326573" y="87257"/>
                  <a:pt x="326573" y="114300"/>
                </a:cubicBezTo>
                <a:lnTo>
                  <a:pt x="326573" y="1143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74114" y="4224298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2861" y="21434"/>
                </a:moveTo>
                <a:cubicBezTo>
                  <a:pt x="42861" y="9555"/>
                  <a:pt x="33308" y="5"/>
                  <a:pt x="21431" y="5"/>
                </a:cubicBezTo>
                <a:cubicBezTo>
                  <a:pt x="9553" y="5"/>
                  <a:pt x="0" y="9560"/>
                  <a:pt x="0" y="21438"/>
                </a:cubicBezTo>
                <a:lnTo>
                  <a:pt x="0" y="57159"/>
                </a:lnTo>
                <a:lnTo>
                  <a:pt x="0" y="312995"/>
                </a:lnTo>
                <a:lnTo>
                  <a:pt x="0" y="357197"/>
                </a:lnTo>
                <a:lnTo>
                  <a:pt x="0" y="435780"/>
                </a:lnTo>
                <a:cubicBezTo>
                  <a:pt x="0" y="447658"/>
                  <a:pt x="9553" y="457214"/>
                  <a:pt x="21431" y="457214"/>
                </a:cubicBezTo>
                <a:cubicBezTo>
                  <a:pt x="33308" y="457214"/>
                  <a:pt x="42861" y="447658"/>
                  <a:pt x="42861" y="435785"/>
                </a:cubicBezTo>
                <a:lnTo>
                  <a:pt x="42861" y="346489"/>
                </a:lnTo>
                <a:lnTo>
                  <a:pt x="114566" y="328539"/>
                </a:lnTo>
                <a:cubicBezTo>
                  <a:pt x="151267" y="319340"/>
                  <a:pt x="190112" y="323629"/>
                  <a:pt x="223956" y="340504"/>
                </a:cubicBezTo>
                <a:cubicBezTo>
                  <a:pt x="263425" y="360237"/>
                  <a:pt x="309235" y="362651"/>
                  <a:pt x="350488" y="347111"/>
                </a:cubicBezTo>
                <a:lnTo>
                  <a:pt x="381476" y="335503"/>
                </a:lnTo>
                <a:cubicBezTo>
                  <a:pt x="392637" y="331305"/>
                  <a:pt x="400050" y="320680"/>
                  <a:pt x="400050" y="308715"/>
                </a:cubicBezTo>
                <a:lnTo>
                  <a:pt x="400050" y="58951"/>
                </a:lnTo>
                <a:cubicBezTo>
                  <a:pt x="400050" y="38414"/>
                  <a:pt x="378439" y="25018"/>
                  <a:pt x="360045" y="34217"/>
                </a:cubicBezTo>
                <a:lnTo>
                  <a:pt x="351472" y="38501"/>
                </a:lnTo>
                <a:cubicBezTo>
                  <a:pt x="310127" y="59217"/>
                  <a:pt x="261461" y="59217"/>
                  <a:pt x="220116" y="38501"/>
                </a:cubicBezTo>
                <a:cubicBezTo>
                  <a:pt x="188772" y="22782"/>
                  <a:pt x="152787" y="18855"/>
                  <a:pt x="118763" y="27341"/>
                </a:cubicBezTo>
                <a:lnTo>
                  <a:pt x="42861" y="46452"/>
                </a:lnTo>
                <a:lnTo>
                  <a:pt x="42861" y="21434"/>
                </a:lnTo>
                <a:moveTo>
                  <a:pt x="42861" y="90635"/>
                </a:moveTo>
                <a:lnTo>
                  <a:pt x="129120" y="69023"/>
                </a:lnTo>
                <a:cubicBezTo>
                  <a:pt x="153231" y="63039"/>
                  <a:pt x="178678" y="65809"/>
                  <a:pt x="200913" y="76883"/>
                </a:cubicBezTo>
                <a:cubicBezTo>
                  <a:pt x="249935" y="101352"/>
                  <a:pt x="306910" y="103405"/>
                  <a:pt x="357185" y="82954"/>
                </a:cubicBezTo>
                <a:lnTo>
                  <a:pt x="357185" y="298876"/>
                </a:lnTo>
                <a:lnTo>
                  <a:pt x="335398" y="307001"/>
                </a:lnTo>
                <a:cubicBezTo>
                  <a:pt x="305306" y="318252"/>
                  <a:pt x="271818" y="316556"/>
                  <a:pt x="243066" y="302177"/>
                </a:cubicBezTo>
                <a:cubicBezTo>
                  <a:pt x="200025" y="280657"/>
                  <a:pt x="150823" y="275298"/>
                  <a:pt x="104121" y="286907"/>
                </a:cubicBezTo>
                <a:lnTo>
                  <a:pt x="42861" y="302264"/>
                </a:lnTo>
                <a:lnTo>
                  <a:pt x="42861" y="906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26809" y="18679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3"/>
                </a:moveTo>
                <a:cubicBezTo>
                  <a:pt x="331182" y="42863"/>
                  <a:pt x="414338" y="126018"/>
                  <a:pt x="414338" y="228600"/>
                </a:cubicBezTo>
                <a:cubicBezTo>
                  <a:pt x="414338" y="331182"/>
                  <a:pt x="331182" y="414338"/>
                  <a:pt x="228600" y="414338"/>
                </a:cubicBezTo>
                <a:cubicBezTo>
                  <a:pt x="126018" y="414338"/>
                  <a:pt x="42863" y="331182"/>
                  <a:pt x="42863" y="228600"/>
                </a:cubicBezTo>
                <a:cubicBezTo>
                  <a:pt x="42863" y="126018"/>
                  <a:pt x="126018" y="42863"/>
                  <a:pt x="228600" y="42863"/>
                </a:cubicBezTo>
                <a:moveTo>
                  <a:pt x="228600" y="457200"/>
                </a:moveTo>
                <a:cubicBezTo>
                  <a:pt x="354851" y="457200"/>
                  <a:pt x="457200" y="354851"/>
                  <a:pt x="457200" y="228600"/>
                </a:cubicBezTo>
                <a:cubicBezTo>
                  <a:pt x="457200" y="102349"/>
                  <a:pt x="354851" y="0"/>
                  <a:pt x="228600" y="0"/>
                </a:cubicBezTo>
                <a:cubicBezTo>
                  <a:pt x="102349" y="0"/>
                  <a:pt x="0" y="102349"/>
                  <a:pt x="0" y="228600"/>
                </a:cubicBezTo>
                <a:cubicBezTo>
                  <a:pt x="0" y="354851"/>
                  <a:pt x="102349" y="457200"/>
                  <a:pt x="228600" y="457200"/>
                </a:cubicBezTo>
                <a:moveTo>
                  <a:pt x="278609" y="314325"/>
                </a:moveTo>
                <a:cubicBezTo>
                  <a:pt x="278609" y="294414"/>
                  <a:pt x="266909" y="277178"/>
                  <a:pt x="250034" y="269140"/>
                </a:cubicBezTo>
                <a:lnTo>
                  <a:pt x="250034" y="107154"/>
                </a:lnTo>
                <a:cubicBezTo>
                  <a:pt x="250034" y="95276"/>
                  <a:pt x="240478" y="85725"/>
                  <a:pt x="228605" y="85725"/>
                </a:cubicBezTo>
                <a:cubicBezTo>
                  <a:pt x="216727" y="85725"/>
                  <a:pt x="207176" y="95280"/>
                  <a:pt x="207176" y="107159"/>
                </a:cubicBezTo>
                <a:lnTo>
                  <a:pt x="207176" y="269144"/>
                </a:lnTo>
                <a:cubicBezTo>
                  <a:pt x="190300" y="277182"/>
                  <a:pt x="178601" y="294414"/>
                  <a:pt x="178601" y="314330"/>
                </a:cubicBezTo>
                <a:cubicBezTo>
                  <a:pt x="178601" y="341922"/>
                  <a:pt x="201013" y="364338"/>
                  <a:pt x="228609" y="364338"/>
                </a:cubicBezTo>
                <a:cubicBezTo>
                  <a:pt x="256201" y="364338"/>
                  <a:pt x="278618" y="341926"/>
                  <a:pt x="278618" y="314334"/>
                </a:cubicBezTo>
                <a:lnTo>
                  <a:pt x="278609" y="314325"/>
                </a:lnTo>
                <a:moveTo>
                  <a:pt x="142875" y="171450"/>
                </a:moveTo>
                <a:cubicBezTo>
                  <a:pt x="158658" y="171450"/>
                  <a:pt x="171450" y="158658"/>
                  <a:pt x="171450" y="142875"/>
                </a:cubicBezTo>
                <a:cubicBezTo>
                  <a:pt x="171450" y="127092"/>
                  <a:pt x="158658" y="114300"/>
                  <a:pt x="142875" y="114300"/>
                </a:cubicBezTo>
                <a:cubicBezTo>
                  <a:pt x="127092" y="114300"/>
                  <a:pt x="114300" y="127092"/>
                  <a:pt x="114300" y="142875"/>
                </a:cubicBezTo>
                <a:cubicBezTo>
                  <a:pt x="114300" y="158658"/>
                  <a:pt x="127092" y="171450"/>
                  <a:pt x="142875" y="171450"/>
                </a:cubicBezTo>
                <a:moveTo>
                  <a:pt x="128588" y="228600"/>
                </a:moveTo>
                <a:cubicBezTo>
                  <a:pt x="128588" y="212817"/>
                  <a:pt x="115795" y="200025"/>
                  <a:pt x="100013" y="200025"/>
                </a:cubicBezTo>
                <a:cubicBezTo>
                  <a:pt x="84230" y="200025"/>
                  <a:pt x="71438" y="212817"/>
                  <a:pt x="71438" y="228600"/>
                </a:cubicBezTo>
                <a:cubicBezTo>
                  <a:pt x="71438" y="244383"/>
                  <a:pt x="84230" y="257175"/>
                  <a:pt x="100013" y="257175"/>
                </a:cubicBezTo>
                <a:cubicBezTo>
                  <a:pt x="115795" y="257175"/>
                  <a:pt x="128588" y="244383"/>
                  <a:pt x="128588" y="228600"/>
                </a:cubicBezTo>
                <a:moveTo>
                  <a:pt x="357188" y="257175"/>
                </a:moveTo>
                <a:cubicBezTo>
                  <a:pt x="372970" y="257175"/>
                  <a:pt x="385763" y="244383"/>
                  <a:pt x="385763" y="228600"/>
                </a:cubicBezTo>
                <a:cubicBezTo>
                  <a:pt x="385763" y="212817"/>
                  <a:pt x="372970" y="200025"/>
                  <a:pt x="357188" y="200025"/>
                </a:cubicBezTo>
                <a:cubicBezTo>
                  <a:pt x="341405" y="200025"/>
                  <a:pt x="328613" y="212817"/>
                  <a:pt x="328613" y="228600"/>
                </a:cubicBezTo>
                <a:cubicBezTo>
                  <a:pt x="328613" y="244383"/>
                  <a:pt x="341405" y="257175"/>
                  <a:pt x="357188" y="257175"/>
                </a:cubicBezTo>
                <a:moveTo>
                  <a:pt x="342900" y="142875"/>
                </a:moveTo>
                <a:cubicBezTo>
                  <a:pt x="342900" y="127092"/>
                  <a:pt x="330108" y="114300"/>
                  <a:pt x="314325" y="114300"/>
                </a:cubicBezTo>
                <a:cubicBezTo>
                  <a:pt x="298542" y="114300"/>
                  <a:pt x="285750" y="127092"/>
                  <a:pt x="285750" y="142875"/>
                </a:cubicBezTo>
                <a:cubicBezTo>
                  <a:pt x="285750" y="158658"/>
                  <a:pt x="298542" y="171450"/>
                  <a:pt x="314325" y="171450"/>
                </a:cubicBezTo>
                <a:cubicBezTo>
                  <a:pt x="330108" y="171450"/>
                  <a:pt x="342900" y="158658"/>
                  <a:pt x="342900" y="14287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74114" y="1867489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优先级动态调整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优先级动态调整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业务负责人指派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业务负责人指派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计划入职人数设定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计划入职人数设定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岗位级别拆分P0/P1/P2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岗位级别拆分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按月制定招聘计划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按月制定招聘计划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3318" y="1727432"/>
            <a:ext cx="365760" cy="342900"/>
          </a:xfrm>
          <a:custGeom>
            <a:avLst/>
            <a:gdLst/>
            <a:ahLst/>
            <a:cxnLst/>
            <a:rect l="l" t="t" r="r" b="b"/>
            <a:pathLst>
              <a:path w="365760" h="342900">
                <a:moveTo>
                  <a:pt x="0" y="285749"/>
                </a:moveTo>
                <a:cubicBezTo>
                  <a:pt x="0" y="295251"/>
                  <a:pt x="7644" y="302894"/>
                  <a:pt x="17147" y="302894"/>
                </a:cubicBezTo>
                <a:lnTo>
                  <a:pt x="59794" y="302894"/>
                </a:lnTo>
                <a:cubicBezTo>
                  <a:pt x="67080" y="326112"/>
                  <a:pt x="88726" y="342900"/>
                  <a:pt x="114300" y="342900"/>
                </a:cubicBezTo>
                <a:cubicBezTo>
                  <a:pt x="139874" y="342900"/>
                  <a:pt x="161520" y="326112"/>
                  <a:pt x="168806" y="302894"/>
                </a:cubicBezTo>
                <a:lnTo>
                  <a:pt x="348613" y="302894"/>
                </a:lnTo>
                <a:cubicBezTo>
                  <a:pt x="358116" y="302894"/>
                  <a:pt x="365760" y="295251"/>
                  <a:pt x="365760" y="285749"/>
                </a:cubicBezTo>
                <a:cubicBezTo>
                  <a:pt x="365760" y="276247"/>
                  <a:pt x="358116" y="268604"/>
                  <a:pt x="348617" y="268604"/>
                </a:cubicBezTo>
                <a:lnTo>
                  <a:pt x="168809" y="268604"/>
                </a:lnTo>
                <a:cubicBezTo>
                  <a:pt x="161523" y="245386"/>
                  <a:pt x="139878" y="228598"/>
                  <a:pt x="114304" y="228598"/>
                </a:cubicBezTo>
                <a:cubicBezTo>
                  <a:pt x="88730" y="228598"/>
                  <a:pt x="67084" y="245386"/>
                  <a:pt x="59798" y="268604"/>
                </a:cubicBezTo>
                <a:lnTo>
                  <a:pt x="17150" y="268604"/>
                </a:lnTo>
                <a:cubicBezTo>
                  <a:pt x="7648" y="268604"/>
                  <a:pt x="7" y="276247"/>
                  <a:pt x="7" y="285749"/>
                </a:cubicBezTo>
                <a:lnTo>
                  <a:pt x="0" y="285749"/>
                </a:lnTo>
                <a:moveTo>
                  <a:pt x="91440" y="285749"/>
                </a:moveTo>
                <a:cubicBezTo>
                  <a:pt x="91440" y="273123"/>
                  <a:pt x="101674" y="262888"/>
                  <a:pt x="114300" y="262888"/>
                </a:cubicBezTo>
                <a:cubicBezTo>
                  <a:pt x="126926" y="262888"/>
                  <a:pt x="137160" y="273123"/>
                  <a:pt x="137160" y="285749"/>
                </a:cubicBezTo>
                <a:cubicBezTo>
                  <a:pt x="137160" y="298374"/>
                  <a:pt x="126926" y="308610"/>
                  <a:pt x="114300" y="308610"/>
                </a:cubicBezTo>
                <a:cubicBezTo>
                  <a:pt x="101674" y="308610"/>
                  <a:pt x="91440" y="298374"/>
                  <a:pt x="91440" y="285749"/>
                </a:cubicBezTo>
                <a:lnTo>
                  <a:pt x="91440" y="285749"/>
                </a:lnTo>
                <a:moveTo>
                  <a:pt x="228600" y="171450"/>
                </a:moveTo>
                <a:cubicBezTo>
                  <a:pt x="228600" y="158824"/>
                  <a:pt x="238834" y="148589"/>
                  <a:pt x="251460" y="148589"/>
                </a:cubicBezTo>
                <a:cubicBezTo>
                  <a:pt x="264086" y="148589"/>
                  <a:pt x="274320" y="158824"/>
                  <a:pt x="274320" y="171450"/>
                </a:cubicBezTo>
                <a:cubicBezTo>
                  <a:pt x="274320" y="184076"/>
                  <a:pt x="264086" y="194311"/>
                  <a:pt x="251460" y="194311"/>
                </a:cubicBezTo>
                <a:cubicBezTo>
                  <a:pt x="238834" y="194311"/>
                  <a:pt x="228600" y="184076"/>
                  <a:pt x="228600" y="171450"/>
                </a:cubicBezTo>
                <a:moveTo>
                  <a:pt x="251460" y="114299"/>
                </a:moveTo>
                <a:cubicBezTo>
                  <a:pt x="225886" y="114299"/>
                  <a:pt x="204240" y="131087"/>
                  <a:pt x="196954" y="154305"/>
                </a:cubicBezTo>
                <a:lnTo>
                  <a:pt x="17147" y="154305"/>
                </a:lnTo>
                <a:cubicBezTo>
                  <a:pt x="7644" y="154305"/>
                  <a:pt x="4" y="161948"/>
                  <a:pt x="4" y="171450"/>
                </a:cubicBezTo>
                <a:cubicBezTo>
                  <a:pt x="4" y="180952"/>
                  <a:pt x="7648" y="188595"/>
                  <a:pt x="17150" y="188595"/>
                </a:cubicBezTo>
                <a:lnTo>
                  <a:pt x="196958" y="188595"/>
                </a:lnTo>
                <a:cubicBezTo>
                  <a:pt x="204244" y="211813"/>
                  <a:pt x="225890" y="228601"/>
                  <a:pt x="251464" y="228601"/>
                </a:cubicBezTo>
                <a:cubicBezTo>
                  <a:pt x="277038" y="228601"/>
                  <a:pt x="298683" y="211813"/>
                  <a:pt x="305969" y="188595"/>
                </a:cubicBezTo>
                <a:lnTo>
                  <a:pt x="348617" y="188595"/>
                </a:lnTo>
                <a:cubicBezTo>
                  <a:pt x="358119" y="188595"/>
                  <a:pt x="365764" y="180952"/>
                  <a:pt x="365764" y="171450"/>
                </a:cubicBezTo>
                <a:cubicBezTo>
                  <a:pt x="365764" y="161948"/>
                  <a:pt x="358119" y="154305"/>
                  <a:pt x="348620" y="154305"/>
                </a:cubicBezTo>
                <a:lnTo>
                  <a:pt x="305973" y="154305"/>
                </a:lnTo>
                <a:cubicBezTo>
                  <a:pt x="298687" y="131087"/>
                  <a:pt x="277041" y="114299"/>
                  <a:pt x="251467" y="114299"/>
                </a:cubicBezTo>
                <a:lnTo>
                  <a:pt x="251460" y="114299"/>
                </a:lnTo>
                <a:moveTo>
                  <a:pt x="137160" y="80009"/>
                </a:moveTo>
                <a:cubicBezTo>
                  <a:pt x="124534" y="80009"/>
                  <a:pt x="114300" y="69773"/>
                  <a:pt x="114300" y="57148"/>
                </a:cubicBezTo>
                <a:cubicBezTo>
                  <a:pt x="114300" y="44522"/>
                  <a:pt x="124534" y="34287"/>
                  <a:pt x="137160" y="34287"/>
                </a:cubicBezTo>
                <a:cubicBezTo>
                  <a:pt x="149786" y="34287"/>
                  <a:pt x="160020" y="44522"/>
                  <a:pt x="160020" y="57148"/>
                </a:cubicBezTo>
                <a:cubicBezTo>
                  <a:pt x="160020" y="69773"/>
                  <a:pt x="149786" y="80009"/>
                  <a:pt x="137160" y="80009"/>
                </a:cubicBezTo>
                <a:moveTo>
                  <a:pt x="191666" y="40006"/>
                </a:moveTo>
                <a:cubicBezTo>
                  <a:pt x="184380" y="16788"/>
                  <a:pt x="162734" y="0"/>
                  <a:pt x="137160" y="0"/>
                </a:cubicBezTo>
                <a:cubicBezTo>
                  <a:pt x="111586" y="0"/>
                  <a:pt x="89940" y="16788"/>
                  <a:pt x="82654" y="40006"/>
                </a:cubicBezTo>
                <a:lnTo>
                  <a:pt x="17147" y="40006"/>
                </a:lnTo>
                <a:cubicBezTo>
                  <a:pt x="7644" y="40006"/>
                  <a:pt x="4" y="47649"/>
                  <a:pt x="4" y="57151"/>
                </a:cubicBezTo>
                <a:cubicBezTo>
                  <a:pt x="4" y="66653"/>
                  <a:pt x="7648" y="74296"/>
                  <a:pt x="17150" y="74296"/>
                </a:cubicBezTo>
                <a:lnTo>
                  <a:pt x="82658" y="74296"/>
                </a:lnTo>
                <a:cubicBezTo>
                  <a:pt x="89944" y="97514"/>
                  <a:pt x="111590" y="114302"/>
                  <a:pt x="137164" y="114302"/>
                </a:cubicBezTo>
                <a:cubicBezTo>
                  <a:pt x="162738" y="114302"/>
                  <a:pt x="184383" y="97514"/>
                  <a:pt x="191669" y="74296"/>
                </a:cubicBezTo>
                <a:lnTo>
                  <a:pt x="348617" y="74296"/>
                </a:lnTo>
                <a:cubicBezTo>
                  <a:pt x="358119" y="74296"/>
                  <a:pt x="365764" y="66653"/>
                  <a:pt x="365764" y="57151"/>
                </a:cubicBezTo>
                <a:cubicBezTo>
                  <a:pt x="365764" y="47649"/>
                  <a:pt x="358119" y="40006"/>
                  <a:pt x="348620" y="40006"/>
                </a:cubicBezTo>
                <a:lnTo>
                  <a:pt x="191666" y="4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49672" y="1716002"/>
            <a:ext cx="365734" cy="365760"/>
          </a:xfrm>
          <a:custGeom>
            <a:avLst/>
            <a:gdLst/>
            <a:ahLst/>
            <a:cxnLst/>
            <a:rect l="l" t="t" r="r" b="b"/>
            <a:pathLst>
              <a:path w="365734" h="365760">
                <a:moveTo>
                  <a:pt x="26026" y="257685"/>
                </a:moveTo>
                <a:lnTo>
                  <a:pt x="9579" y="313533"/>
                </a:lnTo>
                <a:lnTo>
                  <a:pt x="713" y="343712"/>
                </a:lnTo>
                <a:cubicBezTo>
                  <a:pt x="-1075" y="349791"/>
                  <a:pt x="571" y="356298"/>
                  <a:pt x="5003" y="360731"/>
                </a:cubicBezTo>
                <a:cubicBezTo>
                  <a:pt x="9436" y="365164"/>
                  <a:pt x="15946" y="366810"/>
                  <a:pt x="21951" y="365094"/>
                </a:cubicBezTo>
                <a:lnTo>
                  <a:pt x="52201" y="356155"/>
                </a:lnTo>
                <a:lnTo>
                  <a:pt x="108049" y="339707"/>
                </a:lnTo>
                <a:cubicBezTo>
                  <a:pt x="116914" y="337132"/>
                  <a:pt x="124997" y="332626"/>
                  <a:pt x="131931" y="326550"/>
                </a:cubicBezTo>
                <a:cubicBezTo>
                  <a:pt x="132933" y="325691"/>
                  <a:pt x="133862" y="324762"/>
                  <a:pt x="134791" y="323833"/>
                </a:cubicBezTo>
                <a:lnTo>
                  <a:pt x="352323" y="106370"/>
                </a:lnTo>
                <a:cubicBezTo>
                  <a:pt x="367983" y="90708"/>
                  <a:pt x="369914" y="66612"/>
                  <a:pt x="358185" y="48803"/>
                </a:cubicBezTo>
                <a:cubicBezTo>
                  <a:pt x="356539" y="46301"/>
                  <a:pt x="354539" y="43869"/>
                  <a:pt x="352323" y="41653"/>
                </a:cubicBezTo>
                <a:lnTo>
                  <a:pt x="324146" y="13405"/>
                </a:lnTo>
                <a:cubicBezTo>
                  <a:pt x="306269" y="-4473"/>
                  <a:pt x="277307" y="-4473"/>
                  <a:pt x="259430" y="13405"/>
                </a:cubicBezTo>
                <a:lnTo>
                  <a:pt x="41899" y="230937"/>
                </a:lnTo>
                <a:cubicBezTo>
                  <a:pt x="34463" y="238373"/>
                  <a:pt x="29028" y="247598"/>
                  <a:pt x="26022" y="257682"/>
                </a:cubicBezTo>
                <a:lnTo>
                  <a:pt x="26026" y="257685"/>
                </a:lnTo>
                <a:moveTo>
                  <a:pt x="58920" y="267338"/>
                </a:moveTo>
                <a:cubicBezTo>
                  <a:pt x="60134" y="263333"/>
                  <a:pt x="62138" y="259613"/>
                  <a:pt x="64925" y="256467"/>
                </a:cubicBezTo>
                <a:cubicBezTo>
                  <a:pt x="65353" y="256039"/>
                  <a:pt x="65711" y="255608"/>
                  <a:pt x="66139" y="255180"/>
                </a:cubicBezTo>
                <a:lnTo>
                  <a:pt x="229538" y="91853"/>
                </a:lnTo>
                <a:lnTo>
                  <a:pt x="273873" y="136191"/>
                </a:lnTo>
                <a:lnTo>
                  <a:pt x="110543" y="299590"/>
                </a:lnTo>
                <a:cubicBezTo>
                  <a:pt x="107182" y="302952"/>
                  <a:pt x="102961" y="305453"/>
                  <a:pt x="98386" y="306814"/>
                </a:cubicBezTo>
                <a:lnTo>
                  <a:pt x="81654" y="311748"/>
                </a:lnTo>
                <a:lnTo>
                  <a:pt x="42465" y="323262"/>
                </a:lnTo>
                <a:lnTo>
                  <a:pt x="53979" y="284075"/>
                </a:lnTo>
                <a:lnTo>
                  <a:pt x="58920" y="2673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55999" y="1770866"/>
            <a:ext cx="365760" cy="256032"/>
          </a:xfrm>
          <a:custGeom>
            <a:avLst/>
            <a:gdLst/>
            <a:ahLst/>
            <a:cxnLst/>
            <a:rect l="l" t="t" r="r" b="b"/>
            <a:pathLst>
              <a:path w="365760" h="256032">
                <a:moveTo>
                  <a:pt x="59436" y="59435"/>
                </a:moveTo>
                <a:cubicBezTo>
                  <a:pt x="59436" y="41759"/>
                  <a:pt x="73766" y="27431"/>
                  <a:pt x="91440" y="27431"/>
                </a:cubicBezTo>
                <a:cubicBezTo>
                  <a:pt x="109114" y="27431"/>
                  <a:pt x="123444" y="41759"/>
                  <a:pt x="123444" y="59435"/>
                </a:cubicBezTo>
                <a:cubicBezTo>
                  <a:pt x="123444" y="77112"/>
                  <a:pt x="109114" y="91439"/>
                  <a:pt x="91440" y="91439"/>
                </a:cubicBezTo>
                <a:cubicBezTo>
                  <a:pt x="73766" y="91439"/>
                  <a:pt x="59436" y="77112"/>
                  <a:pt x="59436" y="59435"/>
                </a:cubicBezTo>
                <a:moveTo>
                  <a:pt x="150876" y="59435"/>
                </a:moveTo>
                <a:cubicBezTo>
                  <a:pt x="150876" y="26609"/>
                  <a:pt x="124267" y="0"/>
                  <a:pt x="91440" y="0"/>
                </a:cubicBezTo>
                <a:cubicBezTo>
                  <a:pt x="58613" y="0"/>
                  <a:pt x="32004" y="26609"/>
                  <a:pt x="32004" y="59435"/>
                </a:cubicBezTo>
                <a:cubicBezTo>
                  <a:pt x="32004" y="92261"/>
                  <a:pt x="58613" y="118870"/>
                  <a:pt x="91440" y="118870"/>
                </a:cubicBezTo>
                <a:cubicBezTo>
                  <a:pt x="124267" y="118870"/>
                  <a:pt x="150876" y="92261"/>
                  <a:pt x="150876" y="59435"/>
                </a:cubicBezTo>
                <a:moveTo>
                  <a:pt x="274320" y="109728"/>
                </a:moveTo>
                <a:cubicBezTo>
                  <a:pt x="304620" y="109728"/>
                  <a:pt x="329184" y="85164"/>
                  <a:pt x="329184" y="54862"/>
                </a:cubicBezTo>
                <a:cubicBezTo>
                  <a:pt x="329184" y="24561"/>
                  <a:pt x="304620" y="-3"/>
                  <a:pt x="274320" y="-3"/>
                </a:cubicBezTo>
                <a:cubicBezTo>
                  <a:pt x="244020" y="-3"/>
                  <a:pt x="219456" y="24561"/>
                  <a:pt x="219456" y="54862"/>
                </a:cubicBezTo>
                <a:cubicBezTo>
                  <a:pt x="219456" y="85164"/>
                  <a:pt x="244020" y="109728"/>
                  <a:pt x="274320" y="109728"/>
                </a:cubicBezTo>
                <a:lnTo>
                  <a:pt x="274320" y="109728"/>
                </a:lnTo>
                <a:moveTo>
                  <a:pt x="73152" y="173736"/>
                </a:moveTo>
                <a:lnTo>
                  <a:pt x="109728" y="173736"/>
                </a:lnTo>
                <a:cubicBezTo>
                  <a:pt x="134987" y="173736"/>
                  <a:pt x="155448" y="194195"/>
                  <a:pt x="155448" y="219455"/>
                </a:cubicBezTo>
                <a:lnTo>
                  <a:pt x="155448" y="228598"/>
                </a:lnTo>
                <a:lnTo>
                  <a:pt x="27432" y="228598"/>
                </a:lnTo>
                <a:lnTo>
                  <a:pt x="27432" y="219455"/>
                </a:lnTo>
                <a:cubicBezTo>
                  <a:pt x="27432" y="194195"/>
                  <a:pt x="47893" y="173736"/>
                  <a:pt x="73152" y="173736"/>
                </a:cubicBezTo>
                <a:lnTo>
                  <a:pt x="73152" y="173736"/>
                </a:lnTo>
                <a:moveTo>
                  <a:pt x="73152" y="146304"/>
                </a:moveTo>
                <a:cubicBezTo>
                  <a:pt x="32746" y="146304"/>
                  <a:pt x="0" y="179051"/>
                  <a:pt x="0" y="219455"/>
                </a:cubicBezTo>
                <a:lnTo>
                  <a:pt x="0" y="228598"/>
                </a:lnTo>
                <a:cubicBezTo>
                  <a:pt x="0" y="243742"/>
                  <a:pt x="12286" y="256029"/>
                  <a:pt x="27432" y="256029"/>
                </a:cubicBezTo>
                <a:lnTo>
                  <a:pt x="155448" y="256029"/>
                </a:lnTo>
                <a:cubicBezTo>
                  <a:pt x="170594" y="256029"/>
                  <a:pt x="182880" y="243742"/>
                  <a:pt x="182880" y="228598"/>
                </a:cubicBezTo>
                <a:lnTo>
                  <a:pt x="182880" y="219455"/>
                </a:lnTo>
                <a:cubicBezTo>
                  <a:pt x="182880" y="179051"/>
                  <a:pt x="150134" y="146304"/>
                  <a:pt x="109728" y="146304"/>
                </a:cubicBezTo>
                <a:lnTo>
                  <a:pt x="73152" y="146304"/>
                </a:lnTo>
                <a:moveTo>
                  <a:pt x="256032" y="256032"/>
                </a:moveTo>
                <a:lnTo>
                  <a:pt x="292608" y="256032"/>
                </a:lnTo>
                <a:cubicBezTo>
                  <a:pt x="333014" y="256032"/>
                  <a:pt x="365760" y="223286"/>
                  <a:pt x="365760" y="182881"/>
                </a:cubicBezTo>
                <a:lnTo>
                  <a:pt x="365760" y="173738"/>
                </a:lnTo>
                <a:cubicBezTo>
                  <a:pt x="365760" y="158594"/>
                  <a:pt x="353474" y="146307"/>
                  <a:pt x="338328" y="146307"/>
                </a:cubicBezTo>
                <a:lnTo>
                  <a:pt x="210312" y="146307"/>
                </a:lnTo>
                <a:cubicBezTo>
                  <a:pt x="197854" y="146307"/>
                  <a:pt x="187280" y="154651"/>
                  <a:pt x="183966" y="166080"/>
                </a:cubicBezTo>
                <a:cubicBezTo>
                  <a:pt x="194767" y="181112"/>
                  <a:pt x="201168" y="199513"/>
                  <a:pt x="201168" y="219458"/>
                </a:cubicBezTo>
                <a:lnTo>
                  <a:pt x="201168" y="228601"/>
                </a:lnTo>
                <a:cubicBezTo>
                  <a:pt x="201168" y="229458"/>
                  <a:pt x="201168" y="230316"/>
                  <a:pt x="201110" y="231171"/>
                </a:cubicBezTo>
                <a:cubicBezTo>
                  <a:pt x="214482" y="246431"/>
                  <a:pt x="234141" y="256032"/>
                  <a:pt x="256032" y="256032"/>
                </a:cubicBezTo>
                <a:lnTo>
                  <a:pt x="256032" y="25603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2339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165664" y="34290"/>
                  <a:pt x="150660" y="43935"/>
                  <a:pt x="143089" y="58222"/>
                </a:cubicBezTo>
                <a:cubicBezTo>
                  <a:pt x="139230" y="65508"/>
                  <a:pt x="130730" y="69008"/>
                  <a:pt x="122873" y="66579"/>
                </a:cubicBezTo>
                <a:cubicBezTo>
                  <a:pt x="107442" y="61865"/>
                  <a:pt x="89940" y="65581"/>
                  <a:pt x="77797" y="77793"/>
                </a:cubicBezTo>
                <a:cubicBezTo>
                  <a:pt x="65654" y="90010"/>
                  <a:pt x="61868" y="107438"/>
                  <a:pt x="66583" y="122870"/>
                </a:cubicBezTo>
                <a:cubicBezTo>
                  <a:pt x="69012" y="130726"/>
                  <a:pt x="65511" y="139230"/>
                  <a:pt x="58225" y="143016"/>
                </a:cubicBezTo>
                <a:cubicBezTo>
                  <a:pt x="43939" y="150660"/>
                  <a:pt x="34294" y="165660"/>
                  <a:pt x="34294" y="182876"/>
                </a:cubicBezTo>
                <a:cubicBezTo>
                  <a:pt x="34294" y="200093"/>
                  <a:pt x="43939" y="215096"/>
                  <a:pt x="58225" y="222667"/>
                </a:cubicBezTo>
                <a:cubicBezTo>
                  <a:pt x="65511" y="226526"/>
                  <a:pt x="69012" y="235026"/>
                  <a:pt x="66583" y="242883"/>
                </a:cubicBezTo>
                <a:cubicBezTo>
                  <a:pt x="61868" y="258314"/>
                  <a:pt x="65584" y="275816"/>
                  <a:pt x="77797" y="287959"/>
                </a:cubicBezTo>
                <a:cubicBezTo>
                  <a:pt x="90013" y="300102"/>
                  <a:pt x="107442" y="303888"/>
                  <a:pt x="122873" y="299173"/>
                </a:cubicBezTo>
                <a:cubicBezTo>
                  <a:pt x="130730" y="296745"/>
                  <a:pt x="139234" y="300245"/>
                  <a:pt x="143019" y="307531"/>
                </a:cubicBezTo>
                <a:cubicBezTo>
                  <a:pt x="150591" y="321818"/>
                  <a:pt x="165594" y="331463"/>
                  <a:pt x="182810" y="331463"/>
                </a:cubicBezTo>
                <a:cubicBezTo>
                  <a:pt x="200027" y="331463"/>
                  <a:pt x="215030" y="321818"/>
                  <a:pt x="222602" y="307531"/>
                </a:cubicBezTo>
                <a:cubicBezTo>
                  <a:pt x="226460" y="300245"/>
                  <a:pt x="234887" y="296745"/>
                  <a:pt x="242748" y="299173"/>
                </a:cubicBezTo>
                <a:cubicBezTo>
                  <a:pt x="258179" y="303888"/>
                  <a:pt x="275681" y="300172"/>
                  <a:pt x="287824" y="287959"/>
                </a:cubicBezTo>
                <a:cubicBezTo>
                  <a:pt x="299967" y="275743"/>
                  <a:pt x="303753" y="258314"/>
                  <a:pt x="299038" y="242883"/>
                </a:cubicBezTo>
                <a:cubicBezTo>
                  <a:pt x="296609" y="235026"/>
                  <a:pt x="300110" y="226523"/>
                  <a:pt x="307396" y="222737"/>
                </a:cubicBezTo>
                <a:cubicBezTo>
                  <a:pt x="321682" y="215166"/>
                  <a:pt x="331327" y="200162"/>
                  <a:pt x="331327" y="182946"/>
                </a:cubicBezTo>
                <a:cubicBezTo>
                  <a:pt x="331327" y="165729"/>
                  <a:pt x="321682" y="150726"/>
                  <a:pt x="307396" y="143155"/>
                </a:cubicBezTo>
                <a:cubicBezTo>
                  <a:pt x="300110" y="139296"/>
                  <a:pt x="296609" y="130869"/>
                  <a:pt x="299038" y="123009"/>
                </a:cubicBezTo>
                <a:cubicBezTo>
                  <a:pt x="303753" y="107577"/>
                  <a:pt x="300037" y="90076"/>
                  <a:pt x="287824" y="77932"/>
                </a:cubicBezTo>
                <a:cubicBezTo>
                  <a:pt x="275607" y="65789"/>
                  <a:pt x="258322" y="61857"/>
                  <a:pt x="242890" y="66576"/>
                </a:cubicBezTo>
                <a:cubicBezTo>
                  <a:pt x="235034" y="69004"/>
                  <a:pt x="226530" y="65504"/>
                  <a:pt x="222675" y="58218"/>
                </a:cubicBezTo>
                <a:cubicBezTo>
                  <a:pt x="215103" y="43931"/>
                  <a:pt x="200100" y="34286"/>
                  <a:pt x="182884" y="34286"/>
                </a:cubicBezTo>
                <a:lnTo>
                  <a:pt x="182880" y="34290"/>
                </a:lnTo>
                <a:moveTo>
                  <a:pt x="119944" y="31005"/>
                </a:moveTo>
                <a:cubicBezTo>
                  <a:pt x="134446" y="12147"/>
                  <a:pt x="157233" y="0"/>
                  <a:pt x="182880" y="0"/>
                </a:cubicBezTo>
                <a:cubicBezTo>
                  <a:pt x="208527" y="0"/>
                  <a:pt x="231314" y="12143"/>
                  <a:pt x="245816" y="31005"/>
                </a:cubicBezTo>
                <a:cubicBezTo>
                  <a:pt x="269390" y="27933"/>
                  <a:pt x="294108" y="35435"/>
                  <a:pt x="312253" y="53580"/>
                </a:cubicBezTo>
                <a:cubicBezTo>
                  <a:pt x="330398" y="71726"/>
                  <a:pt x="337900" y="96444"/>
                  <a:pt x="334828" y="120017"/>
                </a:cubicBezTo>
                <a:cubicBezTo>
                  <a:pt x="353617" y="134446"/>
                  <a:pt x="365760" y="157237"/>
                  <a:pt x="365760" y="182884"/>
                </a:cubicBezTo>
                <a:cubicBezTo>
                  <a:pt x="365760" y="208531"/>
                  <a:pt x="353617" y="231318"/>
                  <a:pt x="334755" y="245820"/>
                </a:cubicBezTo>
                <a:cubicBezTo>
                  <a:pt x="337827" y="269393"/>
                  <a:pt x="330325" y="294111"/>
                  <a:pt x="312180" y="312257"/>
                </a:cubicBezTo>
                <a:cubicBezTo>
                  <a:pt x="294035" y="330402"/>
                  <a:pt x="269316" y="337904"/>
                  <a:pt x="245743" y="334831"/>
                </a:cubicBezTo>
                <a:cubicBezTo>
                  <a:pt x="231314" y="353621"/>
                  <a:pt x="208523" y="365764"/>
                  <a:pt x="182880" y="365764"/>
                </a:cubicBezTo>
                <a:cubicBezTo>
                  <a:pt x="157233" y="365764"/>
                  <a:pt x="134446" y="353621"/>
                  <a:pt x="119944" y="334758"/>
                </a:cubicBezTo>
                <a:cubicBezTo>
                  <a:pt x="96370" y="337831"/>
                  <a:pt x="71652" y="330329"/>
                  <a:pt x="53507" y="312184"/>
                </a:cubicBezTo>
                <a:cubicBezTo>
                  <a:pt x="35362" y="294038"/>
                  <a:pt x="27860" y="269320"/>
                  <a:pt x="30932" y="245747"/>
                </a:cubicBezTo>
                <a:cubicBezTo>
                  <a:pt x="12143" y="231318"/>
                  <a:pt x="0" y="208527"/>
                  <a:pt x="0" y="182884"/>
                </a:cubicBezTo>
                <a:cubicBezTo>
                  <a:pt x="0" y="157237"/>
                  <a:pt x="12143" y="134450"/>
                  <a:pt x="31005" y="119947"/>
                </a:cubicBezTo>
                <a:cubicBezTo>
                  <a:pt x="27933" y="96374"/>
                  <a:pt x="35435" y="71656"/>
                  <a:pt x="53580" y="53511"/>
                </a:cubicBezTo>
                <a:cubicBezTo>
                  <a:pt x="71725" y="35365"/>
                  <a:pt x="96444" y="27864"/>
                  <a:pt x="120017" y="30936"/>
                </a:cubicBezTo>
                <a:lnTo>
                  <a:pt x="119944" y="31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1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45064" y="3649423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81440" y="12860"/>
                </a:moveTo>
                <a:cubicBezTo>
                  <a:pt x="81440" y="5733"/>
                  <a:pt x="75708" y="3"/>
                  <a:pt x="68581" y="3"/>
                </a:cubicBezTo>
                <a:cubicBezTo>
                  <a:pt x="61455" y="3"/>
                  <a:pt x="55723" y="5736"/>
                  <a:pt x="55723" y="12863"/>
                </a:cubicBezTo>
                <a:lnTo>
                  <a:pt x="55723" y="34295"/>
                </a:lnTo>
                <a:lnTo>
                  <a:pt x="34291" y="34295"/>
                </a:lnTo>
                <a:cubicBezTo>
                  <a:pt x="15379" y="34295"/>
                  <a:pt x="0" y="49671"/>
                  <a:pt x="0" y="68585"/>
                </a:cubicBezTo>
                <a:lnTo>
                  <a:pt x="0" y="77158"/>
                </a:lnTo>
                <a:lnTo>
                  <a:pt x="0" y="102875"/>
                </a:lnTo>
                <a:lnTo>
                  <a:pt x="0" y="240035"/>
                </a:lnTo>
                <a:cubicBezTo>
                  <a:pt x="0" y="258950"/>
                  <a:pt x="15376" y="274325"/>
                  <a:pt x="34291" y="274325"/>
                </a:cubicBezTo>
                <a:lnTo>
                  <a:pt x="205742" y="274325"/>
                </a:lnTo>
                <a:cubicBezTo>
                  <a:pt x="224654" y="274325"/>
                  <a:pt x="240032" y="258950"/>
                  <a:pt x="240032" y="240035"/>
                </a:cubicBezTo>
                <a:lnTo>
                  <a:pt x="240032" y="102875"/>
                </a:lnTo>
                <a:lnTo>
                  <a:pt x="240032" y="77158"/>
                </a:lnTo>
                <a:lnTo>
                  <a:pt x="240032" y="68585"/>
                </a:lnTo>
                <a:cubicBezTo>
                  <a:pt x="240032" y="49671"/>
                  <a:pt x="224656" y="34295"/>
                  <a:pt x="205742" y="34295"/>
                </a:cubicBezTo>
                <a:lnTo>
                  <a:pt x="184310" y="34295"/>
                </a:lnTo>
                <a:lnTo>
                  <a:pt x="184310" y="12865"/>
                </a:lnTo>
                <a:cubicBezTo>
                  <a:pt x="184310" y="5739"/>
                  <a:pt x="178578" y="8"/>
                  <a:pt x="171451" y="8"/>
                </a:cubicBezTo>
                <a:cubicBezTo>
                  <a:pt x="164325" y="8"/>
                  <a:pt x="158593" y="5741"/>
                  <a:pt x="158593" y="12868"/>
                </a:cubicBezTo>
                <a:lnTo>
                  <a:pt x="158593" y="34301"/>
                </a:lnTo>
                <a:lnTo>
                  <a:pt x="81440" y="34301"/>
                </a:lnTo>
                <a:lnTo>
                  <a:pt x="81440" y="12860"/>
                </a:lnTo>
                <a:moveTo>
                  <a:pt x="25717" y="102870"/>
                </a:moveTo>
                <a:lnTo>
                  <a:pt x="214311" y="102870"/>
                </a:lnTo>
                <a:lnTo>
                  <a:pt x="214311" y="240030"/>
                </a:lnTo>
                <a:cubicBezTo>
                  <a:pt x="214311" y="244746"/>
                  <a:pt x="210454" y="248603"/>
                  <a:pt x="205739" y="248603"/>
                </a:cubicBezTo>
                <a:lnTo>
                  <a:pt x="34288" y="248603"/>
                </a:lnTo>
                <a:cubicBezTo>
                  <a:pt x="29574" y="248603"/>
                  <a:pt x="25717" y="244746"/>
                  <a:pt x="25717" y="240030"/>
                </a:cubicBezTo>
                <a:lnTo>
                  <a:pt x="25717" y="10287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93379" y="3649460"/>
            <a:ext cx="274320" cy="274246"/>
          </a:xfrm>
          <a:custGeom>
            <a:avLst/>
            <a:gdLst/>
            <a:ahLst/>
            <a:cxnLst/>
            <a:rect l="l" t="t" r="r" b="b"/>
            <a:pathLst>
              <a:path w="274320" h="274246">
                <a:moveTo>
                  <a:pt x="197148" y="111432"/>
                </a:moveTo>
                <a:cubicBezTo>
                  <a:pt x="197148" y="64091"/>
                  <a:pt x="158771" y="25716"/>
                  <a:pt x="111431" y="25716"/>
                </a:cubicBezTo>
                <a:cubicBezTo>
                  <a:pt x="64092" y="25716"/>
                  <a:pt x="25715" y="64091"/>
                  <a:pt x="25715" y="111432"/>
                </a:cubicBezTo>
                <a:cubicBezTo>
                  <a:pt x="25715" y="158772"/>
                  <a:pt x="64092" y="197147"/>
                  <a:pt x="111431" y="197147"/>
                </a:cubicBezTo>
                <a:cubicBezTo>
                  <a:pt x="158771" y="197147"/>
                  <a:pt x="197148" y="158772"/>
                  <a:pt x="197148" y="111432"/>
                </a:cubicBezTo>
                <a:lnTo>
                  <a:pt x="197148" y="111432"/>
                </a:lnTo>
                <a:moveTo>
                  <a:pt x="180593" y="198809"/>
                </a:moveTo>
                <a:cubicBezTo>
                  <a:pt x="161629" y="213863"/>
                  <a:pt x="137574" y="222864"/>
                  <a:pt x="111431" y="222864"/>
                </a:cubicBezTo>
                <a:cubicBezTo>
                  <a:pt x="49877" y="222864"/>
                  <a:pt x="0" y="172986"/>
                  <a:pt x="0" y="111432"/>
                </a:cubicBezTo>
                <a:cubicBezTo>
                  <a:pt x="0" y="49877"/>
                  <a:pt x="49877" y="0"/>
                  <a:pt x="111431" y="0"/>
                </a:cubicBezTo>
                <a:cubicBezTo>
                  <a:pt x="172986" y="0"/>
                  <a:pt x="222863" y="49877"/>
                  <a:pt x="222863" y="111432"/>
                </a:cubicBezTo>
                <a:cubicBezTo>
                  <a:pt x="222863" y="137576"/>
                  <a:pt x="213863" y="161630"/>
                  <a:pt x="198808" y="180594"/>
                </a:cubicBezTo>
                <a:lnTo>
                  <a:pt x="270543" y="252329"/>
                </a:lnTo>
                <a:cubicBezTo>
                  <a:pt x="275579" y="257364"/>
                  <a:pt x="275579" y="265509"/>
                  <a:pt x="270543" y="270489"/>
                </a:cubicBezTo>
                <a:cubicBezTo>
                  <a:pt x="265506" y="275472"/>
                  <a:pt x="257364" y="275524"/>
                  <a:pt x="252383" y="270489"/>
                </a:cubicBezTo>
                <a:lnTo>
                  <a:pt x="180593" y="19880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58840" y="3649429"/>
            <a:ext cx="274320" cy="274308"/>
          </a:xfrm>
          <a:custGeom>
            <a:avLst/>
            <a:gdLst/>
            <a:ahLst/>
            <a:cxnLst/>
            <a:rect l="l" t="t" r="r" b="b"/>
            <a:pathLst>
              <a:path w="274320" h="274308">
                <a:moveTo>
                  <a:pt x="111443" y="222884"/>
                </a:moveTo>
                <a:cubicBezTo>
                  <a:pt x="111443" y="208686"/>
                  <a:pt x="99924" y="197167"/>
                  <a:pt x="85725" y="197167"/>
                </a:cubicBezTo>
                <a:lnTo>
                  <a:pt x="34290" y="197167"/>
                </a:lnTo>
                <a:cubicBezTo>
                  <a:pt x="29574" y="197167"/>
                  <a:pt x="25717" y="193311"/>
                  <a:pt x="25717" y="188595"/>
                </a:cubicBezTo>
                <a:lnTo>
                  <a:pt x="25717" y="34291"/>
                </a:lnTo>
                <a:cubicBezTo>
                  <a:pt x="25717" y="29576"/>
                  <a:pt x="29574" y="25719"/>
                  <a:pt x="34290" y="25719"/>
                </a:cubicBezTo>
                <a:lnTo>
                  <a:pt x="240030" y="25719"/>
                </a:lnTo>
                <a:cubicBezTo>
                  <a:pt x="244746" y="25719"/>
                  <a:pt x="248603" y="29576"/>
                  <a:pt x="248603" y="34291"/>
                </a:cubicBezTo>
                <a:lnTo>
                  <a:pt x="248603" y="188595"/>
                </a:lnTo>
                <a:cubicBezTo>
                  <a:pt x="248603" y="193311"/>
                  <a:pt x="244746" y="197167"/>
                  <a:pt x="240030" y="197167"/>
                </a:cubicBezTo>
                <a:lnTo>
                  <a:pt x="165717" y="197167"/>
                </a:lnTo>
                <a:cubicBezTo>
                  <a:pt x="160145" y="197167"/>
                  <a:pt x="154733" y="198989"/>
                  <a:pt x="150286" y="202311"/>
                </a:cubicBezTo>
                <a:lnTo>
                  <a:pt x="111443" y="231456"/>
                </a:lnTo>
                <a:lnTo>
                  <a:pt x="111443" y="222884"/>
                </a:lnTo>
                <a:moveTo>
                  <a:pt x="111336" y="263712"/>
                </a:moveTo>
                <a:lnTo>
                  <a:pt x="111443" y="263605"/>
                </a:lnTo>
                <a:lnTo>
                  <a:pt x="165717" y="222886"/>
                </a:lnTo>
                <a:lnTo>
                  <a:pt x="240030" y="222886"/>
                </a:lnTo>
                <a:cubicBezTo>
                  <a:pt x="258944" y="222886"/>
                  <a:pt x="274320" y="207509"/>
                  <a:pt x="274320" y="188595"/>
                </a:cubicBezTo>
                <a:lnTo>
                  <a:pt x="274320" y="34291"/>
                </a:lnTo>
                <a:cubicBezTo>
                  <a:pt x="274320" y="15378"/>
                  <a:pt x="258944" y="0"/>
                  <a:pt x="240030" y="0"/>
                </a:cubicBezTo>
                <a:lnTo>
                  <a:pt x="34290" y="0"/>
                </a:lnTo>
                <a:cubicBezTo>
                  <a:pt x="15376" y="0"/>
                  <a:pt x="0" y="15378"/>
                  <a:pt x="0" y="34291"/>
                </a:cubicBezTo>
                <a:lnTo>
                  <a:pt x="0" y="188595"/>
                </a:lnTo>
                <a:cubicBezTo>
                  <a:pt x="0" y="207509"/>
                  <a:pt x="15376" y="222886"/>
                  <a:pt x="34290" y="222886"/>
                </a:cubicBezTo>
                <a:lnTo>
                  <a:pt x="60007" y="222886"/>
                </a:lnTo>
                <a:lnTo>
                  <a:pt x="85725" y="222886"/>
                </a:lnTo>
                <a:lnTo>
                  <a:pt x="85725" y="248603"/>
                </a:lnTo>
                <a:lnTo>
                  <a:pt x="85725" y="250745"/>
                </a:lnTo>
                <a:lnTo>
                  <a:pt x="85725" y="250907"/>
                </a:lnTo>
                <a:lnTo>
                  <a:pt x="85725" y="254336"/>
                </a:lnTo>
                <a:lnTo>
                  <a:pt x="85725" y="265747"/>
                </a:lnTo>
                <a:cubicBezTo>
                  <a:pt x="85725" y="269014"/>
                  <a:pt x="87546" y="271963"/>
                  <a:pt x="90441" y="273408"/>
                </a:cubicBezTo>
                <a:cubicBezTo>
                  <a:pt x="93335" y="274854"/>
                  <a:pt x="96816" y="274533"/>
                  <a:pt x="99441" y="272605"/>
                </a:cubicBezTo>
                <a:lnTo>
                  <a:pt x="108603" y="265747"/>
                </a:lnTo>
                <a:lnTo>
                  <a:pt x="111336" y="263712"/>
                </a:lnTo>
                <a:moveTo>
                  <a:pt x="51435" y="96869"/>
                </a:moveTo>
                <a:cubicBezTo>
                  <a:pt x="51435" y="103458"/>
                  <a:pt x="54757" y="109622"/>
                  <a:pt x="60221" y="113317"/>
                </a:cubicBezTo>
                <a:lnTo>
                  <a:pt x="75973" y="123817"/>
                </a:lnTo>
                <a:cubicBezTo>
                  <a:pt x="76670" y="124300"/>
                  <a:pt x="77152" y="125104"/>
                  <a:pt x="77152" y="125960"/>
                </a:cubicBezTo>
                <a:cubicBezTo>
                  <a:pt x="77152" y="127405"/>
                  <a:pt x="75973" y="128533"/>
                  <a:pt x="74579" y="128533"/>
                </a:cubicBezTo>
                <a:lnTo>
                  <a:pt x="60008" y="128587"/>
                </a:lnTo>
                <a:cubicBezTo>
                  <a:pt x="55292" y="128587"/>
                  <a:pt x="51435" y="132444"/>
                  <a:pt x="51435" y="137160"/>
                </a:cubicBezTo>
                <a:cubicBezTo>
                  <a:pt x="51435" y="141875"/>
                  <a:pt x="55292" y="145732"/>
                  <a:pt x="60008" y="145732"/>
                </a:cubicBezTo>
                <a:lnTo>
                  <a:pt x="74579" y="145732"/>
                </a:lnTo>
                <a:cubicBezTo>
                  <a:pt x="85456" y="145732"/>
                  <a:pt x="94298" y="136891"/>
                  <a:pt x="94298" y="126014"/>
                </a:cubicBezTo>
                <a:cubicBezTo>
                  <a:pt x="94298" y="119425"/>
                  <a:pt x="90975" y="113262"/>
                  <a:pt x="85511" y="109567"/>
                </a:cubicBezTo>
                <a:lnTo>
                  <a:pt x="69760" y="99066"/>
                </a:lnTo>
                <a:cubicBezTo>
                  <a:pt x="69063" y="98584"/>
                  <a:pt x="68580" y="97780"/>
                  <a:pt x="68580" y="96924"/>
                </a:cubicBezTo>
                <a:cubicBezTo>
                  <a:pt x="68580" y="95478"/>
                  <a:pt x="69760" y="94351"/>
                  <a:pt x="71150" y="94351"/>
                </a:cubicBezTo>
                <a:lnTo>
                  <a:pt x="81437" y="94351"/>
                </a:lnTo>
                <a:cubicBezTo>
                  <a:pt x="86153" y="94351"/>
                  <a:pt x="90010" y="90494"/>
                  <a:pt x="90010" y="85779"/>
                </a:cubicBezTo>
                <a:cubicBezTo>
                  <a:pt x="90010" y="81064"/>
                  <a:pt x="86153" y="77207"/>
                  <a:pt x="81437" y="77207"/>
                </a:cubicBezTo>
                <a:lnTo>
                  <a:pt x="71150" y="77207"/>
                </a:lnTo>
                <a:cubicBezTo>
                  <a:pt x="60274" y="77152"/>
                  <a:pt x="51435" y="85993"/>
                  <a:pt x="51435" y="96869"/>
                </a:cubicBezTo>
                <a:lnTo>
                  <a:pt x="51435" y="96869"/>
                </a:lnTo>
                <a:moveTo>
                  <a:pt x="199741" y="77152"/>
                </a:moveTo>
                <a:cubicBezTo>
                  <a:pt x="188864" y="77152"/>
                  <a:pt x="180023" y="85993"/>
                  <a:pt x="180023" y="96869"/>
                </a:cubicBezTo>
                <a:cubicBezTo>
                  <a:pt x="180023" y="103458"/>
                  <a:pt x="183345" y="109622"/>
                  <a:pt x="188809" y="113317"/>
                </a:cubicBezTo>
                <a:lnTo>
                  <a:pt x="204560" y="123817"/>
                </a:lnTo>
                <a:cubicBezTo>
                  <a:pt x="205257" y="124300"/>
                  <a:pt x="205740" y="125104"/>
                  <a:pt x="205740" y="125960"/>
                </a:cubicBezTo>
                <a:cubicBezTo>
                  <a:pt x="205740" y="127405"/>
                  <a:pt x="204560" y="128533"/>
                  <a:pt x="203167" y="128533"/>
                </a:cubicBezTo>
                <a:lnTo>
                  <a:pt x="188595" y="128587"/>
                </a:lnTo>
                <a:cubicBezTo>
                  <a:pt x="183879" y="128587"/>
                  <a:pt x="180023" y="132444"/>
                  <a:pt x="180023" y="137160"/>
                </a:cubicBezTo>
                <a:cubicBezTo>
                  <a:pt x="180023" y="141875"/>
                  <a:pt x="183879" y="145732"/>
                  <a:pt x="188595" y="145732"/>
                </a:cubicBezTo>
                <a:lnTo>
                  <a:pt x="203167" y="145732"/>
                </a:lnTo>
                <a:cubicBezTo>
                  <a:pt x="214044" y="145732"/>
                  <a:pt x="222885" y="136891"/>
                  <a:pt x="222885" y="126014"/>
                </a:cubicBezTo>
                <a:cubicBezTo>
                  <a:pt x="222885" y="119425"/>
                  <a:pt x="219563" y="113262"/>
                  <a:pt x="214099" y="109567"/>
                </a:cubicBezTo>
                <a:lnTo>
                  <a:pt x="198347" y="99066"/>
                </a:lnTo>
                <a:cubicBezTo>
                  <a:pt x="197650" y="98584"/>
                  <a:pt x="197167" y="97780"/>
                  <a:pt x="197167" y="96924"/>
                </a:cubicBezTo>
                <a:cubicBezTo>
                  <a:pt x="197167" y="95478"/>
                  <a:pt x="198347" y="94351"/>
                  <a:pt x="199741" y="94351"/>
                </a:cubicBezTo>
                <a:lnTo>
                  <a:pt x="210028" y="94351"/>
                </a:lnTo>
                <a:cubicBezTo>
                  <a:pt x="214743" y="94351"/>
                  <a:pt x="218600" y="90494"/>
                  <a:pt x="218600" y="85779"/>
                </a:cubicBezTo>
                <a:cubicBezTo>
                  <a:pt x="218600" y="81064"/>
                  <a:pt x="214743" y="77207"/>
                  <a:pt x="210028" y="77207"/>
                </a:cubicBezTo>
                <a:lnTo>
                  <a:pt x="199741" y="77207"/>
                </a:lnTo>
                <a:lnTo>
                  <a:pt x="199741" y="77152"/>
                </a:lnTo>
                <a:moveTo>
                  <a:pt x="118300" y="80581"/>
                </a:moveTo>
                <a:cubicBezTo>
                  <a:pt x="116103" y="77635"/>
                  <a:pt x="112246" y="76400"/>
                  <a:pt x="108710" y="77580"/>
                </a:cubicBezTo>
                <a:cubicBezTo>
                  <a:pt x="105174" y="78759"/>
                  <a:pt x="102870" y="82026"/>
                  <a:pt x="102870" y="85724"/>
                </a:cubicBezTo>
                <a:lnTo>
                  <a:pt x="102870" y="137160"/>
                </a:lnTo>
                <a:cubicBezTo>
                  <a:pt x="102870" y="141875"/>
                  <a:pt x="106727" y="145732"/>
                  <a:pt x="111443" y="145732"/>
                </a:cubicBezTo>
                <a:cubicBezTo>
                  <a:pt x="116158" y="145732"/>
                  <a:pt x="120015" y="141875"/>
                  <a:pt x="120015" y="137160"/>
                </a:cubicBezTo>
                <a:lnTo>
                  <a:pt x="120015" y="111443"/>
                </a:lnTo>
                <a:lnTo>
                  <a:pt x="130302" y="125159"/>
                </a:lnTo>
                <a:cubicBezTo>
                  <a:pt x="131910" y="127301"/>
                  <a:pt x="134480" y="128588"/>
                  <a:pt x="137160" y="128588"/>
                </a:cubicBezTo>
                <a:cubicBezTo>
                  <a:pt x="139840" y="128588"/>
                  <a:pt x="142410" y="127301"/>
                  <a:pt x="144018" y="125159"/>
                </a:cubicBezTo>
                <a:lnTo>
                  <a:pt x="154305" y="111443"/>
                </a:lnTo>
                <a:lnTo>
                  <a:pt x="154305" y="137160"/>
                </a:lnTo>
                <a:cubicBezTo>
                  <a:pt x="154305" y="141875"/>
                  <a:pt x="158162" y="145732"/>
                  <a:pt x="162878" y="145732"/>
                </a:cubicBezTo>
                <a:cubicBezTo>
                  <a:pt x="167593" y="145732"/>
                  <a:pt x="171450" y="141875"/>
                  <a:pt x="171450" y="137160"/>
                </a:cubicBezTo>
                <a:lnTo>
                  <a:pt x="171450" y="85724"/>
                </a:lnTo>
                <a:cubicBezTo>
                  <a:pt x="171450" y="82026"/>
                  <a:pt x="169094" y="78759"/>
                  <a:pt x="165610" y="77580"/>
                </a:cubicBezTo>
                <a:cubicBezTo>
                  <a:pt x="162126" y="76400"/>
                  <a:pt x="158269" y="77635"/>
                  <a:pt x="156020" y="80581"/>
                </a:cubicBezTo>
                <a:lnTo>
                  <a:pt x="137160" y="105710"/>
                </a:lnTo>
                <a:lnTo>
                  <a:pt x="118300" y="8058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8591" y="3649423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50019" y="34290"/>
                </a:moveTo>
                <a:lnTo>
                  <a:pt x="171451" y="34290"/>
                </a:lnTo>
                <a:cubicBezTo>
                  <a:pt x="190365" y="34290"/>
                  <a:pt x="205742" y="49666"/>
                  <a:pt x="205742" y="68580"/>
                </a:cubicBezTo>
                <a:lnTo>
                  <a:pt x="205742" y="240030"/>
                </a:lnTo>
                <a:cubicBezTo>
                  <a:pt x="205742" y="258944"/>
                  <a:pt x="190365" y="274320"/>
                  <a:pt x="171451" y="274320"/>
                </a:cubicBezTo>
                <a:lnTo>
                  <a:pt x="34291" y="274320"/>
                </a:lnTo>
                <a:cubicBezTo>
                  <a:pt x="15377" y="274320"/>
                  <a:pt x="0" y="258944"/>
                  <a:pt x="0" y="240030"/>
                </a:cubicBezTo>
                <a:lnTo>
                  <a:pt x="0" y="68580"/>
                </a:lnTo>
                <a:cubicBezTo>
                  <a:pt x="0" y="49666"/>
                  <a:pt x="15377" y="34290"/>
                  <a:pt x="34291" y="34290"/>
                </a:cubicBezTo>
                <a:lnTo>
                  <a:pt x="55723" y="34290"/>
                </a:lnTo>
                <a:lnTo>
                  <a:pt x="60866" y="34290"/>
                </a:lnTo>
                <a:cubicBezTo>
                  <a:pt x="64831" y="14734"/>
                  <a:pt x="82138" y="0"/>
                  <a:pt x="102872" y="0"/>
                </a:cubicBezTo>
                <a:cubicBezTo>
                  <a:pt x="123606" y="0"/>
                  <a:pt x="140913" y="14734"/>
                  <a:pt x="144878" y="34290"/>
                </a:cubicBezTo>
                <a:lnTo>
                  <a:pt x="150019" y="34290"/>
                </a:lnTo>
                <a:moveTo>
                  <a:pt x="34291" y="60008"/>
                </a:moveTo>
                <a:cubicBezTo>
                  <a:pt x="29575" y="60008"/>
                  <a:pt x="25718" y="63864"/>
                  <a:pt x="25718" y="68580"/>
                </a:cubicBezTo>
                <a:lnTo>
                  <a:pt x="25718" y="240030"/>
                </a:lnTo>
                <a:cubicBezTo>
                  <a:pt x="25718" y="244746"/>
                  <a:pt x="29575" y="248602"/>
                  <a:pt x="34291" y="248602"/>
                </a:cubicBezTo>
                <a:lnTo>
                  <a:pt x="171451" y="248602"/>
                </a:lnTo>
                <a:cubicBezTo>
                  <a:pt x="176167" y="248602"/>
                  <a:pt x="180025" y="244746"/>
                  <a:pt x="180025" y="240030"/>
                </a:cubicBezTo>
                <a:lnTo>
                  <a:pt x="180025" y="68580"/>
                </a:lnTo>
                <a:cubicBezTo>
                  <a:pt x="180025" y="63864"/>
                  <a:pt x="176167" y="60007"/>
                  <a:pt x="171451" y="60007"/>
                </a:cubicBezTo>
                <a:lnTo>
                  <a:pt x="162878" y="60007"/>
                </a:lnTo>
                <a:lnTo>
                  <a:pt x="162878" y="72868"/>
                </a:lnTo>
                <a:cubicBezTo>
                  <a:pt x="162878" y="79994"/>
                  <a:pt x="157146" y="85728"/>
                  <a:pt x="150019" y="85728"/>
                </a:cubicBezTo>
                <a:lnTo>
                  <a:pt x="102870" y="85728"/>
                </a:lnTo>
                <a:lnTo>
                  <a:pt x="55721" y="85728"/>
                </a:lnTo>
                <a:cubicBezTo>
                  <a:pt x="48594" y="85728"/>
                  <a:pt x="42862" y="79994"/>
                  <a:pt x="42862" y="72870"/>
                </a:cubicBezTo>
                <a:lnTo>
                  <a:pt x="42862" y="60013"/>
                </a:lnTo>
                <a:lnTo>
                  <a:pt x="34291" y="60008"/>
                </a:lnTo>
                <a:moveTo>
                  <a:pt x="102870" y="55723"/>
                </a:moveTo>
                <a:cubicBezTo>
                  <a:pt x="109972" y="55723"/>
                  <a:pt x="115729" y="49965"/>
                  <a:pt x="115729" y="42865"/>
                </a:cubicBezTo>
                <a:cubicBezTo>
                  <a:pt x="115729" y="35763"/>
                  <a:pt x="109972" y="30008"/>
                  <a:pt x="102870" y="30008"/>
                </a:cubicBezTo>
                <a:cubicBezTo>
                  <a:pt x="95768" y="30008"/>
                  <a:pt x="90011" y="35766"/>
                  <a:pt x="90011" y="42868"/>
                </a:cubicBezTo>
                <a:cubicBezTo>
                  <a:pt x="90011" y="49970"/>
                  <a:pt x="95768" y="55728"/>
                  <a:pt x="102870" y="55728"/>
                </a:cubicBezTo>
                <a:lnTo>
                  <a:pt x="102870" y="5572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79903"/>
            <a:ext cx="274320" cy="213360"/>
          </a:xfrm>
          <a:custGeom>
            <a:avLst/>
            <a:gdLst/>
            <a:ahLst/>
            <a:cxnLst/>
            <a:rect l="l" t="t" r="r" b="b"/>
            <a:pathLst>
              <a:path w="274320" h="213360">
                <a:moveTo>
                  <a:pt x="262889" y="0"/>
                </a:moveTo>
                <a:cubicBezTo>
                  <a:pt x="256555" y="0"/>
                  <a:pt x="251458" y="5095"/>
                  <a:pt x="251458" y="11430"/>
                </a:cubicBezTo>
                <a:lnTo>
                  <a:pt x="251458" y="14144"/>
                </a:lnTo>
                <a:lnTo>
                  <a:pt x="22859" y="76485"/>
                </a:lnTo>
                <a:lnTo>
                  <a:pt x="22859" y="72389"/>
                </a:lnTo>
                <a:cubicBezTo>
                  <a:pt x="22859" y="66054"/>
                  <a:pt x="17762" y="60959"/>
                  <a:pt x="11428" y="60959"/>
                </a:cubicBezTo>
                <a:cubicBezTo>
                  <a:pt x="5094" y="60959"/>
                  <a:pt x="-3" y="66054"/>
                  <a:pt x="-3" y="72389"/>
                </a:cubicBezTo>
                <a:lnTo>
                  <a:pt x="-3" y="82724"/>
                </a:lnTo>
                <a:lnTo>
                  <a:pt x="-3" y="91440"/>
                </a:lnTo>
                <a:lnTo>
                  <a:pt x="-3" y="121920"/>
                </a:lnTo>
                <a:lnTo>
                  <a:pt x="-3" y="130636"/>
                </a:lnTo>
                <a:lnTo>
                  <a:pt x="-3" y="140971"/>
                </a:lnTo>
                <a:cubicBezTo>
                  <a:pt x="-3" y="147306"/>
                  <a:pt x="5094" y="152401"/>
                  <a:pt x="11428" y="152401"/>
                </a:cubicBezTo>
                <a:cubicBezTo>
                  <a:pt x="17762" y="152401"/>
                  <a:pt x="22859" y="147306"/>
                  <a:pt x="22859" y="140971"/>
                </a:cubicBezTo>
                <a:lnTo>
                  <a:pt x="22859" y="136875"/>
                </a:lnTo>
                <a:lnTo>
                  <a:pt x="78867" y="152162"/>
                </a:lnTo>
                <a:cubicBezTo>
                  <a:pt x="77153" y="157020"/>
                  <a:pt x="76201" y="162211"/>
                  <a:pt x="76201" y="167639"/>
                </a:cubicBezTo>
                <a:cubicBezTo>
                  <a:pt x="76201" y="192880"/>
                  <a:pt x="96679" y="213360"/>
                  <a:pt x="121922" y="213360"/>
                </a:cubicBezTo>
                <a:cubicBezTo>
                  <a:pt x="144257" y="213360"/>
                  <a:pt x="162880" y="197358"/>
                  <a:pt x="166833" y="176165"/>
                </a:cubicBezTo>
                <a:lnTo>
                  <a:pt x="251464" y="199217"/>
                </a:lnTo>
                <a:lnTo>
                  <a:pt x="251464" y="201931"/>
                </a:lnTo>
                <a:cubicBezTo>
                  <a:pt x="251464" y="208265"/>
                  <a:pt x="256561" y="213360"/>
                  <a:pt x="262895" y="213360"/>
                </a:cubicBezTo>
                <a:cubicBezTo>
                  <a:pt x="269229" y="213360"/>
                  <a:pt x="274326" y="208265"/>
                  <a:pt x="274326" y="201931"/>
                </a:cubicBezTo>
                <a:lnTo>
                  <a:pt x="274326" y="190501"/>
                </a:lnTo>
                <a:lnTo>
                  <a:pt x="274326" y="22862"/>
                </a:lnTo>
                <a:lnTo>
                  <a:pt x="274326" y="11432"/>
                </a:lnTo>
                <a:cubicBezTo>
                  <a:pt x="274326" y="5097"/>
                  <a:pt x="269229" y="2"/>
                  <a:pt x="262895" y="2"/>
                </a:cubicBezTo>
                <a:lnTo>
                  <a:pt x="262889" y="0"/>
                </a:lnTo>
                <a:moveTo>
                  <a:pt x="251461" y="175546"/>
                </a:moveTo>
                <a:lnTo>
                  <a:pt x="22862" y="113205"/>
                </a:lnTo>
                <a:lnTo>
                  <a:pt x="22862" y="100202"/>
                </a:lnTo>
                <a:lnTo>
                  <a:pt x="251461" y="37814"/>
                </a:lnTo>
                <a:lnTo>
                  <a:pt x="251461" y="175546"/>
                </a:lnTo>
                <a:moveTo>
                  <a:pt x="99060" y="167639"/>
                </a:moveTo>
                <a:cubicBezTo>
                  <a:pt x="99060" y="164257"/>
                  <a:pt x="99773" y="161068"/>
                  <a:pt x="101109" y="158209"/>
                </a:cubicBezTo>
                <a:lnTo>
                  <a:pt x="144685" y="170067"/>
                </a:lnTo>
                <a:cubicBezTo>
                  <a:pt x="143447" y="181544"/>
                  <a:pt x="133731" y="190452"/>
                  <a:pt x="121968" y="190452"/>
                </a:cubicBezTo>
                <a:cubicBezTo>
                  <a:pt x="109347" y="190452"/>
                  <a:pt x="99109" y="180212"/>
                  <a:pt x="99109" y="167592"/>
                </a:cubicBezTo>
                <a:lnTo>
                  <a:pt x="99060" y="16763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候选人接触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主动沟通或人才池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初步评估匹配度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在线沟通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了解意向和背景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专业评估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面试邀约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安排面试时间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5" y="1605869"/>
            <a:ext cx="10918305" cy="534939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6" y="2143743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9525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2143743"/>
            <a:ext cx="10911840" cy="9525"/>
          </a:xfrm>
          <a:custGeom>
            <a:avLst/>
            <a:gdLst/>
            <a:ahLst/>
            <a:cxnLst/>
            <a:rect l="l" t="t" r="r" b="b"/>
            <a:pathLst>
              <a:path w="10911840" h="9525">
                <a:moveTo>
                  <a:pt x="0" y="0"/>
                </a:moveTo>
                <a:lnTo>
                  <a:pt x="10911840" y="9525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候选人来源管理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8876" y="2315048"/>
            <a:ext cx="4815843" cy="335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主动搜索匹配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精准定位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59" y="2326623"/>
            <a:ext cx="4815840" cy="3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候选人主动沟通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快速响应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1747" y="1743030"/>
            <a:ext cx="3884430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人才池挖掘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2285" y="1743030"/>
            <a:ext cx="3871508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主动来源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6"/>
                  <a:pt x="188036" y="0"/>
                  <a:pt x="419986" y="0"/>
                </a:cubicBezTo>
                <a:cubicBezTo>
                  <a:pt x="651936" y="0"/>
                  <a:pt x="839972" y="188036"/>
                  <a:pt x="839972" y="419986"/>
                </a:cubicBezTo>
                <a:cubicBezTo>
                  <a:pt x="839972" y="651936"/>
                  <a:pt x="651936" y="839972"/>
                  <a:pt x="419986" y="839972"/>
                </a:cubicBezTo>
                <a:cubicBezTo>
                  <a:pt x="188036" y="839972"/>
                  <a:pt x="0" y="651936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66014" y="1471563"/>
            <a:ext cx="659972" cy="74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110714" r="-110714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704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历史记录追溯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面试复盘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055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可点击编辑日期时间.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面试时间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2353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通过或淘汰.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面试结果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详细评估反馈.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面试评价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每轮面试官信息.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面试官记录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0" y="1462615"/>
            <a:ext cx="320040" cy="222907"/>
          </a:xfrm>
          <a:custGeom>
            <a:avLst/>
            <a:gdLst/>
            <a:ahLst/>
            <a:cxnLst/>
            <a:rect l="l" t="t" r="r" b="b"/>
            <a:pathLst>
              <a:path w="320040" h="222907">
                <a:moveTo>
                  <a:pt x="315006" y="5035"/>
                </a:moveTo>
                <a:cubicBezTo>
                  <a:pt x="321720" y="11749"/>
                  <a:pt x="321720" y="22605"/>
                  <a:pt x="315006" y="29248"/>
                </a:cubicBezTo>
                <a:lnTo>
                  <a:pt x="126454" y="217871"/>
                </a:lnTo>
                <a:cubicBezTo>
                  <a:pt x="119740" y="224585"/>
                  <a:pt x="108884" y="224585"/>
                  <a:pt x="102243" y="217871"/>
                </a:cubicBezTo>
                <a:lnTo>
                  <a:pt x="5037" y="120737"/>
                </a:lnTo>
                <a:cubicBezTo>
                  <a:pt x="-1677" y="114023"/>
                  <a:pt x="-1677" y="103168"/>
                  <a:pt x="5037" y="96525"/>
                </a:cubicBezTo>
                <a:cubicBezTo>
                  <a:pt x="11752" y="89883"/>
                  <a:pt x="22608" y="89811"/>
                  <a:pt x="29248" y="96525"/>
                </a:cubicBezTo>
                <a:lnTo>
                  <a:pt x="114241" y="181517"/>
                </a:lnTo>
                <a:lnTo>
                  <a:pt x="290724" y="5035"/>
                </a:lnTo>
                <a:cubicBezTo>
                  <a:pt x="297439" y="-1678"/>
                  <a:pt x="308294" y="-1678"/>
                  <a:pt x="314935" y="5035"/>
                </a:cubicBezTo>
                <a:lnTo>
                  <a:pt x="315006" y="503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13140" y="1414048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5055" y="1414048"/>
            <a:ext cx="300038" cy="320040"/>
          </a:xfrm>
          <a:custGeom>
            <a:avLst/>
            <a:gdLst/>
            <a:ahLst/>
            <a:cxnLst/>
            <a:rect l="l" t="t" r="r" b="b"/>
            <a:pathLst>
              <a:path w="300038" h="320040">
                <a:moveTo>
                  <a:pt x="150019" y="30004"/>
                </a:moveTo>
                <a:lnTo>
                  <a:pt x="260034" y="30004"/>
                </a:lnTo>
                <a:cubicBezTo>
                  <a:pt x="265533" y="30004"/>
                  <a:pt x="270034" y="34504"/>
                  <a:pt x="270034" y="40005"/>
                </a:cubicBezTo>
                <a:lnTo>
                  <a:pt x="270034" y="280035"/>
                </a:lnTo>
                <a:cubicBezTo>
                  <a:pt x="270034" y="285536"/>
                  <a:pt x="265533" y="290036"/>
                  <a:pt x="260034" y="290036"/>
                </a:cubicBezTo>
                <a:lnTo>
                  <a:pt x="150019" y="290036"/>
                </a:lnTo>
                <a:lnTo>
                  <a:pt x="150019" y="30004"/>
                </a:lnTo>
                <a:moveTo>
                  <a:pt x="120015" y="30004"/>
                </a:moveTo>
                <a:lnTo>
                  <a:pt x="120015" y="290036"/>
                </a:lnTo>
                <a:lnTo>
                  <a:pt x="80011" y="290036"/>
                </a:lnTo>
                <a:cubicBezTo>
                  <a:pt x="74511" y="290036"/>
                  <a:pt x="70011" y="285536"/>
                  <a:pt x="70011" y="280035"/>
                </a:cubicBezTo>
                <a:lnTo>
                  <a:pt x="70011" y="260033"/>
                </a:lnTo>
                <a:lnTo>
                  <a:pt x="85013" y="260033"/>
                </a:lnTo>
                <a:cubicBezTo>
                  <a:pt x="93327" y="260033"/>
                  <a:pt x="100015" y="253344"/>
                  <a:pt x="100015" y="245032"/>
                </a:cubicBezTo>
                <a:cubicBezTo>
                  <a:pt x="100015" y="236718"/>
                  <a:pt x="93327" y="230032"/>
                  <a:pt x="85013" y="230032"/>
                </a:cubicBezTo>
                <a:lnTo>
                  <a:pt x="70011" y="230032"/>
                </a:lnTo>
                <a:lnTo>
                  <a:pt x="70011" y="175027"/>
                </a:lnTo>
                <a:lnTo>
                  <a:pt x="85013" y="175027"/>
                </a:lnTo>
                <a:cubicBezTo>
                  <a:pt x="93327" y="175027"/>
                  <a:pt x="100015" y="168338"/>
                  <a:pt x="100015" y="160026"/>
                </a:cubicBezTo>
                <a:cubicBezTo>
                  <a:pt x="100015" y="151712"/>
                  <a:pt x="93327" y="145026"/>
                  <a:pt x="85013" y="145026"/>
                </a:cubicBezTo>
                <a:lnTo>
                  <a:pt x="70011" y="145026"/>
                </a:lnTo>
                <a:lnTo>
                  <a:pt x="70011" y="90021"/>
                </a:lnTo>
                <a:lnTo>
                  <a:pt x="85013" y="90021"/>
                </a:lnTo>
                <a:cubicBezTo>
                  <a:pt x="93327" y="90021"/>
                  <a:pt x="100015" y="83332"/>
                  <a:pt x="100015" y="75021"/>
                </a:cubicBezTo>
                <a:cubicBezTo>
                  <a:pt x="100015" y="66706"/>
                  <a:pt x="93327" y="60020"/>
                  <a:pt x="85013" y="60020"/>
                </a:cubicBezTo>
                <a:lnTo>
                  <a:pt x="70011" y="60020"/>
                </a:lnTo>
                <a:lnTo>
                  <a:pt x="70011" y="40018"/>
                </a:lnTo>
                <a:cubicBezTo>
                  <a:pt x="70011" y="34517"/>
                  <a:pt x="74511" y="30017"/>
                  <a:pt x="80011" y="30017"/>
                </a:cubicBezTo>
                <a:lnTo>
                  <a:pt x="120015" y="30004"/>
                </a:lnTo>
                <a:moveTo>
                  <a:pt x="40004" y="260033"/>
                </a:moveTo>
                <a:lnTo>
                  <a:pt x="40004" y="280035"/>
                </a:lnTo>
                <a:cubicBezTo>
                  <a:pt x="40004" y="302102"/>
                  <a:pt x="57943" y="320040"/>
                  <a:pt x="80008" y="320040"/>
                </a:cubicBezTo>
                <a:lnTo>
                  <a:pt x="260031" y="320040"/>
                </a:lnTo>
                <a:cubicBezTo>
                  <a:pt x="282095" y="320040"/>
                  <a:pt x="300035" y="302102"/>
                  <a:pt x="300035" y="280035"/>
                </a:cubicBezTo>
                <a:lnTo>
                  <a:pt x="300035" y="40005"/>
                </a:lnTo>
                <a:cubicBezTo>
                  <a:pt x="300035" y="17938"/>
                  <a:pt x="282095" y="0"/>
                  <a:pt x="260031" y="0"/>
                </a:cubicBezTo>
                <a:lnTo>
                  <a:pt x="80008" y="0"/>
                </a:lnTo>
                <a:cubicBezTo>
                  <a:pt x="57943" y="0"/>
                  <a:pt x="40004" y="17938"/>
                  <a:pt x="40004" y="40005"/>
                </a:cubicBezTo>
                <a:lnTo>
                  <a:pt x="40004" y="60008"/>
                </a:lnTo>
                <a:lnTo>
                  <a:pt x="15002" y="60008"/>
                </a:lnTo>
                <a:cubicBezTo>
                  <a:pt x="6688" y="60008"/>
                  <a:pt x="0" y="66696"/>
                  <a:pt x="0" y="75011"/>
                </a:cubicBezTo>
                <a:cubicBezTo>
                  <a:pt x="0" y="83326"/>
                  <a:pt x="6688" y="90014"/>
                  <a:pt x="15002" y="90014"/>
                </a:cubicBezTo>
                <a:lnTo>
                  <a:pt x="40004" y="90014"/>
                </a:lnTo>
                <a:lnTo>
                  <a:pt x="40004" y="145023"/>
                </a:lnTo>
                <a:lnTo>
                  <a:pt x="15002" y="145023"/>
                </a:lnTo>
                <a:cubicBezTo>
                  <a:pt x="6688" y="145023"/>
                  <a:pt x="0" y="151712"/>
                  <a:pt x="0" y="160026"/>
                </a:cubicBezTo>
                <a:cubicBezTo>
                  <a:pt x="0" y="168341"/>
                  <a:pt x="6688" y="175030"/>
                  <a:pt x="15002" y="175030"/>
                </a:cubicBezTo>
                <a:lnTo>
                  <a:pt x="40004" y="175030"/>
                </a:lnTo>
                <a:lnTo>
                  <a:pt x="40004" y="230038"/>
                </a:lnTo>
                <a:lnTo>
                  <a:pt x="15002" y="230038"/>
                </a:lnTo>
                <a:cubicBezTo>
                  <a:pt x="6688" y="230038"/>
                  <a:pt x="0" y="236727"/>
                  <a:pt x="0" y="245042"/>
                </a:cubicBezTo>
                <a:cubicBezTo>
                  <a:pt x="0" y="253357"/>
                  <a:pt x="6688" y="260045"/>
                  <a:pt x="15002" y="260045"/>
                </a:cubicBezTo>
                <a:lnTo>
                  <a:pt x="40004" y="26003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3135" y="3905970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0" y="40006"/>
                </a:moveTo>
                <a:cubicBezTo>
                  <a:pt x="0" y="17942"/>
                  <a:pt x="17938" y="0"/>
                  <a:pt x="40005" y="0"/>
                </a:cubicBezTo>
                <a:lnTo>
                  <a:pt x="122579" y="0"/>
                </a:lnTo>
                <a:cubicBezTo>
                  <a:pt x="134516" y="0"/>
                  <a:pt x="145957" y="4749"/>
                  <a:pt x="154394" y="13190"/>
                </a:cubicBezTo>
                <a:lnTo>
                  <a:pt x="181210" y="40006"/>
                </a:lnTo>
                <a:lnTo>
                  <a:pt x="280035" y="40006"/>
                </a:lnTo>
                <a:cubicBezTo>
                  <a:pt x="302102" y="40006"/>
                  <a:pt x="320040" y="57945"/>
                  <a:pt x="320040" y="80012"/>
                </a:cubicBezTo>
                <a:lnTo>
                  <a:pt x="320040" y="240032"/>
                </a:lnTo>
                <a:cubicBezTo>
                  <a:pt x="320040" y="262096"/>
                  <a:pt x="302102" y="280038"/>
                  <a:pt x="280035" y="280038"/>
                </a:cubicBezTo>
                <a:lnTo>
                  <a:pt x="40005" y="280038"/>
                </a:lnTo>
                <a:cubicBezTo>
                  <a:pt x="17938" y="280038"/>
                  <a:pt x="0" y="262099"/>
                  <a:pt x="0" y="240032"/>
                </a:cubicBezTo>
                <a:lnTo>
                  <a:pt x="0" y="40006"/>
                </a:lnTo>
                <a:moveTo>
                  <a:pt x="40005" y="30003"/>
                </a:moveTo>
                <a:cubicBezTo>
                  <a:pt x="34504" y="30003"/>
                  <a:pt x="30004" y="34503"/>
                  <a:pt x="30004" y="40003"/>
                </a:cubicBezTo>
                <a:lnTo>
                  <a:pt x="30004" y="240029"/>
                </a:lnTo>
                <a:cubicBezTo>
                  <a:pt x="30004" y="245529"/>
                  <a:pt x="34504" y="250029"/>
                  <a:pt x="40005" y="250029"/>
                </a:cubicBezTo>
                <a:lnTo>
                  <a:pt x="280035" y="250029"/>
                </a:lnTo>
                <a:cubicBezTo>
                  <a:pt x="285536" y="250029"/>
                  <a:pt x="290036" y="245529"/>
                  <a:pt x="290036" y="240029"/>
                </a:cubicBezTo>
                <a:lnTo>
                  <a:pt x="290036" y="80009"/>
                </a:lnTo>
                <a:cubicBezTo>
                  <a:pt x="290036" y="74509"/>
                  <a:pt x="285536" y="70009"/>
                  <a:pt x="280035" y="70009"/>
                </a:cubicBezTo>
                <a:lnTo>
                  <a:pt x="179149" y="70009"/>
                </a:lnTo>
                <a:cubicBezTo>
                  <a:pt x="172524" y="70009"/>
                  <a:pt x="166146" y="67385"/>
                  <a:pt x="161460" y="62694"/>
                </a:cubicBezTo>
                <a:lnTo>
                  <a:pt x="133207" y="34377"/>
                </a:lnTo>
                <a:cubicBezTo>
                  <a:pt x="130394" y="31566"/>
                  <a:pt x="126582" y="30003"/>
                  <a:pt x="122582" y="30003"/>
                </a:cubicBezTo>
                <a:lnTo>
                  <a:pt x="40005" y="300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5057" y="3885967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03243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状态流转可视化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03243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状态流转可视化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03243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日期时间选择器交互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3243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日期时间选择器交互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03243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面试时间可点击编辑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03243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面试时间编辑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03243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候选人列表展示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3243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候选人列表展示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165" y="5126172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91440" y="34290"/>
                </a:moveTo>
                <a:cubicBezTo>
                  <a:pt x="104063" y="34290"/>
                  <a:pt x="114300" y="44526"/>
                  <a:pt x="114300" y="57151"/>
                </a:cubicBezTo>
                <a:cubicBezTo>
                  <a:pt x="114300" y="69777"/>
                  <a:pt x="104063" y="80012"/>
                  <a:pt x="91440" y="80012"/>
                </a:cubicBezTo>
                <a:cubicBezTo>
                  <a:pt x="78817" y="80012"/>
                  <a:pt x="68580" y="69777"/>
                  <a:pt x="68580" y="57151"/>
                </a:cubicBezTo>
                <a:cubicBezTo>
                  <a:pt x="68580" y="44526"/>
                  <a:pt x="78817" y="34290"/>
                  <a:pt x="91440" y="34290"/>
                </a:cubicBezTo>
                <a:lnTo>
                  <a:pt x="91440" y="34290"/>
                </a:lnTo>
                <a:moveTo>
                  <a:pt x="108585" y="111659"/>
                </a:moveTo>
                <a:cubicBezTo>
                  <a:pt x="131802" y="104372"/>
                  <a:pt x="148590" y="82728"/>
                  <a:pt x="148590" y="57151"/>
                </a:cubicBezTo>
                <a:cubicBezTo>
                  <a:pt x="148590" y="25577"/>
                  <a:pt x="123014" y="0"/>
                  <a:pt x="91440" y="0"/>
                </a:cubicBezTo>
                <a:cubicBezTo>
                  <a:pt x="59866" y="0"/>
                  <a:pt x="34290" y="25573"/>
                  <a:pt x="34290" y="57151"/>
                </a:cubicBezTo>
                <a:cubicBezTo>
                  <a:pt x="34290" y="82725"/>
                  <a:pt x="51078" y="104372"/>
                  <a:pt x="74295" y="111659"/>
                </a:cubicBezTo>
                <a:lnTo>
                  <a:pt x="74295" y="154308"/>
                </a:lnTo>
                <a:lnTo>
                  <a:pt x="17145" y="154308"/>
                </a:lnTo>
                <a:cubicBezTo>
                  <a:pt x="7644" y="154308"/>
                  <a:pt x="0" y="161952"/>
                  <a:pt x="0" y="171453"/>
                </a:cubicBezTo>
                <a:cubicBezTo>
                  <a:pt x="0" y="180955"/>
                  <a:pt x="7644" y="188598"/>
                  <a:pt x="17145" y="188598"/>
                </a:cubicBezTo>
                <a:lnTo>
                  <a:pt x="211455" y="188598"/>
                </a:lnTo>
                <a:lnTo>
                  <a:pt x="211455" y="231245"/>
                </a:lnTo>
                <a:cubicBezTo>
                  <a:pt x="188238" y="238532"/>
                  <a:pt x="171450" y="260175"/>
                  <a:pt x="171450" y="285752"/>
                </a:cubicBezTo>
                <a:cubicBezTo>
                  <a:pt x="171450" y="317327"/>
                  <a:pt x="197026" y="342903"/>
                  <a:pt x="228600" y="342903"/>
                </a:cubicBezTo>
                <a:cubicBezTo>
                  <a:pt x="260174" y="342903"/>
                  <a:pt x="285750" y="317330"/>
                  <a:pt x="285750" y="285752"/>
                </a:cubicBezTo>
                <a:cubicBezTo>
                  <a:pt x="285750" y="260179"/>
                  <a:pt x="268962" y="238532"/>
                  <a:pt x="245745" y="231245"/>
                </a:cubicBezTo>
                <a:lnTo>
                  <a:pt x="245745" y="188598"/>
                </a:lnTo>
                <a:lnTo>
                  <a:pt x="440055" y="188598"/>
                </a:lnTo>
                <a:cubicBezTo>
                  <a:pt x="449556" y="188598"/>
                  <a:pt x="457200" y="180955"/>
                  <a:pt x="457200" y="171453"/>
                </a:cubicBezTo>
                <a:cubicBezTo>
                  <a:pt x="457200" y="161952"/>
                  <a:pt x="449556" y="154308"/>
                  <a:pt x="440055" y="154308"/>
                </a:cubicBezTo>
                <a:lnTo>
                  <a:pt x="382905" y="154308"/>
                </a:lnTo>
                <a:lnTo>
                  <a:pt x="382905" y="111659"/>
                </a:lnTo>
                <a:cubicBezTo>
                  <a:pt x="406122" y="104372"/>
                  <a:pt x="422910" y="82728"/>
                  <a:pt x="422910" y="57151"/>
                </a:cubicBezTo>
                <a:cubicBezTo>
                  <a:pt x="422910" y="25577"/>
                  <a:pt x="397334" y="0"/>
                  <a:pt x="365760" y="0"/>
                </a:cubicBezTo>
                <a:cubicBezTo>
                  <a:pt x="334186" y="0"/>
                  <a:pt x="308610" y="25573"/>
                  <a:pt x="308610" y="57151"/>
                </a:cubicBezTo>
                <a:cubicBezTo>
                  <a:pt x="308610" y="82725"/>
                  <a:pt x="325398" y="104372"/>
                  <a:pt x="348615" y="111659"/>
                </a:cubicBezTo>
                <a:lnTo>
                  <a:pt x="348615" y="154308"/>
                </a:lnTo>
                <a:lnTo>
                  <a:pt x="108585" y="154308"/>
                </a:lnTo>
                <a:lnTo>
                  <a:pt x="108585" y="111659"/>
                </a:lnTo>
                <a:moveTo>
                  <a:pt x="228600" y="308610"/>
                </a:moveTo>
                <a:cubicBezTo>
                  <a:pt x="215977" y="308610"/>
                  <a:pt x="205740" y="298374"/>
                  <a:pt x="205740" y="285749"/>
                </a:cubicBezTo>
                <a:cubicBezTo>
                  <a:pt x="205740" y="273123"/>
                  <a:pt x="215977" y="262888"/>
                  <a:pt x="228600" y="262888"/>
                </a:cubicBezTo>
                <a:cubicBezTo>
                  <a:pt x="241223" y="262888"/>
                  <a:pt x="251460" y="273123"/>
                  <a:pt x="251460" y="285749"/>
                </a:cubicBezTo>
                <a:cubicBezTo>
                  <a:pt x="251460" y="298374"/>
                  <a:pt x="241223" y="308610"/>
                  <a:pt x="228600" y="308610"/>
                </a:cubicBezTo>
                <a:moveTo>
                  <a:pt x="342900" y="57151"/>
                </a:moveTo>
                <a:cubicBezTo>
                  <a:pt x="342900" y="44526"/>
                  <a:pt x="353137" y="34290"/>
                  <a:pt x="365760" y="34290"/>
                </a:cubicBezTo>
                <a:cubicBezTo>
                  <a:pt x="378383" y="34290"/>
                  <a:pt x="388620" y="44526"/>
                  <a:pt x="388620" y="57151"/>
                </a:cubicBezTo>
                <a:cubicBezTo>
                  <a:pt x="388620" y="69777"/>
                  <a:pt x="378383" y="80012"/>
                  <a:pt x="365760" y="80012"/>
                </a:cubicBezTo>
                <a:cubicBezTo>
                  <a:pt x="353137" y="80012"/>
                  <a:pt x="342900" y="69777"/>
                  <a:pt x="342900" y="57151"/>
                </a:cubicBezTo>
                <a:lnTo>
                  <a:pt x="342900" y="5715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946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4338" y="228600"/>
                </a:moveTo>
                <a:cubicBezTo>
                  <a:pt x="414338" y="331182"/>
                  <a:pt x="331182" y="414338"/>
                  <a:pt x="228600" y="414338"/>
                </a:cubicBezTo>
                <a:cubicBezTo>
                  <a:pt x="126018" y="414338"/>
                  <a:pt x="42863" y="331182"/>
                  <a:pt x="42863" y="228600"/>
                </a:cubicBezTo>
                <a:cubicBezTo>
                  <a:pt x="42863" y="126018"/>
                  <a:pt x="126018" y="42863"/>
                  <a:pt x="228600" y="42863"/>
                </a:cubicBezTo>
                <a:cubicBezTo>
                  <a:pt x="331182" y="42863"/>
                  <a:pt x="414338" y="126018"/>
                  <a:pt x="414338" y="228600"/>
                </a:cubicBezTo>
                <a:moveTo>
                  <a:pt x="0" y="228600"/>
                </a:moveTo>
                <a:cubicBezTo>
                  <a:pt x="0" y="354851"/>
                  <a:pt x="102349" y="457200"/>
                  <a:pt x="228600" y="457200"/>
                </a:cubicBezTo>
                <a:cubicBezTo>
                  <a:pt x="354851" y="457200"/>
                  <a:pt x="457200" y="354851"/>
                  <a:pt x="457200" y="228600"/>
                </a:cubicBezTo>
                <a:cubicBezTo>
                  <a:pt x="457200" y="102349"/>
                  <a:pt x="354851" y="0"/>
                  <a:pt x="228600" y="0"/>
                </a:cubicBezTo>
                <a:cubicBezTo>
                  <a:pt x="102349" y="0"/>
                  <a:pt x="0" y="102349"/>
                  <a:pt x="0" y="228600"/>
                </a:cubicBezTo>
                <a:moveTo>
                  <a:pt x="207171" y="107159"/>
                </a:moveTo>
                <a:lnTo>
                  <a:pt x="207171" y="228605"/>
                </a:lnTo>
                <a:cubicBezTo>
                  <a:pt x="207171" y="235751"/>
                  <a:pt x="210742" y="242444"/>
                  <a:pt x="216727" y="246463"/>
                </a:cubicBezTo>
                <a:lnTo>
                  <a:pt x="302452" y="303613"/>
                </a:lnTo>
                <a:cubicBezTo>
                  <a:pt x="312272" y="310219"/>
                  <a:pt x="325581" y="307540"/>
                  <a:pt x="332188" y="297628"/>
                </a:cubicBezTo>
                <a:cubicBezTo>
                  <a:pt x="338794" y="287716"/>
                  <a:pt x="336115" y="274498"/>
                  <a:pt x="326203" y="267892"/>
                </a:cubicBezTo>
                <a:lnTo>
                  <a:pt x="250034" y="217170"/>
                </a:lnTo>
                <a:lnTo>
                  <a:pt x="250034" y="107159"/>
                </a:lnTo>
                <a:cubicBezTo>
                  <a:pt x="250034" y="95280"/>
                  <a:pt x="240478" y="85730"/>
                  <a:pt x="228605" y="85730"/>
                </a:cubicBezTo>
                <a:cubicBezTo>
                  <a:pt x="216727" y="85730"/>
                  <a:pt x="207176" y="95285"/>
                  <a:pt x="207176" y="107163"/>
                </a:cubicBezTo>
                <a:lnTo>
                  <a:pt x="207171" y="10715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8654" y="277950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79" y="1641067"/>
            <a:ext cx="457200" cy="383458"/>
          </a:xfrm>
          <a:custGeom>
            <a:avLst/>
            <a:gdLst/>
            <a:ahLst/>
            <a:cxnLst/>
            <a:rect l="l" t="t" r="r" b="b"/>
            <a:pathLst>
              <a:path w="457200" h="383458">
                <a:moveTo>
                  <a:pt x="22124" y="0"/>
                </a:moveTo>
                <a:cubicBezTo>
                  <a:pt x="9866" y="0"/>
                  <a:pt x="0" y="9863"/>
                  <a:pt x="0" y="22122"/>
                </a:cubicBezTo>
                <a:lnTo>
                  <a:pt x="0" y="66365"/>
                </a:lnTo>
                <a:cubicBezTo>
                  <a:pt x="0" y="78624"/>
                  <a:pt x="9862" y="88487"/>
                  <a:pt x="22124" y="88487"/>
                </a:cubicBezTo>
                <a:lnTo>
                  <a:pt x="66367" y="88487"/>
                </a:lnTo>
                <a:cubicBezTo>
                  <a:pt x="78625" y="88487"/>
                  <a:pt x="88491" y="78624"/>
                  <a:pt x="88491" y="66365"/>
                </a:cubicBezTo>
                <a:lnTo>
                  <a:pt x="88491" y="22122"/>
                </a:lnTo>
                <a:cubicBezTo>
                  <a:pt x="88491" y="9863"/>
                  <a:pt x="78629" y="0"/>
                  <a:pt x="66367" y="0"/>
                </a:cubicBezTo>
                <a:lnTo>
                  <a:pt x="22124" y="0"/>
                </a:lnTo>
                <a:moveTo>
                  <a:pt x="154858" y="22122"/>
                </a:moveTo>
                <a:cubicBezTo>
                  <a:pt x="142601" y="22122"/>
                  <a:pt x="132734" y="31984"/>
                  <a:pt x="132734" y="44243"/>
                </a:cubicBezTo>
                <a:cubicBezTo>
                  <a:pt x="132734" y="56503"/>
                  <a:pt x="142596" y="66365"/>
                  <a:pt x="154858" y="66365"/>
                </a:cubicBezTo>
                <a:lnTo>
                  <a:pt x="435076" y="66365"/>
                </a:lnTo>
                <a:cubicBezTo>
                  <a:pt x="447334" y="66365"/>
                  <a:pt x="457200" y="56503"/>
                  <a:pt x="457200" y="44243"/>
                </a:cubicBezTo>
                <a:cubicBezTo>
                  <a:pt x="457200" y="31984"/>
                  <a:pt x="447338" y="22122"/>
                  <a:pt x="435076" y="22122"/>
                </a:cubicBezTo>
                <a:lnTo>
                  <a:pt x="154858" y="22122"/>
                </a:lnTo>
                <a:moveTo>
                  <a:pt x="154858" y="169607"/>
                </a:moveTo>
                <a:cubicBezTo>
                  <a:pt x="142601" y="169607"/>
                  <a:pt x="132734" y="179470"/>
                  <a:pt x="132734" y="191729"/>
                </a:cubicBezTo>
                <a:cubicBezTo>
                  <a:pt x="132734" y="203988"/>
                  <a:pt x="142596" y="213851"/>
                  <a:pt x="154858" y="213851"/>
                </a:cubicBezTo>
                <a:lnTo>
                  <a:pt x="435076" y="213851"/>
                </a:lnTo>
                <a:cubicBezTo>
                  <a:pt x="447334" y="213851"/>
                  <a:pt x="457200" y="203988"/>
                  <a:pt x="457200" y="191729"/>
                </a:cubicBezTo>
                <a:cubicBezTo>
                  <a:pt x="457200" y="179470"/>
                  <a:pt x="447338" y="169607"/>
                  <a:pt x="435076" y="169607"/>
                </a:cubicBezTo>
                <a:lnTo>
                  <a:pt x="154858" y="169607"/>
                </a:lnTo>
                <a:moveTo>
                  <a:pt x="154858" y="317089"/>
                </a:moveTo>
                <a:cubicBezTo>
                  <a:pt x="142601" y="317089"/>
                  <a:pt x="132734" y="326952"/>
                  <a:pt x="132734" y="339211"/>
                </a:cubicBezTo>
                <a:cubicBezTo>
                  <a:pt x="132734" y="351470"/>
                  <a:pt x="142596" y="361333"/>
                  <a:pt x="154858" y="361333"/>
                </a:cubicBezTo>
                <a:lnTo>
                  <a:pt x="435076" y="361333"/>
                </a:lnTo>
                <a:cubicBezTo>
                  <a:pt x="447334" y="361333"/>
                  <a:pt x="457200" y="351470"/>
                  <a:pt x="457200" y="339211"/>
                </a:cubicBezTo>
                <a:cubicBezTo>
                  <a:pt x="457200" y="326952"/>
                  <a:pt x="447338" y="317089"/>
                  <a:pt x="435076" y="317089"/>
                </a:cubicBezTo>
                <a:lnTo>
                  <a:pt x="154858" y="317089"/>
                </a:lnTo>
                <a:moveTo>
                  <a:pt x="0" y="169607"/>
                </a:moveTo>
                <a:lnTo>
                  <a:pt x="0" y="213851"/>
                </a:lnTo>
                <a:cubicBezTo>
                  <a:pt x="0" y="226110"/>
                  <a:pt x="9862" y="235972"/>
                  <a:pt x="22124" y="235972"/>
                </a:cubicBezTo>
                <a:lnTo>
                  <a:pt x="66367" y="235972"/>
                </a:lnTo>
                <a:cubicBezTo>
                  <a:pt x="78625" y="235972"/>
                  <a:pt x="88491" y="226110"/>
                  <a:pt x="88491" y="213851"/>
                </a:cubicBezTo>
                <a:lnTo>
                  <a:pt x="88491" y="169607"/>
                </a:lnTo>
                <a:cubicBezTo>
                  <a:pt x="88491" y="157348"/>
                  <a:pt x="78629" y="147486"/>
                  <a:pt x="66367" y="147486"/>
                </a:cubicBezTo>
                <a:lnTo>
                  <a:pt x="22124" y="147486"/>
                </a:lnTo>
                <a:cubicBezTo>
                  <a:pt x="9866" y="147486"/>
                  <a:pt x="0" y="157348"/>
                  <a:pt x="0" y="169607"/>
                </a:cubicBezTo>
                <a:lnTo>
                  <a:pt x="0" y="169607"/>
                </a:lnTo>
                <a:moveTo>
                  <a:pt x="22124" y="294967"/>
                </a:moveTo>
                <a:cubicBezTo>
                  <a:pt x="9866" y="294967"/>
                  <a:pt x="0" y="304830"/>
                  <a:pt x="0" y="317089"/>
                </a:cubicBezTo>
                <a:lnTo>
                  <a:pt x="0" y="361333"/>
                </a:lnTo>
                <a:cubicBezTo>
                  <a:pt x="0" y="373592"/>
                  <a:pt x="9862" y="383454"/>
                  <a:pt x="22124" y="383454"/>
                </a:cubicBezTo>
                <a:lnTo>
                  <a:pt x="66367" y="383454"/>
                </a:lnTo>
                <a:cubicBezTo>
                  <a:pt x="78625" y="383454"/>
                  <a:pt x="88491" y="373592"/>
                  <a:pt x="88491" y="361333"/>
                </a:cubicBezTo>
                <a:lnTo>
                  <a:pt x="88491" y="317089"/>
                </a:lnTo>
                <a:cubicBezTo>
                  <a:pt x="88491" y="304830"/>
                  <a:pt x="78629" y="294967"/>
                  <a:pt x="66367" y="294967"/>
                </a:cubicBezTo>
                <a:lnTo>
                  <a:pt x="22124" y="29496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95615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根据各阶段数据和分析结果，自动生成针对性优化建议，提升招聘漏斗整体性能。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5615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优化建议生成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95616" y="2120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明确招聘流程中的瓶颈环节，为针对性改进提供依据。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95616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瓶颈环节识别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342" y="510340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深入分析招聘过程中候选人流失的原因，找出影响招聘效果的关键因素。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73343" y="4664803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流失原因分析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2597" y="3625083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对招聘漏斗中每个阶段的转换率进行了详细统计，帮助识别效率高低。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2597" y="3163725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各阶段转化率统计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73343" y="21147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40404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完整招聘漏斗的各个阶段清晰可见，方便整体把控招聘流程。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73343" y="166276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完整招聘漏斗展示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79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4657245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30866" y="163560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30866" y="3161320"/>
            <a:ext cx="548640" cy="54864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95172" y="3275620"/>
            <a:ext cx="220028" cy="320040"/>
          </a:xfrm>
          <a:custGeom>
            <a:avLst/>
            <a:gdLst/>
            <a:ahLst/>
            <a:cxnLst/>
            <a:rect l="l" t="t" r="r" b="b"/>
            <a:pathLst>
              <a:path w="220028" h="320040">
                <a:moveTo>
                  <a:pt x="175771" y="155581"/>
                </a:moveTo>
                <a:cubicBezTo>
                  <a:pt x="184773" y="142706"/>
                  <a:pt x="190022" y="127014"/>
                  <a:pt x="190022" y="110014"/>
                </a:cubicBezTo>
                <a:cubicBezTo>
                  <a:pt x="190022" y="65819"/>
                  <a:pt x="154206" y="30004"/>
                  <a:pt x="110012" y="30004"/>
                </a:cubicBezTo>
                <a:cubicBezTo>
                  <a:pt x="65819" y="30004"/>
                  <a:pt x="30001" y="65819"/>
                  <a:pt x="30001" y="110014"/>
                </a:cubicBezTo>
                <a:cubicBezTo>
                  <a:pt x="30001" y="127014"/>
                  <a:pt x="35251" y="142706"/>
                  <a:pt x="44252" y="155581"/>
                </a:cubicBezTo>
                <a:cubicBezTo>
                  <a:pt x="46565" y="158893"/>
                  <a:pt x="49315" y="162644"/>
                  <a:pt x="52252" y="166645"/>
                </a:cubicBezTo>
                <a:lnTo>
                  <a:pt x="52252" y="166645"/>
                </a:lnTo>
                <a:cubicBezTo>
                  <a:pt x="60316" y="177709"/>
                  <a:pt x="69943" y="190961"/>
                  <a:pt x="77131" y="204026"/>
                </a:cubicBezTo>
                <a:cubicBezTo>
                  <a:pt x="83633" y="215902"/>
                  <a:pt x="86944" y="228278"/>
                  <a:pt x="88570" y="239966"/>
                </a:cubicBezTo>
                <a:lnTo>
                  <a:pt x="58129" y="240030"/>
                </a:lnTo>
                <a:cubicBezTo>
                  <a:pt x="56754" y="232528"/>
                  <a:pt x="54442" y="225215"/>
                  <a:pt x="50754" y="218466"/>
                </a:cubicBezTo>
                <a:cubicBezTo>
                  <a:pt x="44565" y="207213"/>
                  <a:pt x="36877" y="196652"/>
                  <a:pt x="29189" y="186087"/>
                </a:cubicBezTo>
                <a:lnTo>
                  <a:pt x="29189" y="186087"/>
                </a:lnTo>
                <a:lnTo>
                  <a:pt x="29189" y="186087"/>
                </a:lnTo>
                <a:cubicBezTo>
                  <a:pt x="25939" y="181648"/>
                  <a:pt x="22687" y="177213"/>
                  <a:pt x="19563" y="172710"/>
                </a:cubicBezTo>
                <a:cubicBezTo>
                  <a:pt x="7248" y="154957"/>
                  <a:pt x="-2" y="133329"/>
                  <a:pt x="-2" y="110014"/>
                </a:cubicBezTo>
                <a:cubicBezTo>
                  <a:pt x="-2" y="49257"/>
                  <a:pt x="49253" y="0"/>
                  <a:pt x="110012" y="0"/>
                </a:cubicBezTo>
                <a:cubicBezTo>
                  <a:pt x="170770" y="0"/>
                  <a:pt x="220025" y="49257"/>
                  <a:pt x="220025" y="110014"/>
                </a:cubicBezTo>
                <a:cubicBezTo>
                  <a:pt x="220025" y="133329"/>
                  <a:pt x="212776" y="154957"/>
                  <a:pt x="200399" y="172710"/>
                </a:cubicBezTo>
                <a:cubicBezTo>
                  <a:pt x="197275" y="177209"/>
                  <a:pt x="194023" y="181648"/>
                  <a:pt x="190773" y="186087"/>
                </a:cubicBezTo>
                <a:lnTo>
                  <a:pt x="190773" y="186087"/>
                </a:lnTo>
                <a:lnTo>
                  <a:pt x="190773" y="186087"/>
                </a:lnTo>
                <a:cubicBezTo>
                  <a:pt x="183085" y="196588"/>
                  <a:pt x="175395" y="207152"/>
                  <a:pt x="169208" y="218466"/>
                </a:cubicBezTo>
                <a:cubicBezTo>
                  <a:pt x="165520" y="225215"/>
                  <a:pt x="163208" y="232531"/>
                  <a:pt x="161833" y="240030"/>
                </a:cubicBezTo>
                <a:lnTo>
                  <a:pt x="131453" y="240030"/>
                </a:lnTo>
                <a:cubicBezTo>
                  <a:pt x="133079" y="228342"/>
                  <a:pt x="136391" y="215902"/>
                  <a:pt x="142893" y="204090"/>
                </a:cubicBezTo>
                <a:cubicBezTo>
                  <a:pt x="150081" y="191025"/>
                  <a:pt x="159707" y="177773"/>
                  <a:pt x="167771" y="166709"/>
                </a:cubicBezTo>
                <a:lnTo>
                  <a:pt x="167771" y="166709"/>
                </a:lnTo>
                <a:lnTo>
                  <a:pt x="167771" y="166709"/>
                </a:lnTo>
                <a:lnTo>
                  <a:pt x="167771" y="166709"/>
                </a:lnTo>
                <a:cubicBezTo>
                  <a:pt x="170709" y="162708"/>
                  <a:pt x="173397" y="158957"/>
                  <a:pt x="175710" y="155645"/>
                </a:cubicBezTo>
                <a:lnTo>
                  <a:pt x="175771" y="155581"/>
                </a:lnTo>
              </a:path>
              <a:path w="220028" h="320040">
                <a:moveTo>
                  <a:pt x="110014" y="80010"/>
                </a:moveTo>
                <a:cubicBezTo>
                  <a:pt x="93450" y="80010"/>
                  <a:pt x="80011" y="93448"/>
                  <a:pt x="80011" y="110014"/>
                </a:cubicBezTo>
                <a:cubicBezTo>
                  <a:pt x="80011" y="115515"/>
                  <a:pt x="75511" y="120015"/>
                  <a:pt x="70010" y="120015"/>
                </a:cubicBezTo>
                <a:cubicBezTo>
                  <a:pt x="64510" y="120015"/>
                  <a:pt x="60010" y="115515"/>
                  <a:pt x="60010" y="110014"/>
                </a:cubicBezTo>
                <a:cubicBezTo>
                  <a:pt x="60010" y="82385"/>
                  <a:pt x="82387" y="60008"/>
                  <a:pt x="110016" y="60008"/>
                </a:cubicBezTo>
                <a:cubicBezTo>
                  <a:pt x="115517" y="60008"/>
                  <a:pt x="120016" y="64507"/>
                  <a:pt x="120016" y="70009"/>
                </a:cubicBezTo>
                <a:cubicBezTo>
                  <a:pt x="120016" y="75510"/>
                  <a:pt x="115517" y="80010"/>
                  <a:pt x="110016" y="80010"/>
                </a:cubicBezTo>
                <a:lnTo>
                  <a:pt x="110014" y="80010"/>
                </a:lnTo>
              </a:path>
              <a:path w="220028" h="320040">
                <a:moveTo>
                  <a:pt x="110014" y="320040"/>
                </a:moveTo>
                <a:cubicBezTo>
                  <a:pt x="82385" y="320040"/>
                  <a:pt x="60008" y="297663"/>
                  <a:pt x="60008" y="270034"/>
                </a:cubicBezTo>
                <a:lnTo>
                  <a:pt x="60008" y="260033"/>
                </a:lnTo>
                <a:lnTo>
                  <a:pt x="160022" y="260033"/>
                </a:lnTo>
                <a:lnTo>
                  <a:pt x="160022" y="270034"/>
                </a:lnTo>
                <a:cubicBezTo>
                  <a:pt x="160022" y="297663"/>
                  <a:pt x="137645" y="320040"/>
                  <a:pt x="110016" y="320040"/>
                </a:cubicBezTo>
                <a:lnTo>
                  <a:pt x="110014" y="32004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51951" y="1749900"/>
            <a:ext cx="306469" cy="320040"/>
          </a:xfrm>
          <a:custGeom>
            <a:avLst/>
            <a:gdLst/>
            <a:ahLst/>
            <a:cxnLst/>
            <a:rect l="l" t="t" r="r" b="b"/>
            <a:pathLst>
              <a:path w="306469" h="320040">
                <a:moveTo>
                  <a:pt x="153238" y="0"/>
                </a:moveTo>
                <a:cubicBezTo>
                  <a:pt x="163863" y="0"/>
                  <a:pt x="174240" y="1063"/>
                  <a:pt x="184366" y="3002"/>
                </a:cubicBezTo>
                <a:cubicBezTo>
                  <a:pt x="189303" y="3940"/>
                  <a:pt x="197991" y="6814"/>
                  <a:pt x="202742" y="15567"/>
                </a:cubicBezTo>
                <a:cubicBezTo>
                  <a:pt x="203992" y="17881"/>
                  <a:pt x="204991" y="20316"/>
                  <a:pt x="205616" y="22944"/>
                </a:cubicBezTo>
                <a:lnTo>
                  <a:pt x="211430" y="47011"/>
                </a:lnTo>
                <a:cubicBezTo>
                  <a:pt x="212307" y="50637"/>
                  <a:pt x="218430" y="54199"/>
                  <a:pt x="221994" y="53136"/>
                </a:cubicBezTo>
                <a:lnTo>
                  <a:pt x="245748" y="46134"/>
                </a:lnTo>
                <a:cubicBezTo>
                  <a:pt x="248249" y="45385"/>
                  <a:pt x="250811" y="45007"/>
                  <a:pt x="253373" y="44946"/>
                </a:cubicBezTo>
                <a:cubicBezTo>
                  <a:pt x="263438" y="44633"/>
                  <a:pt x="270251" y="50822"/>
                  <a:pt x="273564" y="54573"/>
                </a:cubicBezTo>
                <a:cubicBezTo>
                  <a:pt x="287379" y="70262"/>
                  <a:pt x="298005" y="88702"/>
                  <a:pt x="304756" y="108516"/>
                </a:cubicBezTo>
                <a:cubicBezTo>
                  <a:pt x="306380" y="113265"/>
                  <a:pt x="308256" y="122143"/>
                  <a:pt x="303067" y="130643"/>
                </a:cubicBezTo>
                <a:cubicBezTo>
                  <a:pt x="301691" y="132893"/>
                  <a:pt x="300006" y="135018"/>
                  <a:pt x="298066" y="136894"/>
                </a:cubicBezTo>
                <a:lnTo>
                  <a:pt x="280125" y="153958"/>
                </a:lnTo>
                <a:cubicBezTo>
                  <a:pt x="277499" y="156458"/>
                  <a:pt x="277499" y="163646"/>
                  <a:pt x="280125" y="166149"/>
                </a:cubicBezTo>
                <a:lnTo>
                  <a:pt x="298066" y="183213"/>
                </a:lnTo>
                <a:cubicBezTo>
                  <a:pt x="300003" y="185089"/>
                  <a:pt x="301691" y="187214"/>
                  <a:pt x="303067" y="189464"/>
                </a:cubicBezTo>
                <a:cubicBezTo>
                  <a:pt x="308192" y="197964"/>
                  <a:pt x="306319" y="206842"/>
                  <a:pt x="304756" y="211591"/>
                </a:cubicBezTo>
                <a:cubicBezTo>
                  <a:pt x="298005" y="231405"/>
                  <a:pt x="287379" y="249785"/>
                  <a:pt x="273564" y="265534"/>
                </a:cubicBezTo>
                <a:cubicBezTo>
                  <a:pt x="270251" y="269285"/>
                  <a:pt x="263373" y="275471"/>
                  <a:pt x="253373" y="275161"/>
                </a:cubicBezTo>
                <a:cubicBezTo>
                  <a:pt x="250811" y="275097"/>
                  <a:pt x="248249" y="274661"/>
                  <a:pt x="245748" y="273973"/>
                </a:cubicBezTo>
                <a:lnTo>
                  <a:pt x="221994" y="266910"/>
                </a:lnTo>
                <a:cubicBezTo>
                  <a:pt x="218430" y="265848"/>
                  <a:pt x="212307" y="269410"/>
                  <a:pt x="211430" y="273036"/>
                </a:cubicBezTo>
                <a:lnTo>
                  <a:pt x="205616" y="297103"/>
                </a:lnTo>
                <a:cubicBezTo>
                  <a:pt x="204991" y="299727"/>
                  <a:pt x="203992" y="302230"/>
                  <a:pt x="202742" y="304479"/>
                </a:cubicBezTo>
                <a:cubicBezTo>
                  <a:pt x="197927" y="313229"/>
                  <a:pt x="189239" y="316043"/>
                  <a:pt x="184366" y="317044"/>
                </a:cubicBezTo>
                <a:cubicBezTo>
                  <a:pt x="174240" y="318981"/>
                  <a:pt x="163863" y="320043"/>
                  <a:pt x="153238" y="320043"/>
                </a:cubicBezTo>
                <a:cubicBezTo>
                  <a:pt x="142612" y="320043"/>
                  <a:pt x="132235" y="318981"/>
                  <a:pt x="122110" y="317041"/>
                </a:cubicBezTo>
                <a:cubicBezTo>
                  <a:pt x="117172" y="316103"/>
                  <a:pt x="108484" y="313229"/>
                  <a:pt x="103734" y="304476"/>
                </a:cubicBezTo>
                <a:cubicBezTo>
                  <a:pt x="102483" y="302162"/>
                  <a:pt x="101484" y="299727"/>
                  <a:pt x="100859" y="297099"/>
                </a:cubicBezTo>
                <a:lnTo>
                  <a:pt x="95045" y="273032"/>
                </a:lnTo>
                <a:cubicBezTo>
                  <a:pt x="94169" y="269406"/>
                  <a:pt x="88046" y="265844"/>
                  <a:pt x="84481" y="266907"/>
                </a:cubicBezTo>
                <a:lnTo>
                  <a:pt x="60727" y="273906"/>
                </a:lnTo>
                <a:cubicBezTo>
                  <a:pt x="58226" y="274655"/>
                  <a:pt x="55664" y="275033"/>
                  <a:pt x="53102" y="275093"/>
                </a:cubicBezTo>
                <a:cubicBezTo>
                  <a:pt x="43038" y="275407"/>
                  <a:pt x="36225" y="269217"/>
                  <a:pt x="32912" y="265467"/>
                </a:cubicBezTo>
                <a:cubicBezTo>
                  <a:pt x="19161" y="249778"/>
                  <a:pt x="8471" y="231338"/>
                  <a:pt x="1719" y="211524"/>
                </a:cubicBezTo>
                <a:cubicBezTo>
                  <a:pt x="95" y="206775"/>
                  <a:pt x="-1781" y="197897"/>
                  <a:pt x="3408" y="189396"/>
                </a:cubicBezTo>
                <a:cubicBezTo>
                  <a:pt x="4784" y="187146"/>
                  <a:pt x="6470" y="185021"/>
                  <a:pt x="8410" y="183146"/>
                </a:cubicBezTo>
                <a:lnTo>
                  <a:pt x="26350" y="166081"/>
                </a:lnTo>
                <a:cubicBezTo>
                  <a:pt x="28977" y="163582"/>
                  <a:pt x="28977" y="156394"/>
                  <a:pt x="26350" y="153891"/>
                </a:cubicBezTo>
                <a:lnTo>
                  <a:pt x="8348" y="136827"/>
                </a:lnTo>
                <a:cubicBezTo>
                  <a:pt x="6411" y="134951"/>
                  <a:pt x="4723" y="132826"/>
                  <a:pt x="3347" y="130576"/>
                </a:cubicBezTo>
                <a:cubicBezTo>
                  <a:pt x="-1777" y="122076"/>
                  <a:pt x="95" y="113198"/>
                  <a:pt x="1723" y="108509"/>
                </a:cubicBezTo>
                <a:cubicBezTo>
                  <a:pt x="8474" y="88696"/>
                  <a:pt x="19099" y="70316"/>
                  <a:pt x="32915" y="54567"/>
                </a:cubicBezTo>
                <a:cubicBezTo>
                  <a:pt x="36228" y="50816"/>
                  <a:pt x="43105" y="44629"/>
                  <a:pt x="53105" y="44940"/>
                </a:cubicBezTo>
                <a:cubicBezTo>
                  <a:pt x="55667" y="45004"/>
                  <a:pt x="58229" y="45439"/>
                  <a:pt x="60730" y="46127"/>
                </a:cubicBezTo>
                <a:lnTo>
                  <a:pt x="84485" y="53130"/>
                </a:lnTo>
                <a:cubicBezTo>
                  <a:pt x="88049" y="54192"/>
                  <a:pt x="94172" y="50630"/>
                  <a:pt x="95049" y="47004"/>
                </a:cubicBezTo>
                <a:lnTo>
                  <a:pt x="100862" y="22937"/>
                </a:lnTo>
                <a:cubicBezTo>
                  <a:pt x="101487" y="20313"/>
                  <a:pt x="102487" y="17810"/>
                  <a:pt x="103737" y="15560"/>
                </a:cubicBezTo>
                <a:cubicBezTo>
                  <a:pt x="108551" y="6810"/>
                  <a:pt x="117240" y="3997"/>
                  <a:pt x="122113" y="2996"/>
                </a:cubicBezTo>
                <a:cubicBezTo>
                  <a:pt x="132239" y="1059"/>
                  <a:pt x="142616" y="-6"/>
                  <a:pt x="153241" y="-6"/>
                </a:cubicBezTo>
                <a:lnTo>
                  <a:pt x="153238" y="0"/>
                </a:lnTo>
                <a:moveTo>
                  <a:pt x="129548" y="32129"/>
                </a:moveTo>
                <a:lnTo>
                  <a:pt x="124233" y="54068"/>
                </a:lnTo>
                <a:cubicBezTo>
                  <a:pt x="119357" y="74259"/>
                  <a:pt x="95919" y="87758"/>
                  <a:pt x="75977" y="81946"/>
                </a:cubicBezTo>
                <a:lnTo>
                  <a:pt x="54411" y="75571"/>
                </a:lnTo>
                <a:cubicBezTo>
                  <a:pt x="44098" y="87637"/>
                  <a:pt x="35970" y="101638"/>
                  <a:pt x="30656" y="116639"/>
                </a:cubicBezTo>
                <a:lnTo>
                  <a:pt x="47034" y="132202"/>
                </a:lnTo>
                <a:cubicBezTo>
                  <a:pt x="62036" y="146454"/>
                  <a:pt x="62036" y="173583"/>
                  <a:pt x="47034" y="187835"/>
                </a:cubicBezTo>
                <a:lnTo>
                  <a:pt x="30656" y="203398"/>
                </a:lnTo>
                <a:cubicBezTo>
                  <a:pt x="35970" y="218402"/>
                  <a:pt x="44095" y="232400"/>
                  <a:pt x="54411" y="244466"/>
                </a:cubicBezTo>
                <a:lnTo>
                  <a:pt x="76038" y="238091"/>
                </a:lnTo>
                <a:cubicBezTo>
                  <a:pt x="95916" y="232215"/>
                  <a:pt x="119419" y="245778"/>
                  <a:pt x="124295" y="265969"/>
                </a:cubicBezTo>
                <a:lnTo>
                  <a:pt x="129609" y="287908"/>
                </a:lnTo>
                <a:cubicBezTo>
                  <a:pt x="144985" y="290721"/>
                  <a:pt x="161675" y="290721"/>
                  <a:pt x="177053" y="287908"/>
                </a:cubicBezTo>
                <a:lnTo>
                  <a:pt x="182368" y="265969"/>
                </a:lnTo>
                <a:cubicBezTo>
                  <a:pt x="187244" y="245778"/>
                  <a:pt x="210682" y="232279"/>
                  <a:pt x="230624" y="238091"/>
                </a:cubicBezTo>
                <a:lnTo>
                  <a:pt x="252252" y="244466"/>
                </a:lnTo>
                <a:cubicBezTo>
                  <a:pt x="262565" y="232400"/>
                  <a:pt x="270692" y="218399"/>
                  <a:pt x="276006" y="203398"/>
                </a:cubicBezTo>
                <a:lnTo>
                  <a:pt x="259629" y="187835"/>
                </a:lnTo>
                <a:cubicBezTo>
                  <a:pt x="244627" y="173583"/>
                  <a:pt x="244627" y="146454"/>
                  <a:pt x="259629" y="132202"/>
                </a:cubicBezTo>
                <a:lnTo>
                  <a:pt x="276006" y="116639"/>
                </a:lnTo>
                <a:cubicBezTo>
                  <a:pt x="270692" y="101638"/>
                  <a:pt x="262568" y="87633"/>
                  <a:pt x="252252" y="75571"/>
                </a:cubicBezTo>
                <a:lnTo>
                  <a:pt x="230624" y="81946"/>
                </a:lnTo>
                <a:cubicBezTo>
                  <a:pt x="210747" y="87822"/>
                  <a:pt x="187244" y="74259"/>
                  <a:pt x="182368" y="54068"/>
                </a:cubicBezTo>
                <a:lnTo>
                  <a:pt x="177053" y="32129"/>
                </a:lnTo>
                <a:cubicBezTo>
                  <a:pt x="161678" y="29316"/>
                  <a:pt x="144988" y="29316"/>
                  <a:pt x="129609" y="32129"/>
                </a:cubicBezTo>
                <a:lnTo>
                  <a:pt x="129548" y="32129"/>
                </a:lnTo>
                <a:moveTo>
                  <a:pt x="123234" y="160020"/>
                </a:moveTo>
                <a:cubicBezTo>
                  <a:pt x="123234" y="176592"/>
                  <a:pt x="136667" y="190024"/>
                  <a:pt x="153238" y="190024"/>
                </a:cubicBezTo>
                <a:cubicBezTo>
                  <a:pt x="169809" y="190024"/>
                  <a:pt x="183241" y="176592"/>
                  <a:pt x="183241" y="160020"/>
                </a:cubicBezTo>
                <a:cubicBezTo>
                  <a:pt x="183241" y="143448"/>
                  <a:pt x="169809" y="130016"/>
                  <a:pt x="153238" y="130016"/>
                </a:cubicBezTo>
                <a:cubicBezTo>
                  <a:pt x="136667" y="130016"/>
                  <a:pt x="123234" y="143448"/>
                  <a:pt x="123234" y="160020"/>
                </a:cubicBezTo>
                <a:moveTo>
                  <a:pt x="153238" y="220028"/>
                </a:moveTo>
                <a:cubicBezTo>
                  <a:pt x="120096" y="220028"/>
                  <a:pt x="93231" y="193160"/>
                  <a:pt x="93231" y="160020"/>
                </a:cubicBezTo>
                <a:cubicBezTo>
                  <a:pt x="93231" y="126880"/>
                  <a:pt x="120096" y="100013"/>
                  <a:pt x="153238" y="100013"/>
                </a:cubicBezTo>
                <a:cubicBezTo>
                  <a:pt x="186379" y="100013"/>
                  <a:pt x="213244" y="126880"/>
                  <a:pt x="213244" y="160020"/>
                </a:cubicBezTo>
                <a:cubicBezTo>
                  <a:pt x="213244" y="193160"/>
                  <a:pt x="186379" y="220028"/>
                  <a:pt x="153238" y="220028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4379" y="4771588"/>
            <a:ext cx="320040" cy="319954"/>
          </a:xfrm>
          <a:custGeom>
            <a:avLst/>
            <a:gdLst/>
            <a:ahLst/>
            <a:cxnLst/>
            <a:rect l="l" t="t" r="r" b="b"/>
            <a:pathLst>
              <a:path w="320040" h="319954">
                <a:moveTo>
                  <a:pt x="230006" y="130004"/>
                </a:moveTo>
                <a:cubicBezTo>
                  <a:pt x="230006" y="74773"/>
                  <a:pt x="185233" y="30002"/>
                  <a:pt x="130003" y="30002"/>
                </a:cubicBezTo>
                <a:cubicBezTo>
                  <a:pt x="74774" y="30002"/>
                  <a:pt x="30001" y="74773"/>
                  <a:pt x="30001" y="130004"/>
                </a:cubicBezTo>
                <a:cubicBezTo>
                  <a:pt x="30001" y="185234"/>
                  <a:pt x="74774" y="230005"/>
                  <a:pt x="130003" y="230005"/>
                </a:cubicBezTo>
                <a:cubicBezTo>
                  <a:pt x="185233" y="230005"/>
                  <a:pt x="230006" y="185234"/>
                  <a:pt x="230006" y="130004"/>
                </a:cubicBezTo>
                <a:lnTo>
                  <a:pt x="230006" y="130004"/>
                </a:lnTo>
                <a:moveTo>
                  <a:pt x="210692" y="231944"/>
                </a:moveTo>
                <a:cubicBezTo>
                  <a:pt x="188568" y="249507"/>
                  <a:pt x="160503" y="260007"/>
                  <a:pt x="130003" y="260007"/>
                </a:cubicBezTo>
                <a:cubicBezTo>
                  <a:pt x="58190" y="260007"/>
                  <a:pt x="0" y="201817"/>
                  <a:pt x="0" y="130004"/>
                </a:cubicBezTo>
                <a:cubicBezTo>
                  <a:pt x="0" y="58190"/>
                  <a:pt x="58190" y="0"/>
                  <a:pt x="130003" y="0"/>
                </a:cubicBezTo>
                <a:cubicBezTo>
                  <a:pt x="201817" y="0"/>
                  <a:pt x="260007" y="58190"/>
                  <a:pt x="260007" y="130004"/>
                </a:cubicBezTo>
                <a:cubicBezTo>
                  <a:pt x="260007" y="160505"/>
                  <a:pt x="249506" y="188568"/>
                  <a:pt x="231943" y="210693"/>
                </a:cubicBezTo>
                <a:lnTo>
                  <a:pt x="315633" y="294383"/>
                </a:lnTo>
                <a:cubicBezTo>
                  <a:pt x="321509" y="300258"/>
                  <a:pt x="321509" y="309760"/>
                  <a:pt x="315633" y="315571"/>
                </a:cubicBezTo>
                <a:cubicBezTo>
                  <a:pt x="309757" y="321384"/>
                  <a:pt x="300258" y="321445"/>
                  <a:pt x="294447" y="315571"/>
                </a:cubicBezTo>
                <a:lnTo>
                  <a:pt x="210692" y="23194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4379" y="3295623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15003" y="0"/>
                </a:moveTo>
                <a:cubicBezTo>
                  <a:pt x="23318" y="0"/>
                  <a:pt x="30007" y="6687"/>
                  <a:pt x="30007" y="15001"/>
                </a:cubicBezTo>
                <a:lnTo>
                  <a:pt x="30007" y="235028"/>
                </a:lnTo>
                <a:cubicBezTo>
                  <a:pt x="30007" y="243342"/>
                  <a:pt x="36696" y="250029"/>
                  <a:pt x="45010" y="250029"/>
                </a:cubicBezTo>
                <a:lnTo>
                  <a:pt x="305043" y="250029"/>
                </a:lnTo>
                <a:cubicBezTo>
                  <a:pt x="313358" y="250029"/>
                  <a:pt x="320046" y="256716"/>
                  <a:pt x="320046" y="265031"/>
                </a:cubicBezTo>
                <a:cubicBezTo>
                  <a:pt x="320046" y="273345"/>
                  <a:pt x="313358" y="280032"/>
                  <a:pt x="305046" y="280032"/>
                </a:cubicBezTo>
                <a:lnTo>
                  <a:pt x="45014" y="280032"/>
                </a:lnTo>
                <a:cubicBezTo>
                  <a:pt x="20137" y="280032"/>
                  <a:pt x="10" y="259903"/>
                  <a:pt x="10" y="235028"/>
                </a:cubicBezTo>
                <a:lnTo>
                  <a:pt x="10" y="15002"/>
                </a:lnTo>
                <a:cubicBezTo>
                  <a:pt x="10" y="6687"/>
                  <a:pt x="6699" y="0"/>
                  <a:pt x="15013" y="0"/>
                </a:cubicBezTo>
                <a:lnTo>
                  <a:pt x="15003" y="0"/>
                </a:lnTo>
              </a:path>
              <a:path w="320040" h="280035">
                <a:moveTo>
                  <a:pt x="105015" y="120015"/>
                </a:moveTo>
                <a:cubicBezTo>
                  <a:pt x="113329" y="120015"/>
                  <a:pt x="120018" y="126702"/>
                  <a:pt x="120018" y="135016"/>
                </a:cubicBezTo>
                <a:lnTo>
                  <a:pt x="120018" y="185022"/>
                </a:lnTo>
                <a:cubicBezTo>
                  <a:pt x="120018" y="193336"/>
                  <a:pt x="113329" y="200023"/>
                  <a:pt x="105018" y="200023"/>
                </a:cubicBezTo>
                <a:cubicBezTo>
                  <a:pt x="96703" y="200023"/>
                  <a:pt x="90018" y="193336"/>
                  <a:pt x="90018" y="185022"/>
                </a:cubicBezTo>
                <a:lnTo>
                  <a:pt x="90018" y="135016"/>
                </a:lnTo>
                <a:cubicBezTo>
                  <a:pt x="90018" y="126702"/>
                  <a:pt x="96707" y="120015"/>
                  <a:pt x="105021" y="120015"/>
                </a:cubicBezTo>
                <a:lnTo>
                  <a:pt x="105015" y="120015"/>
                </a:lnTo>
              </a:path>
              <a:path w="320040" h="280035">
                <a:moveTo>
                  <a:pt x="180023" y="75010"/>
                </a:moveTo>
                <a:lnTo>
                  <a:pt x="180023" y="185025"/>
                </a:lnTo>
                <a:cubicBezTo>
                  <a:pt x="180023" y="193339"/>
                  <a:pt x="173334" y="200026"/>
                  <a:pt x="165022" y="200026"/>
                </a:cubicBezTo>
                <a:cubicBezTo>
                  <a:pt x="156708" y="200026"/>
                  <a:pt x="150022" y="193339"/>
                  <a:pt x="150022" y="185025"/>
                </a:cubicBezTo>
                <a:lnTo>
                  <a:pt x="150022" y="75010"/>
                </a:lnTo>
                <a:cubicBezTo>
                  <a:pt x="150022" y="66696"/>
                  <a:pt x="156711" y="60009"/>
                  <a:pt x="165025" y="60009"/>
                </a:cubicBezTo>
                <a:cubicBezTo>
                  <a:pt x="173340" y="60009"/>
                  <a:pt x="180029" y="66696"/>
                  <a:pt x="180029" y="75010"/>
                </a:cubicBezTo>
                <a:lnTo>
                  <a:pt x="180023" y="75010"/>
                </a:lnTo>
              </a:path>
              <a:path w="320040" h="280035">
                <a:moveTo>
                  <a:pt x="225030" y="100012"/>
                </a:moveTo>
                <a:cubicBezTo>
                  <a:pt x="233344" y="100012"/>
                  <a:pt x="240033" y="106699"/>
                  <a:pt x="240033" y="115013"/>
                </a:cubicBezTo>
                <a:lnTo>
                  <a:pt x="240033" y="185022"/>
                </a:lnTo>
                <a:cubicBezTo>
                  <a:pt x="240033" y="193336"/>
                  <a:pt x="233344" y="200023"/>
                  <a:pt x="225033" y="200023"/>
                </a:cubicBezTo>
                <a:cubicBezTo>
                  <a:pt x="216718" y="200023"/>
                  <a:pt x="210033" y="193336"/>
                  <a:pt x="210033" y="185022"/>
                </a:cubicBezTo>
                <a:lnTo>
                  <a:pt x="210033" y="115013"/>
                </a:lnTo>
                <a:cubicBezTo>
                  <a:pt x="210033" y="106699"/>
                  <a:pt x="216722" y="100012"/>
                  <a:pt x="225036" y="100012"/>
                </a:cubicBezTo>
                <a:lnTo>
                  <a:pt x="225030" y="100012"/>
                </a:lnTo>
              </a:path>
              <a:path w="320040" h="280035">
                <a:moveTo>
                  <a:pt x="300038" y="35004"/>
                </a:moveTo>
                <a:lnTo>
                  <a:pt x="300038" y="185022"/>
                </a:lnTo>
                <a:cubicBezTo>
                  <a:pt x="300038" y="193336"/>
                  <a:pt x="293349" y="200023"/>
                  <a:pt x="285037" y="200023"/>
                </a:cubicBezTo>
                <a:cubicBezTo>
                  <a:pt x="276723" y="200023"/>
                  <a:pt x="270037" y="193336"/>
                  <a:pt x="270037" y="185022"/>
                </a:cubicBezTo>
                <a:lnTo>
                  <a:pt x="270037" y="35004"/>
                </a:lnTo>
                <a:cubicBezTo>
                  <a:pt x="270037" y="26690"/>
                  <a:pt x="276726" y="20003"/>
                  <a:pt x="285040" y="20003"/>
                </a:cubicBezTo>
                <a:cubicBezTo>
                  <a:pt x="293355" y="20003"/>
                  <a:pt x="300044" y="26690"/>
                  <a:pt x="300044" y="35004"/>
                </a:cubicBezTo>
                <a:lnTo>
                  <a:pt x="300038" y="350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4379" y="1769903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0" y="26066"/>
                </a:moveTo>
                <a:cubicBezTo>
                  <a:pt x="0" y="11689"/>
                  <a:pt x="11688" y="0"/>
                  <a:pt x="26067" y="0"/>
                </a:cubicBezTo>
                <a:lnTo>
                  <a:pt x="293976" y="0"/>
                </a:lnTo>
                <a:cubicBezTo>
                  <a:pt x="308352" y="0"/>
                  <a:pt x="320043" y="11689"/>
                  <a:pt x="320043" y="26066"/>
                </a:cubicBezTo>
                <a:cubicBezTo>
                  <a:pt x="320043" y="32067"/>
                  <a:pt x="317979" y="37880"/>
                  <a:pt x="314167" y="42506"/>
                </a:cubicBezTo>
                <a:lnTo>
                  <a:pt x="210029" y="170334"/>
                </a:lnTo>
                <a:lnTo>
                  <a:pt x="210029" y="259844"/>
                </a:lnTo>
                <a:cubicBezTo>
                  <a:pt x="210029" y="270970"/>
                  <a:pt x="200966" y="280035"/>
                  <a:pt x="189838" y="280035"/>
                </a:cubicBezTo>
                <a:cubicBezTo>
                  <a:pt x="185274" y="280035"/>
                  <a:pt x="180839" y="278472"/>
                  <a:pt x="177273" y="275661"/>
                </a:cubicBezTo>
                <a:lnTo>
                  <a:pt x="119455" y="229780"/>
                </a:lnTo>
                <a:cubicBezTo>
                  <a:pt x="113454" y="225031"/>
                  <a:pt x="110017" y="217842"/>
                  <a:pt x="110017" y="210214"/>
                </a:cubicBezTo>
                <a:lnTo>
                  <a:pt x="110017" y="170396"/>
                </a:lnTo>
                <a:lnTo>
                  <a:pt x="5879" y="42504"/>
                </a:lnTo>
                <a:cubicBezTo>
                  <a:pt x="2067" y="37877"/>
                  <a:pt x="3" y="32064"/>
                  <a:pt x="3" y="26063"/>
                </a:cubicBezTo>
                <a:lnTo>
                  <a:pt x="0" y="26066"/>
                </a:lnTo>
                <a:moveTo>
                  <a:pt x="34379" y="30003"/>
                </a:moveTo>
                <a:lnTo>
                  <a:pt x="136641" y="155517"/>
                </a:lnTo>
                <a:cubicBezTo>
                  <a:pt x="138830" y="158206"/>
                  <a:pt x="140018" y="161519"/>
                  <a:pt x="140018" y="165019"/>
                </a:cubicBezTo>
                <a:lnTo>
                  <a:pt x="140018" y="207775"/>
                </a:lnTo>
                <a:lnTo>
                  <a:pt x="180023" y="239528"/>
                </a:lnTo>
                <a:lnTo>
                  <a:pt x="180023" y="165019"/>
                </a:lnTo>
                <a:cubicBezTo>
                  <a:pt x="180023" y="161580"/>
                  <a:pt x="181210" y="158206"/>
                  <a:pt x="183399" y="155517"/>
                </a:cubicBezTo>
                <a:lnTo>
                  <a:pt x="285661" y="30003"/>
                </a:lnTo>
                <a:lnTo>
                  <a:pt x="34379" y="300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9955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98329" y="6309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071456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52648" y="1164795"/>
            <a:ext cx="8092401" cy="45719"/>
          </a:xfrm>
          <a:custGeom>
            <a:avLst/>
            <a:gdLst/>
            <a:ahLst/>
            <a:cxnLst/>
            <a:rect l="l" t="t" r="r" b="b"/>
            <a:pathLst>
              <a:path w="8092401" h="45719">
                <a:moveTo>
                  <a:pt x="0" y="0"/>
                </a:moveTo>
                <a:lnTo>
                  <a:pt x="809240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2649" y="1"/>
            <a:ext cx="809507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数据分析能力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26726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质量管控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26726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面试官评价分布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26726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时间周期分析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26726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岗位招聘效率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26726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占比分析图表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26726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流失原因统计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26726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招聘漏斗可视化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26726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各阶段转化情况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09798" y="5069022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49" y="57150"/>
                </a:moveTo>
                <a:lnTo>
                  <a:pt x="250029" y="57150"/>
                </a:lnTo>
                <a:lnTo>
                  <a:pt x="241456" y="57150"/>
                </a:lnTo>
                <a:cubicBezTo>
                  <a:pt x="234849" y="24556"/>
                  <a:pt x="206004" y="0"/>
                  <a:pt x="171447" y="0"/>
                </a:cubicBezTo>
                <a:cubicBezTo>
                  <a:pt x="136889" y="0"/>
                  <a:pt x="108044" y="24556"/>
                  <a:pt x="101437" y="57150"/>
                </a:cubicBezTo>
                <a:lnTo>
                  <a:pt x="92864" y="57150"/>
                </a:lnTo>
                <a:lnTo>
                  <a:pt x="57144" y="57150"/>
                </a:lnTo>
                <a:cubicBezTo>
                  <a:pt x="25621" y="57150"/>
                  <a:pt x="-7" y="82776"/>
                  <a:pt x="-7" y="114300"/>
                </a:cubicBezTo>
                <a:lnTo>
                  <a:pt x="-7" y="400050"/>
                </a:lnTo>
                <a:cubicBezTo>
                  <a:pt x="-7" y="431574"/>
                  <a:pt x="25621" y="457200"/>
                  <a:pt x="57144" y="457200"/>
                </a:cubicBezTo>
                <a:lnTo>
                  <a:pt x="285745" y="457200"/>
                </a:lnTo>
                <a:cubicBezTo>
                  <a:pt x="317268" y="457200"/>
                  <a:pt x="342897" y="431574"/>
                  <a:pt x="342897" y="400050"/>
                </a:cubicBezTo>
                <a:lnTo>
                  <a:pt x="342897" y="114300"/>
                </a:lnTo>
                <a:cubicBezTo>
                  <a:pt x="342897" y="82776"/>
                  <a:pt x="317268" y="57150"/>
                  <a:pt x="285745" y="57150"/>
                </a:cubicBezTo>
                <a:lnTo>
                  <a:pt x="285749" y="57150"/>
                </a:lnTo>
                <a:moveTo>
                  <a:pt x="71436" y="100013"/>
                </a:moveTo>
                <a:lnTo>
                  <a:pt x="71436" y="121446"/>
                </a:lnTo>
                <a:cubicBezTo>
                  <a:pt x="71436" y="133324"/>
                  <a:pt x="80990" y="142880"/>
                  <a:pt x="92868" y="142880"/>
                </a:cubicBezTo>
                <a:lnTo>
                  <a:pt x="171450" y="142880"/>
                </a:lnTo>
                <a:lnTo>
                  <a:pt x="250032" y="142880"/>
                </a:lnTo>
                <a:cubicBezTo>
                  <a:pt x="261910" y="142880"/>
                  <a:pt x="271464" y="133324"/>
                  <a:pt x="271464" y="121451"/>
                </a:cubicBezTo>
                <a:lnTo>
                  <a:pt x="271464" y="100022"/>
                </a:lnTo>
                <a:lnTo>
                  <a:pt x="285752" y="100022"/>
                </a:lnTo>
                <a:cubicBezTo>
                  <a:pt x="293612" y="100022"/>
                  <a:pt x="300041" y="106450"/>
                  <a:pt x="300041" y="114309"/>
                </a:cubicBezTo>
                <a:lnTo>
                  <a:pt x="300041" y="400059"/>
                </a:lnTo>
                <a:cubicBezTo>
                  <a:pt x="300041" y="407918"/>
                  <a:pt x="293612" y="414347"/>
                  <a:pt x="285752" y="414347"/>
                </a:cubicBezTo>
                <a:lnTo>
                  <a:pt x="57151" y="414347"/>
                </a:lnTo>
                <a:cubicBezTo>
                  <a:pt x="49292" y="414347"/>
                  <a:pt x="42863" y="407918"/>
                  <a:pt x="42863" y="400059"/>
                </a:cubicBezTo>
                <a:lnTo>
                  <a:pt x="42863" y="114309"/>
                </a:lnTo>
                <a:cubicBezTo>
                  <a:pt x="42863" y="106450"/>
                  <a:pt x="49292" y="100022"/>
                  <a:pt x="57151" y="100022"/>
                </a:cubicBezTo>
                <a:lnTo>
                  <a:pt x="71436" y="100013"/>
                </a:lnTo>
                <a:moveTo>
                  <a:pt x="150019" y="71438"/>
                </a:moveTo>
                <a:cubicBezTo>
                  <a:pt x="150019" y="59601"/>
                  <a:pt x="159613" y="50009"/>
                  <a:pt x="171450" y="50009"/>
                </a:cubicBezTo>
                <a:cubicBezTo>
                  <a:pt x="183287" y="50009"/>
                  <a:pt x="192881" y="59605"/>
                  <a:pt x="192881" y="71442"/>
                </a:cubicBezTo>
                <a:cubicBezTo>
                  <a:pt x="192881" y="83279"/>
                  <a:pt x="183287" y="92876"/>
                  <a:pt x="171450" y="92876"/>
                </a:cubicBezTo>
                <a:cubicBezTo>
                  <a:pt x="159613" y="92876"/>
                  <a:pt x="150019" y="83279"/>
                  <a:pt x="150019" y="71447"/>
                </a:cubicBezTo>
                <a:lnTo>
                  <a:pt x="150019" y="71438"/>
                </a:lnTo>
                <a:moveTo>
                  <a:pt x="152964" y="210115"/>
                </a:moveTo>
                <a:cubicBezTo>
                  <a:pt x="158502" y="204579"/>
                  <a:pt x="158502" y="195471"/>
                  <a:pt x="152964" y="189935"/>
                </a:cubicBezTo>
                <a:cubicBezTo>
                  <a:pt x="147426" y="184398"/>
                  <a:pt x="138319" y="184398"/>
                  <a:pt x="132785" y="189935"/>
                </a:cubicBezTo>
                <a:lnTo>
                  <a:pt x="100014" y="222707"/>
                </a:lnTo>
                <a:lnTo>
                  <a:pt x="88674" y="211368"/>
                </a:lnTo>
                <a:cubicBezTo>
                  <a:pt x="83136" y="205831"/>
                  <a:pt x="74029" y="205831"/>
                  <a:pt x="68494" y="211368"/>
                </a:cubicBezTo>
                <a:cubicBezTo>
                  <a:pt x="62956" y="216905"/>
                  <a:pt x="62956" y="226012"/>
                  <a:pt x="68494" y="231549"/>
                </a:cubicBezTo>
                <a:lnTo>
                  <a:pt x="89926" y="252982"/>
                </a:lnTo>
                <a:cubicBezTo>
                  <a:pt x="95463" y="258519"/>
                  <a:pt x="104571" y="258519"/>
                  <a:pt x="110105" y="252982"/>
                </a:cubicBezTo>
                <a:lnTo>
                  <a:pt x="152964" y="210115"/>
                </a:lnTo>
                <a:moveTo>
                  <a:pt x="171450" y="242888"/>
                </a:moveTo>
                <a:cubicBezTo>
                  <a:pt x="171450" y="250747"/>
                  <a:pt x="177879" y="257175"/>
                  <a:pt x="185739" y="257175"/>
                </a:cubicBezTo>
                <a:lnTo>
                  <a:pt x="242890" y="257175"/>
                </a:lnTo>
                <a:cubicBezTo>
                  <a:pt x="250749" y="257175"/>
                  <a:pt x="257178" y="250747"/>
                  <a:pt x="257178" y="242888"/>
                </a:cubicBezTo>
                <a:cubicBezTo>
                  <a:pt x="257178" y="235028"/>
                  <a:pt x="250749" y="228600"/>
                  <a:pt x="242890" y="228600"/>
                </a:cubicBezTo>
                <a:lnTo>
                  <a:pt x="185739" y="228600"/>
                </a:lnTo>
                <a:cubicBezTo>
                  <a:pt x="177879" y="228600"/>
                  <a:pt x="171450" y="235028"/>
                  <a:pt x="171450" y="242888"/>
                </a:cubicBezTo>
                <a:moveTo>
                  <a:pt x="142876" y="328613"/>
                </a:moveTo>
                <a:cubicBezTo>
                  <a:pt x="142876" y="336472"/>
                  <a:pt x="149306" y="342900"/>
                  <a:pt x="157165" y="342900"/>
                </a:cubicBezTo>
                <a:lnTo>
                  <a:pt x="242890" y="342900"/>
                </a:lnTo>
                <a:cubicBezTo>
                  <a:pt x="250749" y="342900"/>
                  <a:pt x="257178" y="336472"/>
                  <a:pt x="257178" y="328613"/>
                </a:cubicBezTo>
                <a:cubicBezTo>
                  <a:pt x="257178" y="320753"/>
                  <a:pt x="250749" y="314325"/>
                  <a:pt x="242890" y="314325"/>
                </a:cubicBezTo>
                <a:lnTo>
                  <a:pt x="157165" y="314325"/>
                </a:lnTo>
                <a:cubicBezTo>
                  <a:pt x="149306" y="314325"/>
                  <a:pt x="142876" y="320753"/>
                  <a:pt x="142876" y="328613"/>
                </a:cubicBezTo>
                <a:lnTo>
                  <a:pt x="142876" y="328613"/>
                </a:lnTo>
                <a:moveTo>
                  <a:pt x="100014" y="350046"/>
                </a:moveTo>
                <a:cubicBezTo>
                  <a:pt x="111851" y="350046"/>
                  <a:pt x="121445" y="340449"/>
                  <a:pt x="121445" y="328617"/>
                </a:cubicBezTo>
                <a:cubicBezTo>
                  <a:pt x="121445" y="316780"/>
                  <a:pt x="111851" y="307188"/>
                  <a:pt x="100014" y="307188"/>
                </a:cubicBezTo>
                <a:cubicBezTo>
                  <a:pt x="88177" y="307188"/>
                  <a:pt x="78582" y="316785"/>
                  <a:pt x="78582" y="328622"/>
                </a:cubicBezTo>
                <a:cubicBezTo>
                  <a:pt x="78582" y="340459"/>
                  <a:pt x="88177" y="350055"/>
                  <a:pt x="100014" y="350055"/>
                </a:cubicBezTo>
                <a:lnTo>
                  <a:pt x="100014" y="35004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92137" y="394642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63562" y="2808078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371475" y="42861"/>
                </a:moveTo>
                <a:cubicBezTo>
                  <a:pt x="379334" y="42861"/>
                  <a:pt x="385763" y="49290"/>
                  <a:pt x="385763" y="57147"/>
                </a:cubicBezTo>
                <a:cubicBezTo>
                  <a:pt x="385763" y="65004"/>
                  <a:pt x="379334" y="71433"/>
                  <a:pt x="371475" y="71433"/>
                </a:cubicBezTo>
                <a:lnTo>
                  <a:pt x="85725" y="71433"/>
                </a:lnTo>
                <a:cubicBezTo>
                  <a:pt x="77866" y="71433"/>
                  <a:pt x="71438" y="65004"/>
                  <a:pt x="71438" y="57147"/>
                </a:cubicBezTo>
                <a:cubicBezTo>
                  <a:pt x="71438" y="49290"/>
                  <a:pt x="77866" y="42861"/>
                  <a:pt x="85725" y="42861"/>
                </a:cubicBezTo>
                <a:lnTo>
                  <a:pt x="371475" y="42861"/>
                </a:lnTo>
                <a:moveTo>
                  <a:pt x="85725" y="0"/>
                </a:moveTo>
                <a:cubicBezTo>
                  <a:pt x="54201" y="0"/>
                  <a:pt x="28575" y="25627"/>
                  <a:pt x="28575" y="57151"/>
                </a:cubicBezTo>
                <a:cubicBezTo>
                  <a:pt x="28575" y="88671"/>
                  <a:pt x="54201" y="114302"/>
                  <a:pt x="85725" y="114302"/>
                </a:cubicBezTo>
                <a:lnTo>
                  <a:pt x="207171" y="114302"/>
                </a:lnTo>
                <a:lnTo>
                  <a:pt x="207171" y="128588"/>
                </a:lnTo>
                <a:lnTo>
                  <a:pt x="198329" y="137429"/>
                </a:lnTo>
                <a:lnTo>
                  <a:pt x="173238" y="162520"/>
                </a:lnTo>
                <a:lnTo>
                  <a:pt x="164309" y="171449"/>
                </a:lnTo>
                <a:lnTo>
                  <a:pt x="114305" y="171449"/>
                </a:lnTo>
                <a:cubicBezTo>
                  <a:pt x="70907" y="171449"/>
                  <a:pt x="35726" y="206634"/>
                  <a:pt x="35726" y="250031"/>
                </a:cubicBezTo>
                <a:lnTo>
                  <a:pt x="35726" y="285752"/>
                </a:lnTo>
                <a:lnTo>
                  <a:pt x="28584" y="285752"/>
                </a:lnTo>
                <a:cubicBezTo>
                  <a:pt x="12779" y="285752"/>
                  <a:pt x="9" y="298521"/>
                  <a:pt x="9" y="314327"/>
                </a:cubicBezTo>
                <a:lnTo>
                  <a:pt x="9" y="371478"/>
                </a:lnTo>
                <a:cubicBezTo>
                  <a:pt x="9" y="387284"/>
                  <a:pt x="12779" y="400054"/>
                  <a:pt x="28584" y="400054"/>
                </a:cubicBezTo>
                <a:lnTo>
                  <a:pt x="85734" y="400054"/>
                </a:lnTo>
                <a:cubicBezTo>
                  <a:pt x="101540" y="400054"/>
                  <a:pt x="114309" y="387284"/>
                  <a:pt x="114309" y="371478"/>
                </a:cubicBezTo>
                <a:lnTo>
                  <a:pt x="114309" y="314327"/>
                </a:lnTo>
                <a:cubicBezTo>
                  <a:pt x="114309" y="298521"/>
                  <a:pt x="101540" y="285752"/>
                  <a:pt x="85734" y="285752"/>
                </a:cubicBezTo>
                <a:lnTo>
                  <a:pt x="78593" y="285752"/>
                </a:lnTo>
                <a:lnTo>
                  <a:pt x="78593" y="250031"/>
                </a:lnTo>
                <a:cubicBezTo>
                  <a:pt x="78593" y="230297"/>
                  <a:pt x="94576" y="214311"/>
                  <a:pt x="114314" y="214311"/>
                </a:cubicBezTo>
                <a:lnTo>
                  <a:pt x="164322" y="214311"/>
                </a:lnTo>
                <a:lnTo>
                  <a:pt x="173165" y="223152"/>
                </a:lnTo>
                <a:lnTo>
                  <a:pt x="198256" y="248243"/>
                </a:lnTo>
                <a:lnTo>
                  <a:pt x="207185" y="257172"/>
                </a:lnTo>
                <a:lnTo>
                  <a:pt x="207185" y="285748"/>
                </a:lnTo>
                <a:lnTo>
                  <a:pt x="200043" y="285748"/>
                </a:lnTo>
                <a:cubicBezTo>
                  <a:pt x="184238" y="285748"/>
                  <a:pt x="171468" y="298517"/>
                  <a:pt x="171468" y="314323"/>
                </a:cubicBezTo>
                <a:lnTo>
                  <a:pt x="171468" y="371474"/>
                </a:lnTo>
                <a:cubicBezTo>
                  <a:pt x="171468" y="387280"/>
                  <a:pt x="184238" y="400050"/>
                  <a:pt x="200043" y="400050"/>
                </a:cubicBezTo>
                <a:lnTo>
                  <a:pt x="257193" y="400050"/>
                </a:lnTo>
                <a:cubicBezTo>
                  <a:pt x="272999" y="400050"/>
                  <a:pt x="285768" y="387280"/>
                  <a:pt x="285768" y="371474"/>
                </a:cubicBezTo>
                <a:lnTo>
                  <a:pt x="285768" y="314323"/>
                </a:lnTo>
                <a:cubicBezTo>
                  <a:pt x="285768" y="298517"/>
                  <a:pt x="272999" y="285748"/>
                  <a:pt x="257193" y="285748"/>
                </a:cubicBezTo>
                <a:lnTo>
                  <a:pt x="250052" y="285748"/>
                </a:lnTo>
                <a:lnTo>
                  <a:pt x="250052" y="257172"/>
                </a:lnTo>
                <a:lnTo>
                  <a:pt x="258894" y="248331"/>
                </a:lnTo>
                <a:lnTo>
                  <a:pt x="283985" y="223240"/>
                </a:lnTo>
                <a:lnTo>
                  <a:pt x="292914" y="214311"/>
                </a:lnTo>
                <a:lnTo>
                  <a:pt x="342923" y="214311"/>
                </a:lnTo>
                <a:cubicBezTo>
                  <a:pt x="362656" y="214311"/>
                  <a:pt x="378644" y="230297"/>
                  <a:pt x="378644" y="250031"/>
                </a:cubicBezTo>
                <a:lnTo>
                  <a:pt x="378644" y="285752"/>
                </a:lnTo>
                <a:lnTo>
                  <a:pt x="371502" y="285752"/>
                </a:lnTo>
                <a:cubicBezTo>
                  <a:pt x="355697" y="285752"/>
                  <a:pt x="342927" y="298521"/>
                  <a:pt x="342927" y="314327"/>
                </a:cubicBezTo>
                <a:lnTo>
                  <a:pt x="342927" y="371478"/>
                </a:lnTo>
                <a:cubicBezTo>
                  <a:pt x="342927" y="387284"/>
                  <a:pt x="355697" y="400054"/>
                  <a:pt x="371502" y="400054"/>
                </a:cubicBezTo>
                <a:lnTo>
                  <a:pt x="428652" y="400054"/>
                </a:lnTo>
                <a:cubicBezTo>
                  <a:pt x="444458" y="400054"/>
                  <a:pt x="457227" y="387284"/>
                  <a:pt x="457227" y="371478"/>
                </a:cubicBezTo>
                <a:lnTo>
                  <a:pt x="457227" y="314327"/>
                </a:lnTo>
                <a:cubicBezTo>
                  <a:pt x="457227" y="298521"/>
                  <a:pt x="444458" y="285752"/>
                  <a:pt x="428652" y="285752"/>
                </a:cubicBezTo>
                <a:lnTo>
                  <a:pt x="421511" y="285752"/>
                </a:lnTo>
                <a:lnTo>
                  <a:pt x="421511" y="250031"/>
                </a:lnTo>
                <a:cubicBezTo>
                  <a:pt x="421511" y="206634"/>
                  <a:pt x="386329" y="171449"/>
                  <a:pt x="342932" y="171449"/>
                </a:cubicBezTo>
                <a:lnTo>
                  <a:pt x="292928" y="171449"/>
                </a:lnTo>
                <a:lnTo>
                  <a:pt x="284086" y="162608"/>
                </a:lnTo>
                <a:lnTo>
                  <a:pt x="258995" y="137517"/>
                </a:lnTo>
                <a:lnTo>
                  <a:pt x="250066" y="128588"/>
                </a:lnTo>
                <a:lnTo>
                  <a:pt x="250066" y="114302"/>
                </a:lnTo>
                <a:lnTo>
                  <a:pt x="371512" y="114302"/>
                </a:lnTo>
                <a:cubicBezTo>
                  <a:pt x="403036" y="114302"/>
                  <a:pt x="428662" y="88675"/>
                  <a:pt x="428662" y="57151"/>
                </a:cubicBezTo>
                <a:cubicBezTo>
                  <a:pt x="428662" y="25631"/>
                  <a:pt x="403036" y="0"/>
                  <a:pt x="371512" y="0"/>
                </a:cubicBezTo>
                <a:lnTo>
                  <a:pt x="85725" y="0"/>
                </a:lnTo>
                <a:moveTo>
                  <a:pt x="42863" y="357189"/>
                </a:moveTo>
                <a:lnTo>
                  <a:pt x="42863" y="328613"/>
                </a:lnTo>
                <a:lnTo>
                  <a:pt x="71438" y="328613"/>
                </a:lnTo>
                <a:lnTo>
                  <a:pt x="71438" y="357189"/>
                </a:lnTo>
                <a:lnTo>
                  <a:pt x="42863" y="357189"/>
                </a:lnTo>
                <a:moveTo>
                  <a:pt x="214313" y="357189"/>
                </a:moveTo>
                <a:lnTo>
                  <a:pt x="214313" y="328613"/>
                </a:lnTo>
                <a:lnTo>
                  <a:pt x="242888" y="328613"/>
                </a:lnTo>
                <a:lnTo>
                  <a:pt x="242888" y="357189"/>
                </a:lnTo>
                <a:lnTo>
                  <a:pt x="214313" y="357189"/>
                </a:lnTo>
                <a:moveTo>
                  <a:pt x="385763" y="357189"/>
                </a:moveTo>
                <a:lnTo>
                  <a:pt x="385763" y="328613"/>
                </a:lnTo>
                <a:lnTo>
                  <a:pt x="414338" y="328613"/>
                </a:lnTo>
                <a:lnTo>
                  <a:pt x="414338" y="357189"/>
                </a:lnTo>
                <a:lnTo>
                  <a:pt x="385763" y="357189"/>
                </a:lnTo>
                <a:moveTo>
                  <a:pt x="203509" y="192880"/>
                </a:moveTo>
                <a:lnTo>
                  <a:pt x="228600" y="167789"/>
                </a:lnTo>
                <a:lnTo>
                  <a:pt x="253691" y="192880"/>
                </a:lnTo>
                <a:lnTo>
                  <a:pt x="228600" y="217971"/>
                </a:lnTo>
                <a:lnTo>
                  <a:pt x="203509" y="19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63562" y="1632771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2014741"/>
            <a:ext cx="914400" cy="551157"/>
          </a:xfrm>
          <a:custGeom>
            <a:avLst/>
            <a:gdLst/>
            <a:ahLst/>
            <a:cxnLst/>
            <a:rect l="l" t="t" r="r" b="b"/>
            <a:pathLst>
              <a:path w="914400" h="551157">
                <a:moveTo>
                  <a:pt x="388903" y="860"/>
                </a:moveTo>
                <a:lnTo>
                  <a:pt x="315898" y="73872"/>
                </a:lnTo>
                <a:cubicBezTo>
                  <a:pt x="294034" y="79874"/>
                  <a:pt x="273753" y="90875"/>
                  <a:pt x="256608" y="106021"/>
                </a:cubicBezTo>
                <a:lnTo>
                  <a:pt x="218606" y="139884"/>
                </a:lnTo>
                <a:cubicBezTo>
                  <a:pt x="204030" y="152885"/>
                  <a:pt x="185029" y="160028"/>
                  <a:pt x="165452" y="160028"/>
                </a:cubicBezTo>
                <a:lnTo>
                  <a:pt x="137160" y="160028"/>
                </a:lnTo>
                <a:lnTo>
                  <a:pt x="137160" y="342908"/>
                </a:lnTo>
                <a:cubicBezTo>
                  <a:pt x="166302" y="343768"/>
                  <a:pt x="194027" y="355623"/>
                  <a:pt x="214738" y="376341"/>
                </a:cubicBezTo>
                <a:lnTo>
                  <a:pt x="265597" y="427202"/>
                </a:lnTo>
                <a:lnTo>
                  <a:pt x="275600" y="437205"/>
                </a:lnTo>
                <a:lnTo>
                  <a:pt x="275600" y="437205"/>
                </a:lnTo>
                <a:lnTo>
                  <a:pt x="314179" y="475781"/>
                </a:lnTo>
                <a:cubicBezTo>
                  <a:pt x="323039" y="484638"/>
                  <a:pt x="337615" y="484638"/>
                  <a:pt x="346466" y="475781"/>
                </a:cubicBezTo>
                <a:cubicBezTo>
                  <a:pt x="348898" y="473350"/>
                  <a:pt x="350755" y="470495"/>
                  <a:pt x="351751" y="467491"/>
                </a:cubicBezTo>
                <a:cubicBezTo>
                  <a:pt x="355756" y="456490"/>
                  <a:pt x="365038" y="448201"/>
                  <a:pt x="376468" y="445632"/>
                </a:cubicBezTo>
                <a:cubicBezTo>
                  <a:pt x="387898" y="443058"/>
                  <a:pt x="399895" y="446492"/>
                  <a:pt x="408188" y="454919"/>
                </a:cubicBezTo>
                <a:lnTo>
                  <a:pt x="423623" y="470065"/>
                </a:lnTo>
                <a:cubicBezTo>
                  <a:pt x="440201" y="486638"/>
                  <a:pt x="467057" y="486638"/>
                  <a:pt x="483489" y="470065"/>
                </a:cubicBezTo>
                <a:cubicBezTo>
                  <a:pt x="491207" y="462349"/>
                  <a:pt x="495349" y="452494"/>
                  <a:pt x="495779" y="442347"/>
                </a:cubicBezTo>
                <a:cubicBezTo>
                  <a:pt x="496345" y="429776"/>
                  <a:pt x="503780" y="418631"/>
                  <a:pt x="515210" y="413202"/>
                </a:cubicBezTo>
                <a:cubicBezTo>
                  <a:pt x="526640" y="407773"/>
                  <a:pt x="539926" y="408914"/>
                  <a:pt x="550066" y="416201"/>
                </a:cubicBezTo>
                <a:cubicBezTo>
                  <a:pt x="563499" y="425774"/>
                  <a:pt x="582217" y="424490"/>
                  <a:pt x="594214" y="412486"/>
                </a:cubicBezTo>
                <a:cubicBezTo>
                  <a:pt x="607646" y="399054"/>
                  <a:pt x="607646" y="377339"/>
                  <a:pt x="594214" y="364050"/>
                </a:cubicBezTo>
                <a:lnTo>
                  <a:pt x="485912" y="255753"/>
                </a:lnTo>
                <a:lnTo>
                  <a:pt x="434761" y="302905"/>
                </a:lnTo>
                <a:cubicBezTo>
                  <a:pt x="395752" y="338912"/>
                  <a:pt x="335896" y="339480"/>
                  <a:pt x="296174" y="304189"/>
                </a:cubicBezTo>
                <a:cubicBezTo>
                  <a:pt x="250884" y="263899"/>
                  <a:pt x="249878" y="193605"/>
                  <a:pt x="293888" y="152026"/>
                </a:cubicBezTo>
                <a:lnTo>
                  <a:pt x="394042" y="57442"/>
                </a:lnTo>
                <a:cubicBezTo>
                  <a:pt x="433188" y="20580"/>
                  <a:pt x="484906" y="6"/>
                  <a:pt x="538774" y="6"/>
                </a:cubicBezTo>
                <a:cubicBezTo>
                  <a:pt x="590355" y="6"/>
                  <a:pt x="640217" y="19010"/>
                  <a:pt x="678649" y="53154"/>
                </a:cubicBezTo>
                <a:lnTo>
                  <a:pt x="721654" y="91443"/>
                </a:lnTo>
                <a:lnTo>
                  <a:pt x="777231" y="91443"/>
                </a:lnTo>
                <a:lnTo>
                  <a:pt x="834381" y="91443"/>
                </a:lnTo>
                <a:lnTo>
                  <a:pt x="891531" y="91443"/>
                </a:lnTo>
                <a:cubicBezTo>
                  <a:pt x="904104" y="91443"/>
                  <a:pt x="914391" y="101727"/>
                  <a:pt x="914391" y="114305"/>
                </a:cubicBezTo>
                <a:lnTo>
                  <a:pt x="914391" y="411483"/>
                </a:lnTo>
                <a:cubicBezTo>
                  <a:pt x="914391" y="436770"/>
                  <a:pt x="893963" y="457201"/>
                  <a:pt x="868671" y="457201"/>
                </a:cubicBezTo>
                <a:lnTo>
                  <a:pt x="822951" y="457201"/>
                </a:lnTo>
                <a:cubicBezTo>
                  <a:pt x="806089" y="457201"/>
                  <a:pt x="791230" y="448058"/>
                  <a:pt x="783376" y="434339"/>
                </a:cubicBezTo>
                <a:lnTo>
                  <a:pt x="662071" y="434339"/>
                </a:lnTo>
                <a:cubicBezTo>
                  <a:pt x="657216" y="443913"/>
                  <a:pt x="650788" y="453057"/>
                  <a:pt x="642787" y="461059"/>
                </a:cubicBezTo>
                <a:cubicBezTo>
                  <a:pt x="618354" y="485492"/>
                  <a:pt x="584494" y="495066"/>
                  <a:pt x="552773" y="489775"/>
                </a:cubicBezTo>
                <a:cubicBezTo>
                  <a:pt x="547634" y="500203"/>
                  <a:pt x="540630" y="509920"/>
                  <a:pt x="531916" y="518633"/>
                </a:cubicBezTo>
                <a:cubicBezTo>
                  <a:pt x="492907" y="557639"/>
                  <a:pt x="431908" y="561497"/>
                  <a:pt x="388474" y="530208"/>
                </a:cubicBezTo>
                <a:cubicBezTo>
                  <a:pt x="352611" y="559926"/>
                  <a:pt x="299173" y="558069"/>
                  <a:pt x="265606" y="524349"/>
                </a:cubicBezTo>
                <a:lnTo>
                  <a:pt x="227174" y="485773"/>
                </a:lnTo>
                <a:lnTo>
                  <a:pt x="217170" y="475770"/>
                </a:lnTo>
                <a:lnTo>
                  <a:pt x="166302" y="424909"/>
                </a:lnTo>
                <a:cubicBezTo>
                  <a:pt x="158447" y="417050"/>
                  <a:pt x="148160" y="412480"/>
                  <a:pt x="137160" y="411621"/>
                </a:cubicBezTo>
                <a:cubicBezTo>
                  <a:pt x="137160" y="436764"/>
                  <a:pt x="116586" y="457196"/>
                  <a:pt x="91440" y="457196"/>
                </a:cubicBezTo>
                <a:lnTo>
                  <a:pt x="45720" y="457196"/>
                </a:lnTo>
                <a:cubicBezTo>
                  <a:pt x="20428" y="457196"/>
                  <a:pt x="0" y="436764"/>
                  <a:pt x="0" y="411477"/>
                </a:cubicBezTo>
                <a:lnTo>
                  <a:pt x="0" y="114299"/>
                </a:lnTo>
                <a:cubicBezTo>
                  <a:pt x="0" y="101727"/>
                  <a:pt x="10287" y="91437"/>
                  <a:pt x="22860" y="91437"/>
                </a:cubicBezTo>
                <a:lnTo>
                  <a:pt x="80010" y="91437"/>
                </a:lnTo>
                <a:lnTo>
                  <a:pt x="137160" y="91437"/>
                </a:lnTo>
                <a:lnTo>
                  <a:pt x="165452" y="91437"/>
                </a:lnTo>
                <a:cubicBezTo>
                  <a:pt x="168314" y="91437"/>
                  <a:pt x="171020" y="90439"/>
                  <a:pt x="173023" y="88582"/>
                </a:cubicBezTo>
                <a:lnTo>
                  <a:pt x="210888" y="54862"/>
                </a:lnTo>
                <a:cubicBezTo>
                  <a:pt x="250747" y="19572"/>
                  <a:pt x="302045" y="0"/>
                  <a:pt x="355336" y="0"/>
                </a:cubicBezTo>
                <a:lnTo>
                  <a:pt x="370049" y="0"/>
                </a:lnTo>
                <a:cubicBezTo>
                  <a:pt x="376330" y="0"/>
                  <a:pt x="382768" y="287"/>
                  <a:pt x="388903" y="860"/>
                </a:cubicBezTo>
                <a:lnTo>
                  <a:pt x="388903" y="860"/>
                </a:lnTo>
                <a:moveTo>
                  <a:pt x="777240" y="365759"/>
                </a:moveTo>
                <a:lnTo>
                  <a:pt x="777240" y="160017"/>
                </a:lnTo>
                <a:lnTo>
                  <a:pt x="708660" y="160017"/>
                </a:lnTo>
                <a:cubicBezTo>
                  <a:pt x="700229" y="160017"/>
                  <a:pt x="692082" y="156876"/>
                  <a:pt x="685946" y="151304"/>
                </a:cubicBezTo>
                <a:lnTo>
                  <a:pt x="633222" y="104439"/>
                </a:lnTo>
                <a:cubicBezTo>
                  <a:pt x="607216" y="81296"/>
                  <a:pt x="573640" y="68575"/>
                  <a:pt x="538783" y="68575"/>
                </a:cubicBezTo>
                <a:cubicBezTo>
                  <a:pt x="502490" y="68575"/>
                  <a:pt x="467633" y="82436"/>
                  <a:pt x="441198" y="107294"/>
                </a:cubicBezTo>
                <a:lnTo>
                  <a:pt x="341044" y="201878"/>
                </a:lnTo>
                <a:cubicBezTo>
                  <a:pt x="326331" y="215877"/>
                  <a:pt x="326615" y="239455"/>
                  <a:pt x="341757" y="252882"/>
                </a:cubicBezTo>
                <a:cubicBezTo>
                  <a:pt x="355043" y="264743"/>
                  <a:pt x="375187" y="264456"/>
                  <a:pt x="388190" y="252452"/>
                </a:cubicBezTo>
                <a:lnTo>
                  <a:pt x="490914" y="157581"/>
                </a:lnTo>
                <a:cubicBezTo>
                  <a:pt x="504776" y="144723"/>
                  <a:pt x="526493" y="145577"/>
                  <a:pt x="539350" y="159582"/>
                </a:cubicBezTo>
                <a:cubicBezTo>
                  <a:pt x="552206" y="173581"/>
                  <a:pt x="551356" y="195159"/>
                  <a:pt x="537347" y="208018"/>
                </a:cubicBezTo>
                <a:lnTo>
                  <a:pt x="536204" y="209159"/>
                </a:lnTo>
                <a:lnTo>
                  <a:pt x="642503" y="315460"/>
                </a:lnTo>
                <a:cubicBezTo>
                  <a:pt x="656795" y="329746"/>
                  <a:pt x="666076" y="347323"/>
                  <a:pt x="670219" y="365610"/>
                </a:cubicBezTo>
                <a:lnTo>
                  <a:pt x="777085" y="365610"/>
                </a:lnTo>
                <a:lnTo>
                  <a:pt x="777240" y="365759"/>
                </a:lnTo>
                <a:moveTo>
                  <a:pt x="91440" y="388621"/>
                </a:moveTo>
                <a:cubicBezTo>
                  <a:pt x="91440" y="375994"/>
                  <a:pt x="81208" y="365759"/>
                  <a:pt x="68580" y="365759"/>
                </a:cubicBezTo>
                <a:cubicBezTo>
                  <a:pt x="55952" y="365759"/>
                  <a:pt x="45720" y="375994"/>
                  <a:pt x="45720" y="388621"/>
                </a:cubicBezTo>
                <a:cubicBezTo>
                  <a:pt x="45720" y="401248"/>
                  <a:pt x="55952" y="411483"/>
                  <a:pt x="68580" y="411483"/>
                </a:cubicBezTo>
                <a:cubicBezTo>
                  <a:pt x="81208" y="411483"/>
                  <a:pt x="91440" y="401248"/>
                  <a:pt x="91440" y="388621"/>
                </a:cubicBezTo>
                <a:moveTo>
                  <a:pt x="845820" y="411483"/>
                </a:moveTo>
                <a:cubicBezTo>
                  <a:pt x="858448" y="411483"/>
                  <a:pt x="868680" y="401248"/>
                  <a:pt x="868680" y="388621"/>
                </a:cubicBezTo>
                <a:cubicBezTo>
                  <a:pt x="868680" y="375994"/>
                  <a:pt x="858448" y="365759"/>
                  <a:pt x="845820" y="365759"/>
                </a:cubicBezTo>
                <a:cubicBezTo>
                  <a:pt x="833192" y="365759"/>
                  <a:pt x="822960" y="375994"/>
                  <a:pt x="822960" y="388621"/>
                </a:cubicBezTo>
                <a:cubicBezTo>
                  <a:pt x="822960" y="401248"/>
                  <a:pt x="833192" y="411483"/>
                  <a:pt x="845820" y="41148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入职阶段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其他offer竞争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985519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177796" y="76200"/>
                </a:moveTo>
                <a:cubicBezTo>
                  <a:pt x="177796" y="132241"/>
                  <a:pt x="132231" y="177802"/>
                  <a:pt x="76197" y="177802"/>
                </a:cubicBezTo>
                <a:lnTo>
                  <a:pt x="76197" y="431804"/>
                </a:lnTo>
                <a:cubicBezTo>
                  <a:pt x="132231" y="431804"/>
                  <a:pt x="177796" y="477366"/>
                  <a:pt x="177796" y="533406"/>
                </a:cubicBezTo>
                <a:lnTo>
                  <a:pt x="736595" y="533406"/>
                </a:lnTo>
                <a:cubicBezTo>
                  <a:pt x="736595" y="477366"/>
                  <a:pt x="782159" y="431804"/>
                  <a:pt x="838194" y="431804"/>
                </a:cubicBezTo>
                <a:lnTo>
                  <a:pt x="838194" y="177802"/>
                </a:lnTo>
                <a:cubicBezTo>
                  <a:pt x="782159" y="177802"/>
                  <a:pt x="736595" y="132241"/>
                  <a:pt x="736595" y="76200"/>
                </a:cubicBezTo>
                <a:lnTo>
                  <a:pt x="177796" y="76200"/>
                </a:lnTo>
                <a:moveTo>
                  <a:pt x="0" y="101602"/>
                </a:moveTo>
                <a:cubicBezTo>
                  <a:pt x="0" y="45562"/>
                  <a:pt x="45565" y="0"/>
                  <a:pt x="101599" y="0"/>
                </a:cubicBezTo>
                <a:lnTo>
                  <a:pt x="812801" y="0"/>
                </a:lnTo>
                <a:cubicBezTo>
                  <a:pt x="868835" y="0"/>
                  <a:pt x="914400" y="45562"/>
                  <a:pt x="914400" y="101602"/>
                </a:cubicBezTo>
                <a:lnTo>
                  <a:pt x="914400" y="508004"/>
                </a:lnTo>
                <a:cubicBezTo>
                  <a:pt x="914400" y="564045"/>
                  <a:pt x="868835" y="609606"/>
                  <a:pt x="812801" y="609606"/>
                </a:cubicBezTo>
                <a:lnTo>
                  <a:pt x="101599" y="609606"/>
                </a:lnTo>
                <a:cubicBezTo>
                  <a:pt x="45565" y="609606"/>
                  <a:pt x="0" y="564045"/>
                  <a:pt x="0" y="508004"/>
                </a:cubicBezTo>
                <a:lnTo>
                  <a:pt x="0" y="101602"/>
                </a:lnTo>
                <a:moveTo>
                  <a:pt x="457200" y="152400"/>
                </a:moveTo>
                <a:cubicBezTo>
                  <a:pt x="541371" y="152400"/>
                  <a:pt x="609603" y="220633"/>
                  <a:pt x="609603" y="304800"/>
                </a:cubicBezTo>
                <a:cubicBezTo>
                  <a:pt x="609603" y="388967"/>
                  <a:pt x="541371" y="457200"/>
                  <a:pt x="457200" y="457200"/>
                </a:cubicBezTo>
                <a:cubicBezTo>
                  <a:pt x="373029" y="457200"/>
                  <a:pt x="304797" y="388967"/>
                  <a:pt x="304797" y="304800"/>
                </a:cubicBezTo>
                <a:cubicBezTo>
                  <a:pt x="304797" y="220633"/>
                  <a:pt x="373029" y="152400"/>
                  <a:pt x="457200" y="1524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Offer阶段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薪资期望差异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833242"/>
            <a:ext cx="914400" cy="914155"/>
          </a:xfrm>
          <a:custGeom>
            <a:avLst/>
            <a:gdLst/>
            <a:ahLst/>
            <a:cxnLst/>
            <a:rect l="l" t="t" r="r" b="b"/>
            <a:pathLst>
              <a:path w="914400" h="914155">
                <a:moveTo>
                  <a:pt x="657161" y="371439"/>
                </a:moveTo>
                <a:cubicBezTo>
                  <a:pt x="657161" y="213638"/>
                  <a:pt x="529236" y="85720"/>
                  <a:pt x="371438" y="85720"/>
                </a:cubicBezTo>
                <a:cubicBezTo>
                  <a:pt x="213640" y="85720"/>
                  <a:pt x="85716" y="213638"/>
                  <a:pt x="85716" y="371439"/>
                </a:cubicBezTo>
                <a:cubicBezTo>
                  <a:pt x="85716" y="529241"/>
                  <a:pt x="213640" y="657158"/>
                  <a:pt x="371438" y="657158"/>
                </a:cubicBezTo>
                <a:cubicBezTo>
                  <a:pt x="529236" y="657158"/>
                  <a:pt x="657161" y="529241"/>
                  <a:pt x="657161" y="371439"/>
                </a:cubicBezTo>
                <a:lnTo>
                  <a:pt x="657161" y="371439"/>
                </a:lnTo>
                <a:moveTo>
                  <a:pt x="601977" y="662698"/>
                </a:moveTo>
                <a:cubicBezTo>
                  <a:pt x="538764" y="712876"/>
                  <a:pt x="458581" y="742879"/>
                  <a:pt x="371438" y="742879"/>
                </a:cubicBezTo>
                <a:cubicBezTo>
                  <a:pt x="166256" y="742879"/>
                  <a:pt x="0" y="576621"/>
                  <a:pt x="0" y="371439"/>
                </a:cubicBezTo>
                <a:cubicBezTo>
                  <a:pt x="0" y="166257"/>
                  <a:pt x="166256" y="0"/>
                  <a:pt x="371438" y="0"/>
                </a:cubicBezTo>
                <a:cubicBezTo>
                  <a:pt x="576621" y="0"/>
                  <a:pt x="742877" y="166257"/>
                  <a:pt x="742877" y="371439"/>
                </a:cubicBezTo>
                <a:cubicBezTo>
                  <a:pt x="742877" y="458586"/>
                  <a:pt x="712875" y="538766"/>
                  <a:pt x="662693" y="601980"/>
                </a:cubicBezTo>
                <a:lnTo>
                  <a:pt x="901809" y="841095"/>
                </a:lnTo>
                <a:cubicBezTo>
                  <a:pt x="918597" y="857879"/>
                  <a:pt x="918597" y="885030"/>
                  <a:pt x="901809" y="901631"/>
                </a:cubicBezTo>
                <a:cubicBezTo>
                  <a:pt x="885020" y="918241"/>
                  <a:pt x="857881" y="918415"/>
                  <a:pt x="841275" y="901631"/>
                </a:cubicBezTo>
                <a:lnTo>
                  <a:pt x="601977" y="6626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面试阶段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能力不匹配分析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0" y="74473"/>
                </a:moveTo>
                <a:cubicBezTo>
                  <a:pt x="0" y="33396"/>
                  <a:pt x="33394" y="0"/>
                  <a:pt x="74478" y="0"/>
                </a:cubicBezTo>
                <a:lnTo>
                  <a:pt x="839931" y="0"/>
                </a:lnTo>
                <a:cubicBezTo>
                  <a:pt x="881006" y="0"/>
                  <a:pt x="914409" y="33396"/>
                  <a:pt x="914409" y="74473"/>
                </a:cubicBezTo>
                <a:cubicBezTo>
                  <a:pt x="914409" y="91619"/>
                  <a:pt x="908511" y="108230"/>
                  <a:pt x="897621" y="121447"/>
                </a:cubicBezTo>
                <a:lnTo>
                  <a:pt x="600084" y="486669"/>
                </a:lnTo>
                <a:lnTo>
                  <a:pt x="600084" y="742413"/>
                </a:lnTo>
                <a:cubicBezTo>
                  <a:pt x="600084" y="774201"/>
                  <a:pt x="574188" y="800100"/>
                  <a:pt x="542395" y="800100"/>
                </a:cubicBezTo>
                <a:cubicBezTo>
                  <a:pt x="529355" y="800100"/>
                  <a:pt x="516682" y="795635"/>
                  <a:pt x="506495" y="787602"/>
                </a:cubicBezTo>
                <a:lnTo>
                  <a:pt x="341300" y="656514"/>
                </a:lnTo>
                <a:cubicBezTo>
                  <a:pt x="324155" y="642944"/>
                  <a:pt x="314334" y="622406"/>
                  <a:pt x="314334" y="600611"/>
                </a:cubicBezTo>
                <a:lnTo>
                  <a:pt x="314334" y="486845"/>
                </a:lnTo>
                <a:lnTo>
                  <a:pt x="16798" y="121439"/>
                </a:lnTo>
                <a:cubicBezTo>
                  <a:pt x="5907" y="108222"/>
                  <a:pt x="9" y="91611"/>
                  <a:pt x="9" y="74465"/>
                </a:cubicBezTo>
                <a:lnTo>
                  <a:pt x="0" y="74473"/>
                </a:lnTo>
                <a:moveTo>
                  <a:pt x="98225" y="85723"/>
                </a:moveTo>
                <a:lnTo>
                  <a:pt x="390403" y="444336"/>
                </a:lnTo>
                <a:cubicBezTo>
                  <a:pt x="396658" y="452016"/>
                  <a:pt x="400050" y="461482"/>
                  <a:pt x="400050" y="471483"/>
                </a:cubicBezTo>
                <a:lnTo>
                  <a:pt x="400050" y="593642"/>
                </a:lnTo>
                <a:lnTo>
                  <a:pt x="514350" y="684366"/>
                </a:lnTo>
                <a:lnTo>
                  <a:pt x="514350" y="471483"/>
                </a:lnTo>
                <a:cubicBezTo>
                  <a:pt x="514350" y="461658"/>
                  <a:pt x="517742" y="452016"/>
                  <a:pt x="523997" y="444336"/>
                </a:cubicBezTo>
                <a:lnTo>
                  <a:pt x="816175" y="85723"/>
                </a:lnTo>
                <a:lnTo>
                  <a:pt x="98225" y="8572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简历筛选阶段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不符合要求占比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智能数据洞察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分析引擎层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统一数据源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数据存储层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流程引擎管理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业务逻辑层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可视化仪表盘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前端展示层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0" y="1839553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16" y="41077"/>
                </a:moveTo>
                <a:cubicBezTo>
                  <a:pt x="73" y="42578"/>
                  <a:pt x="0" y="44150"/>
                  <a:pt x="0" y="45721"/>
                </a:cubicBezTo>
                <a:lnTo>
                  <a:pt x="0" y="91442"/>
                </a:lnTo>
                <a:lnTo>
                  <a:pt x="0" y="274322"/>
                </a:lnTo>
                <a:cubicBezTo>
                  <a:pt x="0" y="299538"/>
                  <a:pt x="20501" y="320043"/>
                  <a:pt x="45720" y="320043"/>
                </a:cubicBezTo>
                <a:lnTo>
                  <a:pt x="320040" y="320043"/>
                </a:lnTo>
                <a:cubicBezTo>
                  <a:pt x="345259" y="320043"/>
                  <a:pt x="365760" y="299542"/>
                  <a:pt x="365760" y="274322"/>
                </a:cubicBezTo>
                <a:lnTo>
                  <a:pt x="365760" y="91442"/>
                </a:lnTo>
                <a:lnTo>
                  <a:pt x="365760" y="45721"/>
                </a:lnTo>
                <a:cubicBezTo>
                  <a:pt x="365760" y="20505"/>
                  <a:pt x="345259" y="0"/>
                  <a:pt x="320040" y="0"/>
                </a:cubicBezTo>
                <a:lnTo>
                  <a:pt x="45720" y="0"/>
                </a:lnTo>
                <a:cubicBezTo>
                  <a:pt x="44147" y="0"/>
                  <a:pt x="42578" y="70"/>
                  <a:pt x="41075" y="214"/>
                </a:cubicBezTo>
                <a:cubicBezTo>
                  <a:pt x="34502" y="858"/>
                  <a:pt x="28357" y="2928"/>
                  <a:pt x="22860" y="6071"/>
                </a:cubicBezTo>
                <a:cubicBezTo>
                  <a:pt x="15574" y="10356"/>
                  <a:pt x="9572" y="16501"/>
                  <a:pt x="5501" y="23929"/>
                </a:cubicBezTo>
                <a:cubicBezTo>
                  <a:pt x="2714" y="29143"/>
                  <a:pt x="856" y="34932"/>
                  <a:pt x="216" y="41074"/>
                </a:cubicBezTo>
                <a:lnTo>
                  <a:pt x="216" y="41077"/>
                </a:lnTo>
                <a:moveTo>
                  <a:pt x="34290" y="91439"/>
                </a:moveTo>
                <a:lnTo>
                  <a:pt x="331470" y="91439"/>
                </a:lnTo>
                <a:lnTo>
                  <a:pt x="331470" y="274319"/>
                </a:lnTo>
                <a:cubicBezTo>
                  <a:pt x="331470" y="280605"/>
                  <a:pt x="326327" y="285748"/>
                  <a:pt x="320040" y="285748"/>
                </a:cubicBezTo>
                <a:lnTo>
                  <a:pt x="45720" y="285748"/>
                </a:lnTo>
                <a:cubicBezTo>
                  <a:pt x="39433" y="285748"/>
                  <a:pt x="34290" y="280605"/>
                  <a:pt x="34290" y="274319"/>
                </a:cubicBezTo>
                <a:lnTo>
                  <a:pt x="34290" y="9143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9795" y="1816693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9826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85751" y="61437"/>
                </a:moveTo>
                <a:lnTo>
                  <a:pt x="285751" y="124801"/>
                </a:lnTo>
                <a:cubicBezTo>
                  <a:pt x="276249" y="129944"/>
                  <a:pt x="263175" y="134944"/>
                  <a:pt x="246604" y="139018"/>
                </a:cubicBezTo>
                <a:cubicBezTo>
                  <a:pt x="222386" y="145020"/>
                  <a:pt x="192527" y="148590"/>
                  <a:pt x="160020" y="148590"/>
                </a:cubicBezTo>
                <a:cubicBezTo>
                  <a:pt x="127517" y="148590"/>
                  <a:pt x="97654" y="145017"/>
                  <a:pt x="73437" y="139018"/>
                </a:cubicBezTo>
                <a:cubicBezTo>
                  <a:pt x="56862" y="134947"/>
                  <a:pt x="43791" y="130017"/>
                  <a:pt x="34289" y="124801"/>
                </a:cubicBezTo>
                <a:lnTo>
                  <a:pt x="34289" y="61437"/>
                </a:lnTo>
                <a:lnTo>
                  <a:pt x="34718" y="61078"/>
                </a:lnTo>
                <a:cubicBezTo>
                  <a:pt x="38504" y="57863"/>
                  <a:pt x="46076" y="53434"/>
                  <a:pt x="58436" y="49005"/>
                </a:cubicBezTo>
                <a:cubicBezTo>
                  <a:pt x="82798" y="40362"/>
                  <a:pt x="118729" y="34290"/>
                  <a:pt x="160020" y="34290"/>
                </a:cubicBezTo>
                <a:cubicBezTo>
                  <a:pt x="201312" y="34290"/>
                  <a:pt x="237243" y="40362"/>
                  <a:pt x="261604" y="49005"/>
                </a:cubicBezTo>
                <a:cubicBezTo>
                  <a:pt x="273964" y="53434"/>
                  <a:pt x="281463" y="57863"/>
                  <a:pt x="285322" y="61078"/>
                </a:cubicBezTo>
                <a:lnTo>
                  <a:pt x="285751" y="61437"/>
                </a:lnTo>
                <a:moveTo>
                  <a:pt x="285751" y="162522"/>
                </a:moveTo>
                <a:lnTo>
                  <a:pt x="285751" y="216241"/>
                </a:lnTo>
                <a:cubicBezTo>
                  <a:pt x="276249" y="221384"/>
                  <a:pt x="263175" y="226384"/>
                  <a:pt x="246604" y="230458"/>
                </a:cubicBezTo>
                <a:cubicBezTo>
                  <a:pt x="222386" y="236460"/>
                  <a:pt x="192527" y="240030"/>
                  <a:pt x="160020" y="240030"/>
                </a:cubicBezTo>
                <a:cubicBezTo>
                  <a:pt x="127517" y="240030"/>
                  <a:pt x="97654" y="236457"/>
                  <a:pt x="73437" y="230458"/>
                </a:cubicBezTo>
                <a:cubicBezTo>
                  <a:pt x="56862" y="226387"/>
                  <a:pt x="43791" y="221457"/>
                  <a:pt x="34289" y="216241"/>
                </a:cubicBezTo>
                <a:lnTo>
                  <a:pt x="34289" y="162522"/>
                </a:lnTo>
                <a:cubicBezTo>
                  <a:pt x="43791" y="166307"/>
                  <a:pt x="54221" y="169596"/>
                  <a:pt x="65221" y="172310"/>
                </a:cubicBezTo>
                <a:cubicBezTo>
                  <a:pt x="92511" y="179025"/>
                  <a:pt x="125158" y="182884"/>
                  <a:pt x="160020" y="182884"/>
                </a:cubicBezTo>
                <a:cubicBezTo>
                  <a:pt x="194882" y="182884"/>
                  <a:pt x="227529" y="179025"/>
                  <a:pt x="254819" y="172310"/>
                </a:cubicBezTo>
                <a:cubicBezTo>
                  <a:pt x="265819" y="169596"/>
                  <a:pt x="276249" y="166381"/>
                  <a:pt x="285751" y="162522"/>
                </a:cubicBezTo>
                <a:lnTo>
                  <a:pt x="285751" y="162522"/>
                </a:lnTo>
                <a:moveTo>
                  <a:pt x="34289" y="304323"/>
                </a:moveTo>
                <a:lnTo>
                  <a:pt x="34289" y="254031"/>
                </a:lnTo>
                <a:cubicBezTo>
                  <a:pt x="43791" y="257817"/>
                  <a:pt x="54221" y="261105"/>
                  <a:pt x="65221" y="263819"/>
                </a:cubicBezTo>
                <a:cubicBezTo>
                  <a:pt x="92511" y="270461"/>
                  <a:pt x="125158" y="274320"/>
                  <a:pt x="160020" y="274320"/>
                </a:cubicBezTo>
                <a:cubicBezTo>
                  <a:pt x="194882" y="274320"/>
                  <a:pt x="227529" y="270461"/>
                  <a:pt x="254819" y="263746"/>
                </a:cubicBezTo>
                <a:cubicBezTo>
                  <a:pt x="265819" y="261032"/>
                  <a:pt x="276249" y="257817"/>
                  <a:pt x="285751" y="253958"/>
                </a:cubicBezTo>
                <a:lnTo>
                  <a:pt x="285751" y="304250"/>
                </a:lnTo>
                <a:lnTo>
                  <a:pt x="285322" y="304609"/>
                </a:lnTo>
                <a:cubicBezTo>
                  <a:pt x="281536" y="307824"/>
                  <a:pt x="273964" y="312253"/>
                  <a:pt x="261604" y="316682"/>
                </a:cubicBezTo>
                <a:cubicBezTo>
                  <a:pt x="237243" y="325398"/>
                  <a:pt x="201312" y="331470"/>
                  <a:pt x="160020" y="331470"/>
                </a:cubicBezTo>
                <a:cubicBezTo>
                  <a:pt x="118728" y="331470"/>
                  <a:pt x="82798" y="325398"/>
                  <a:pt x="58436" y="316755"/>
                </a:cubicBezTo>
                <a:cubicBezTo>
                  <a:pt x="46076" y="312326"/>
                  <a:pt x="38578" y="307897"/>
                  <a:pt x="34718" y="304682"/>
                </a:cubicBezTo>
                <a:lnTo>
                  <a:pt x="34289" y="304323"/>
                </a:lnTo>
                <a:moveTo>
                  <a:pt x="287249" y="302824"/>
                </a:moveTo>
                <a:cubicBezTo>
                  <a:pt x="287249" y="302824"/>
                  <a:pt x="287249" y="302897"/>
                  <a:pt x="287105" y="302966"/>
                </a:cubicBezTo>
                <a:lnTo>
                  <a:pt x="287175" y="302824"/>
                </a:lnTo>
                <a:cubicBezTo>
                  <a:pt x="287175" y="302824"/>
                  <a:pt x="287175" y="302824"/>
                  <a:pt x="287175" y="302751"/>
                </a:cubicBezTo>
                <a:lnTo>
                  <a:pt x="287249" y="302824"/>
                </a:lnTo>
                <a:moveTo>
                  <a:pt x="32862" y="302824"/>
                </a:moveTo>
                <a:cubicBezTo>
                  <a:pt x="32862" y="302824"/>
                  <a:pt x="32862" y="302897"/>
                  <a:pt x="33006" y="302966"/>
                </a:cubicBezTo>
                <a:cubicBezTo>
                  <a:pt x="32935" y="302893"/>
                  <a:pt x="32935" y="302824"/>
                  <a:pt x="32862" y="302824"/>
                </a:cubicBezTo>
                <a:moveTo>
                  <a:pt x="32862" y="62936"/>
                </a:moveTo>
                <a:cubicBezTo>
                  <a:pt x="32862" y="62936"/>
                  <a:pt x="32932" y="62863"/>
                  <a:pt x="33006" y="62794"/>
                </a:cubicBezTo>
                <a:cubicBezTo>
                  <a:pt x="32935" y="62867"/>
                  <a:pt x="32862" y="62936"/>
                  <a:pt x="32862" y="62936"/>
                </a:cubicBezTo>
                <a:moveTo>
                  <a:pt x="287178" y="62794"/>
                </a:moveTo>
                <a:cubicBezTo>
                  <a:pt x="287249" y="62867"/>
                  <a:pt x="287322" y="62936"/>
                  <a:pt x="287322" y="62936"/>
                </a:cubicBezTo>
                <a:cubicBezTo>
                  <a:pt x="287322" y="62936"/>
                  <a:pt x="287322" y="62863"/>
                  <a:pt x="287178" y="62794"/>
                </a:cubicBezTo>
                <a:moveTo>
                  <a:pt x="320040" y="308610"/>
                </a:moveTo>
                <a:lnTo>
                  <a:pt x="320040" y="57150"/>
                </a:lnTo>
                <a:cubicBezTo>
                  <a:pt x="320040" y="25574"/>
                  <a:pt x="248389" y="0"/>
                  <a:pt x="160020" y="0"/>
                </a:cubicBezTo>
                <a:cubicBezTo>
                  <a:pt x="71651" y="0"/>
                  <a:pt x="0" y="25574"/>
                  <a:pt x="0" y="57150"/>
                </a:cubicBezTo>
                <a:lnTo>
                  <a:pt x="0" y="308610"/>
                </a:lnTo>
                <a:cubicBezTo>
                  <a:pt x="0" y="340186"/>
                  <a:pt x="71651" y="365760"/>
                  <a:pt x="160020" y="365760"/>
                </a:cubicBezTo>
                <a:cubicBezTo>
                  <a:pt x="248389" y="365760"/>
                  <a:pt x="320040" y="340186"/>
                  <a:pt x="320040" y="30861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28760" y="18166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34290"/>
                </a:moveTo>
                <a:cubicBezTo>
                  <a:pt x="152946" y="34290"/>
                  <a:pt x="165737" y="47077"/>
                  <a:pt x="165737" y="62867"/>
                </a:cubicBezTo>
                <a:lnTo>
                  <a:pt x="165737" y="91444"/>
                </a:lnTo>
                <a:lnTo>
                  <a:pt x="151948" y="91444"/>
                </a:lnTo>
                <a:cubicBezTo>
                  <a:pt x="147518" y="81371"/>
                  <a:pt x="137445" y="74300"/>
                  <a:pt x="125730" y="74300"/>
                </a:cubicBezTo>
                <a:cubicBezTo>
                  <a:pt x="109944" y="74300"/>
                  <a:pt x="97157" y="87087"/>
                  <a:pt x="97157" y="102877"/>
                </a:cubicBezTo>
                <a:cubicBezTo>
                  <a:pt x="97157" y="118663"/>
                  <a:pt x="109944" y="131454"/>
                  <a:pt x="125734" y="131454"/>
                </a:cubicBezTo>
                <a:cubicBezTo>
                  <a:pt x="137449" y="131454"/>
                  <a:pt x="147522" y="124380"/>
                  <a:pt x="151951" y="114311"/>
                </a:cubicBezTo>
                <a:lnTo>
                  <a:pt x="165740" y="114311"/>
                </a:lnTo>
                <a:lnTo>
                  <a:pt x="165740" y="182891"/>
                </a:lnTo>
                <a:lnTo>
                  <a:pt x="137167" y="182891"/>
                </a:lnTo>
                <a:cubicBezTo>
                  <a:pt x="118236" y="182891"/>
                  <a:pt x="102877" y="198249"/>
                  <a:pt x="102877" y="217181"/>
                </a:cubicBezTo>
                <a:lnTo>
                  <a:pt x="102877" y="225253"/>
                </a:lnTo>
                <a:cubicBezTo>
                  <a:pt x="92804" y="229683"/>
                  <a:pt x="85734" y="239756"/>
                  <a:pt x="85734" y="251471"/>
                </a:cubicBezTo>
                <a:cubicBezTo>
                  <a:pt x="85734" y="267257"/>
                  <a:pt x="98521" y="280048"/>
                  <a:pt x="114311" y="280048"/>
                </a:cubicBezTo>
                <a:cubicBezTo>
                  <a:pt x="130097" y="280048"/>
                  <a:pt x="142888" y="267261"/>
                  <a:pt x="142888" y="251474"/>
                </a:cubicBezTo>
                <a:cubicBezTo>
                  <a:pt x="142888" y="239759"/>
                  <a:pt x="135814" y="229686"/>
                  <a:pt x="125744" y="225257"/>
                </a:cubicBezTo>
                <a:lnTo>
                  <a:pt x="125744" y="217184"/>
                </a:lnTo>
                <a:cubicBezTo>
                  <a:pt x="125744" y="210897"/>
                  <a:pt x="130887" y="205754"/>
                  <a:pt x="137174" y="205754"/>
                </a:cubicBezTo>
                <a:lnTo>
                  <a:pt x="165751" y="205754"/>
                </a:lnTo>
                <a:lnTo>
                  <a:pt x="165751" y="300051"/>
                </a:lnTo>
                <a:cubicBezTo>
                  <a:pt x="165751" y="317410"/>
                  <a:pt x="151677" y="331484"/>
                  <a:pt x="134318" y="331484"/>
                </a:cubicBezTo>
                <a:cubicBezTo>
                  <a:pt x="121600" y="331484"/>
                  <a:pt x="110602" y="323913"/>
                  <a:pt x="105671" y="312981"/>
                </a:cubicBezTo>
                <a:cubicBezTo>
                  <a:pt x="102958" y="306979"/>
                  <a:pt x="97098" y="303050"/>
                  <a:pt x="90525" y="302908"/>
                </a:cubicBezTo>
                <a:cubicBezTo>
                  <a:pt x="72022" y="302406"/>
                  <a:pt x="57164" y="287264"/>
                  <a:pt x="57164" y="268618"/>
                </a:cubicBezTo>
                <a:cubicBezTo>
                  <a:pt x="57164" y="266760"/>
                  <a:pt x="57307" y="264901"/>
                  <a:pt x="57592" y="263190"/>
                </a:cubicBezTo>
                <a:cubicBezTo>
                  <a:pt x="58591" y="257118"/>
                  <a:pt x="56162" y="250973"/>
                  <a:pt x="51378" y="247115"/>
                </a:cubicBezTo>
                <a:cubicBezTo>
                  <a:pt x="40947" y="238684"/>
                  <a:pt x="34304" y="225897"/>
                  <a:pt x="34304" y="211468"/>
                </a:cubicBezTo>
                <a:cubicBezTo>
                  <a:pt x="34304" y="197678"/>
                  <a:pt x="40376" y="185323"/>
                  <a:pt x="50091" y="176962"/>
                </a:cubicBezTo>
                <a:cubicBezTo>
                  <a:pt x="55807" y="172031"/>
                  <a:pt x="57592" y="163889"/>
                  <a:pt x="54447" y="156958"/>
                </a:cubicBezTo>
                <a:cubicBezTo>
                  <a:pt x="52519" y="152672"/>
                  <a:pt x="51448" y="147957"/>
                  <a:pt x="51448" y="142884"/>
                </a:cubicBezTo>
                <a:cubicBezTo>
                  <a:pt x="51448" y="129453"/>
                  <a:pt x="59161" y="117811"/>
                  <a:pt x="70522" y="112167"/>
                </a:cubicBezTo>
                <a:cubicBezTo>
                  <a:pt x="76308" y="109311"/>
                  <a:pt x="80024" y="103382"/>
                  <a:pt x="80024" y="96952"/>
                </a:cubicBezTo>
                <a:cubicBezTo>
                  <a:pt x="80098" y="83163"/>
                  <a:pt x="88382" y="71235"/>
                  <a:pt x="100240" y="65877"/>
                </a:cubicBezTo>
                <a:cubicBezTo>
                  <a:pt x="104812" y="63807"/>
                  <a:pt x="108312" y="59805"/>
                  <a:pt x="109669" y="54948"/>
                </a:cubicBezTo>
                <a:cubicBezTo>
                  <a:pt x="113100" y="43017"/>
                  <a:pt x="124172" y="34301"/>
                  <a:pt x="137174" y="34301"/>
                </a:cubicBezTo>
                <a:lnTo>
                  <a:pt x="137160" y="34290"/>
                </a:lnTo>
                <a:moveTo>
                  <a:pt x="134303" y="365760"/>
                </a:moveTo>
                <a:cubicBezTo>
                  <a:pt x="153521" y="365760"/>
                  <a:pt x="170879" y="357472"/>
                  <a:pt x="182880" y="344330"/>
                </a:cubicBezTo>
                <a:cubicBezTo>
                  <a:pt x="194881" y="357545"/>
                  <a:pt x="212240" y="365760"/>
                  <a:pt x="231457" y="365760"/>
                </a:cubicBezTo>
                <a:cubicBezTo>
                  <a:pt x="254459" y="365760"/>
                  <a:pt x="274675" y="353972"/>
                  <a:pt x="286394" y="336115"/>
                </a:cubicBezTo>
                <a:cubicBezTo>
                  <a:pt x="318540" y="330402"/>
                  <a:pt x="342900" y="302326"/>
                  <a:pt x="342900" y="268607"/>
                </a:cubicBezTo>
                <a:cubicBezTo>
                  <a:pt x="342900" y="268248"/>
                  <a:pt x="342900" y="267820"/>
                  <a:pt x="342900" y="267462"/>
                </a:cubicBezTo>
                <a:cubicBezTo>
                  <a:pt x="357044" y="253033"/>
                  <a:pt x="365760" y="233245"/>
                  <a:pt x="365760" y="211457"/>
                </a:cubicBezTo>
                <a:cubicBezTo>
                  <a:pt x="365760" y="191596"/>
                  <a:pt x="358544" y="173451"/>
                  <a:pt x="346616" y="159523"/>
                </a:cubicBezTo>
                <a:cubicBezTo>
                  <a:pt x="347904" y="154164"/>
                  <a:pt x="348617" y="148594"/>
                  <a:pt x="348617" y="142877"/>
                </a:cubicBezTo>
                <a:cubicBezTo>
                  <a:pt x="348617" y="119589"/>
                  <a:pt x="336971" y="98942"/>
                  <a:pt x="319257" y="86583"/>
                </a:cubicBezTo>
                <a:cubicBezTo>
                  <a:pt x="316042" y="65936"/>
                  <a:pt x="303683" y="48364"/>
                  <a:pt x="286467" y="38149"/>
                </a:cubicBezTo>
                <a:cubicBezTo>
                  <a:pt x="276822" y="15717"/>
                  <a:pt x="254536" y="0"/>
                  <a:pt x="228604" y="0"/>
                </a:cubicBezTo>
                <a:cubicBezTo>
                  <a:pt x="210601" y="0"/>
                  <a:pt x="194314" y="7571"/>
                  <a:pt x="182884" y="19718"/>
                </a:cubicBezTo>
                <a:cubicBezTo>
                  <a:pt x="171454" y="7575"/>
                  <a:pt x="155166" y="0"/>
                  <a:pt x="137164" y="0"/>
                </a:cubicBezTo>
                <a:cubicBezTo>
                  <a:pt x="111231" y="0"/>
                  <a:pt x="88942" y="15717"/>
                  <a:pt x="79370" y="38149"/>
                </a:cubicBezTo>
                <a:cubicBezTo>
                  <a:pt x="62080" y="48364"/>
                  <a:pt x="49725" y="65939"/>
                  <a:pt x="46510" y="86583"/>
                </a:cubicBezTo>
                <a:cubicBezTo>
                  <a:pt x="28793" y="98942"/>
                  <a:pt x="17150" y="119585"/>
                  <a:pt x="17150" y="142877"/>
                </a:cubicBezTo>
                <a:cubicBezTo>
                  <a:pt x="17150" y="148594"/>
                  <a:pt x="17864" y="154164"/>
                  <a:pt x="19151" y="159523"/>
                </a:cubicBezTo>
                <a:cubicBezTo>
                  <a:pt x="7220" y="173454"/>
                  <a:pt x="7" y="191600"/>
                  <a:pt x="7" y="211457"/>
                </a:cubicBezTo>
                <a:cubicBezTo>
                  <a:pt x="7" y="233245"/>
                  <a:pt x="8723" y="253033"/>
                  <a:pt x="22867" y="267462"/>
                </a:cubicBezTo>
                <a:cubicBezTo>
                  <a:pt x="22867" y="267820"/>
                  <a:pt x="22867" y="268248"/>
                  <a:pt x="22867" y="268607"/>
                </a:cubicBezTo>
                <a:cubicBezTo>
                  <a:pt x="22867" y="302396"/>
                  <a:pt x="47227" y="330402"/>
                  <a:pt x="79374" y="336115"/>
                </a:cubicBezTo>
                <a:cubicBezTo>
                  <a:pt x="91089" y="353975"/>
                  <a:pt x="111304" y="365760"/>
                  <a:pt x="134311" y="365760"/>
                </a:cubicBezTo>
                <a:lnTo>
                  <a:pt x="134303" y="365760"/>
                </a:lnTo>
                <a:moveTo>
                  <a:pt x="231457" y="331470"/>
                </a:moveTo>
                <a:cubicBezTo>
                  <a:pt x="214098" y="331470"/>
                  <a:pt x="200023" y="317396"/>
                  <a:pt x="200023" y="300037"/>
                </a:cubicBezTo>
                <a:lnTo>
                  <a:pt x="200023" y="251460"/>
                </a:lnTo>
                <a:lnTo>
                  <a:pt x="236672" y="251460"/>
                </a:lnTo>
                <a:cubicBezTo>
                  <a:pt x="241102" y="261533"/>
                  <a:pt x="251175" y="268607"/>
                  <a:pt x="262890" y="268607"/>
                </a:cubicBezTo>
                <a:cubicBezTo>
                  <a:pt x="278676" y="268607"/>
                  <a:pt x="291467" y="255820"/>
                  <a:pt x="291467" y="240034"/>
                </a:cubicBezTo>
                <a:cubicBezTo>
                  <a:pt x="291467" y="224247"/>
                  <a:pt x="278680" y="211460"/>
                  <a:pt x="262894" y="211460"/>
                </a:cubicBezTo>
                <a:cubicBezTo>
                  <a:pt x="251178" y="211460"/>
                  <a:pt x="241105" y="218534"/>
                  <a:pt x="236676" y="228607"/>
                </a:cubicBezTo>
                <a:lnTo>
                  <a:pt x="200027" y="228607"/>
                </a:lnTo>
                <a:lnTo>
                  <a:pt x="200027" y="114307"/>
                </a:lnTo>
                <a:lnTo>
                  <a:pt x="228604" y="114307"/>
                </a:lnTo>
                <a:cubicBezTo>
                  <a:pt x="234891" y="114307"/>
                  <a:pt x="240034" y="119450"/>
                  <a:pt x="240034" y="125737"/>
                </a:cubicBezTo>
                <a:lnTo>
                  <a:pt x="240034" y="133810"/>
                </a:lnTo>
                <a:cubicBezTo>
                  <a:pt x="229960" y="138239"/>
                  <a:pt x="222890" y="148312"/>
                  <a:pt x="222890" y="160027"/>
                </a:cubicBezTo>
                <a:cubicBezTo>
                  <a:pt x="222890" y="175813"/>
                  <a:pt x="235677" y="188604"/>
                  <a:pt x="251467" y="188604"/>
                </a:cubicBezTo>
                <a:cubicBezTo>
                  <a:pt x="267253" y="188604"/>
                  <a:pt x="280044" y="175817"/>
                  <a:pt x="280044" y="160031"/>
                </a:cubicBezTo>
                <a:cubicBezTo>
                  <a:pt x="280044" y="148316"/>
                  <a:pt x="272970" y="138243"/>
                  <a:pt x="262901" y="133813"/>
                </a:cubicBezTo>
                <a:lnTo>
                  <a:pt x="262901" y="125741"/>
                </a:lnTo>
                <a:cubicBezTo>
                  <a:pt x="262901" y="106809"/>
                  <a:pt x="247542" y="91451"/>
                  <a:pt x="228611" y="91451"/>
                </a:cubicBezTo>
                <a:lnTo>
                  <a:pt x="200038" y="91451"/>
                </a:lnTo>
                <a:lnTo>
                  <a:pt x="200038" y="62878"/>
                </a:lnTo>
                <a:cubicBezTo>
                  <a:pt x="200038" y="47092"/>
                  <a:pt x="212825" y="34304"/>
                  <a:pt x="228614" y="34304"/>
                </a:cubicBezTo>
                <a:cubicBezTo>
                  <a:pt x="241617" y="34304"/>
                  <a:pt x="252689" y="43021"/>
                  <a:pt x="256120" y="54952"/>
                </a:cubicBezTo>
                <a:cubicBezTo>
                  <a:pt x="257476" y="59809"/>
                  <a:pt x="260977" y="63810"/>
                  <a:pt x="265549" y="65881"/>
                </a:cubicBezTo>
                <a:cubicBezTo>
                  <a:pt x="277407" y="71239"/>
                  <a:pt x="285695" y="83097"/>
                  <a:pt x="285764" y="96955"/>
                </a:cubicBezTo>
                <a:cubicBezTo>
                  <a:pt x="285838" y="103455"/>
                  <a:pt x="289480" y="109315"/>
                  <a:pt x="295267" y="112171"/>
                </a:cubicBezTo>
                <a:cubicBezTo>
                  <a:pt x="306624" y="117815"/>
                  <a:pt x="314341" y="129461"/>
                  <a:pt x="314341" y="142888"/>
                </a:cubicBezTo>
                <a:cubicBezTo>
                  <a:pt x="314341" y="147961"/>
                  <a:pt x="313270" y="152675"/>
                  <a:pt x="311342" y="156962"/>
                </a:cubicBezTo>
                <a:cubicBezTo>
                  <a:pt x="308200" y="163893"/>
                  <a:pt x="309985" y="171965"/>
                  <a:pt x="315698" y="176965"/>
                </a:cubicBezTo>
                <a:cubicBezTo>
                  <a:pt x="325343" y="185396"/>
                  <a:pt x="331484" y="197682"/>
                  <a:pt x="331484" y="211471"/>
                </a:cubicBezTo>
                <a:cubicBezTo>
                  <a:pt x="331484" y="225901"/>
                  <a:pt x="324842" y="238687"/>
                  <a:pt x="314411" y="247118"/>
                </a:cubicBezTo>
                <a:cubicBezTo>
                  <a:pt x="309623" y="250977"/>
                  <a:pt x="307267" y="257118"/>
                  <a:pt x="308196" y="263193"/>
                </a:cubicBezTo>
                <a:cubicBezTo>
                  <a:pt x="308482" y="264978"/>
                  <a:pt x="308624" y="266767"/>
                  <a:pt x="308624" y="268621"/>
                </a:cubicBezTo>
                <a:cubicBezTo>
                  <a:pt x="308624" y="287268"/>
                  <a:pt x="293763" y="302410"/>
                  <a:pt x="275263" y="302911"/>
                </a:cubicBezTo>
                <a:cubicBezTo>
                  <a:pt x="268691" y="303127"/>
                  <a:pt x="262835" y="306982"/>
                  <a:pt x="260117" y="312984"/>
                </a:cubicBezTo>
                <a:cubicBezTo>
                  <a:pt x="255187" y="323913"/>
                  <a:pt x="244188" y="331488"/>
                  <a:pt x="231471" y="331488"/>
                </a:cubicBezTo>
                <a:lnTo>
                  <a:pt x="231457" y="331470"/>
                </a:lnTo>
                <a:moveTo>
                  <a:pt x="125730" y="91440"/>
                </a:moveTo>
                <a:cubicBezTo>
                  <a:pt x="132043" y="91440"/>
                  <a:pt x="137160" y="96557"/>
                  <a:pt x="137160" y="102870"/>
                </a:cubicBezTo>
                <a:cubicBezTo>
                  <a:pt x="137160" y="109183"/>
                  <a:pt x="132043" y="114300"/>
                  <a:pt x="125730" y="114300"/>
                </a:cubicBezTo>
                <a:cubicBezTo>
                  <a:pt x="119417" y="114300"/>
                  <a:pt x="114300" y="109183"/>
                  <a:pt x="114300" y="102870"/>
                </a:cubicBezTo>
                <a:cubicBezTo>
                  <a:pt x="114300" y="96557"/>
                  <a:pt x="119417" y="91440"/>
                  <a:pt x="125730" y="91440"/>
                </a:cubicBezTo>
                <a:moveTo>
                  <a:pt x="114300" y="240030"/>
                </a:moveTo>
                <a:cubicBezTo>
                  <a:pt x="120613" y="240030"/>
                  <a:pt x="125730" y="245147"/>
                  <a:pt x="125730" y="251460"/>
                </a:cubicBezTo>
                <a:cubicBezTo>
                  <a:pt x="125730" y="257773"/>
                  <a:pt x="120613" y="262890"/>
                  <a:pt x="114300" y="262890"/>
                </a:cubicBezTo>
                <a:cubicBezTo>
                  <a:pt x="107987" y="262890"/>
                  <a:pt x="102870" y="257773"/>
                  <a:pt x="102870" y="251460"/>
                </a:cubicBezTo>
                <a:cubicBezTo>
                  <a:pt x="102870" y="245147"/>
                  <a:pt x="107987" y="240030"/>
                  <a:pt x="114300" y="240030"/>
                </a:cubicBezTo>
                <a:moveTo>
                  <a:pt x="240030" y="160020"/>
                </a:moveTo>
                <a:cubicBezTo>
                  <a:pt x="240030" y="153707"/>
                  <a:pt x="245147" y="148590"/>
                  <a:pt x="251460" y="148590"/>
                </a:cubicBezTo>
                <a:cubicBezTo>
                  <a:pt x="257773" y="148590"/>
                  <a:pt x="262890" y="153707"/>
                  <a:pt x="262890" y="160020"/>
                </a:cubicBezTo>
                <a:cubicBezTo>
                  <a:pt x="262890" y="166333"/>
                  <a:pt x="257773" y="171450"/>
                  <a:pt x="251460" y="171450"/>
                </a:cubicBezTo>
                <a:cubicBezTo>
                  <a:pt x="245147" y="171450"/>
                  <a:pt x="240030" y="166333"/>
                  <a:pt x="240030" y="160020"/>
                </a:cubicBezTo>
                <a:moveTo>
                  <a:pt x="262890" y="228600"/>
                </a:moveTo>
                <a:cubicBezTo>
                  <a:pt x="269203" y="228600"/>
                  <a:pt x="274320" y="233717"/>
                  <a:pt x="274320" y="240030"/>
                </a:cubicBezTo>
                <a:cubicBezTo>
                  <a:pt x="274320" y="246343"/>
                  <a:pt x="269203" y="251460"/>
                  <a:pt x="262890" y="251460"/>
                </a:cubicBezTo>
                <a:cubicBezTo>
                  <a:pt x="256577" y="251460"/>
                  <a:pt x="251460" y="246343"/>
                  <a:pt x="251460" y="240030"/>
                </a:cubicBezTo>
                <a:cubicBezTo>
                  <a:pt x="251460" y="233717"/>
                  <a:pt x="256577" y="228600"/>
                  <a:pt x="262890" y="22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实施收益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智能招聘管理系统全景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招聘效率提升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提高30%的招聘效率，加快招聘流程，满足企业需求。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30936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招聘记录留存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确保100%招聘记录留存，为后续分析和改进提供完整数据。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100%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47472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数据透明度提升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提升80%的数据透明度，增强信息的可见性和管理能力。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80%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40080" y="338243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流程时间节省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86226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实现50%的流程时间节省，使工作效率大幅提高。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79" y="2312617"/>
            <a:ext cx="2377440" cy="83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50%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50720"/>
            <a:ext cx="12192000" cy="295656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6960" y="2621280"/>
            <a:ext cx="10038080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谢谢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2025-12-25T06:27:12Z</dcterms:created>
  <dcterms:modified xsi:type="dcterms:W3CDTF">2025-12-25T06:27:12Z</dcterms:modified>
</cp:coreProperties>
</file>