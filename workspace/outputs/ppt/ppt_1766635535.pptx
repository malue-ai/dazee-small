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Figtree SemiBold" pitchFamily="2" charset="0"/>
      <p:regular r:id="rId100"/>
    </p:embeddedFont>
    <p:embeddedFont>
      <p:font typeface="Figtree Regular" pitchFamily="2" charset="0"/>
      <p:regular r:id="rId101"/>
    </p:embeddedFont>
    <p:embeddedFont>
      <p:font typeface="Figtree Bold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fac632f6c56d55fd9d116f02146924928e4c93a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1f915fcb36976eb37e18c0269ebb31c34bbbb72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blipFill>
            <a:blip r:embed="rId1"/>
            <a:srcRect/>
            <a:stretch>
              <a:fillRect l="0" r="0" t="-38889" b="-38889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AI：新一代企业级智能Agent平台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集智能能力路由与高效记忆管理，赋能智能客服、内容创作与流程自动化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产品概述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核心特性一：智能能力路由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核心特性二：记忆管理系统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技术优势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应用场景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客户价值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联系我们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73356" y="2507034"/>
            <a:ext cx="201168" cy="246937"/>
          </a:xfrm>
          <a:custGeom>
            <a:avLst/>
            <a:gdLst/>
            <a:ahLst/>
            <a:cxnLst/>
            <a:rect l="l" t="t" r="r" b="b"/>
            <a:pathLst>
              <a:path w="201168" h="246937">
                <a:moveTo>
                  <a:pt x="201168" y="0"/>
                </a:moveTo>
                <a:lnTo>
                  <a:pt x="0" y="0"/>
                </a:lnTo>
                <a:lnTo>
                  <a:pt x="201168" y="246937"/>
                </a:lnTo>
                <a:lnTo>
                  <a:pt x="201168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5142" y="2025954"/>
            <a:ext cx="83210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8022" y="2666034"/>
            <a:ext cx="7955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让AI更智能、更灵活、更强大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73356" y="1777418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7680997" y="0"/>
                </a:lnTo>
                <a:lnTo>
                  <a:pt x="8046720" y="365760"/>
                </a:lnTo>
                <a:lnTo>
                  <a:pt x="7680997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56236" y="186885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新一代智能Agent平台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-7642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78480" y="1164617"/>
            <a:ext cx="8503920" cy="10672"/>
          </a:xfrm>
          <a:custGeom>
            <a:avLst/>
            <a:gdLst/>
            <a:ahLst/>
            <a:cxnLst/>
            <a:rect l="l" t="t" r="r" b="b"/>
            <a:pathLst>
              <a:path w="8503920" h="10672">
                <a:moveTo>
                  <a:pt x="0" y="0"/>
                </a:moveTo>
                <a:lnTo>
                  <a:pt x="850392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00231" y="6309360"/>
            <a:ext cx="72984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73356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78480" y="1"/>
            <a:ext cx="850392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622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6074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28759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3388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34399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长期记忆和上下文保持</a:t>
            </a:r>
            <a:endParaRPr lang="en-US" sz="1300" dirty="0"/>
          </a:p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支持自定义技能和工具集成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34399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高效记忆管理与灵活扩展架构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94519" y="2087476"/>
            <a:ext cx="1097280" cy="731520"/>
          </a:xfrm>
          <a:custGeom>
            <a:avLst/>
            <a:gdLst/>
            <a:ahLst/>
            <a:cxnLst/>
            <a:rect l="l" t="t" r="r" b="b"/>
            <a:pathLst>
              <a:path w="1097280" h="731520">
                <a:moveTo>
                  <a:pt x="121919" y="91440"/>
                </a:moveTo>
                <a:lnTo>
                  <a:pt x="975361" y="91440"/>
                </a:lnTo>
                <a:cubicBezTo>
                  <a:pt x="992128" y="91440"/>
                  <a:pt x="1005844" y="105156"/>
                  <a:pt x="1005844" y="121922"/>
                </a:cubicBezTo>
                <a:lnTo>
                  <a:pt x="1005844" y="137928"/>
                </a:lnTo>
                <a:cubicBezTo>
                  <a:pt x="968503" y="171264"/>
                  <a:pt x="944879" y="220034"/>
                  <a:pt x="944879" y="274327"/>
                </a:cubicBezTo>
                <a:cubicBezTo>
                  <a:pt x="944879" y="328621"/>
                  <a:pt x="968503" y="377194"/>
                  <a:pt x="1005844" y="410727"/>
                </a:cubicBezTo>
                <a:lnTo>
                  <a:pt x="1005844" y="457207"/>
                </a:lnTo>
                <a:lnTo>
                  <a:pt x="91447" y="457207"/>
                </a:lnTo>
                <a:lnTo>
                  <a:pt x="91447" y="410727"/>
                </a:lnTo>
                <a:cubicBezTo>
                  <a:pt x="128788" y="377201"/>
                  <a:pt x="152412" y="328621"/>
                  <a:pt x="152412" y="274327"/>
                </a:cubicBezTo>
                <a:cubicBezTo>
                  <a:pt x="152412" y="220034"/>
                  <a:pt x="128788" y="171461"/>
                  <a:pt x="91447" y="137928"/>
                </a:cubicBezTo>
                <a:lnTo>
                  <a:pt x="91447" y="121922"/>
                </a:lnTo>
                <a:cubicBezTo>
                  <a:pt x="91447" y="105156"/>
                  <a:pt x="105163" y="91440"/>
                  <a:pt x="121930" y="91440"/>
                </a:cubicBezTo>
                <a:lnTo>
                  <a:pt x="121919" y="91440"/>
                </a:lnTo>
                <a:moveTo>
                  <a:pt x="1005844" y="548640"/>
                </a:moveTo>
                <a:lnTo>
                  <a:pt x="1005844" y="640080"/>
                </a:lnTo>
                <a:lnTo>
                  <a:pt x="899166" y="640080"/>
                </a:lnTo>
                <a:cubicBezTo>
                  <a:pt x="899166" y="614740"/>
                  <a:pt x="878779" y="594360"/>
                  <a:pt x="853442" y="594360"/>
                </a:cubicBezTo>
                <a:cubicBezTo>
                  <a:pt x="828106" y="594360"/>
                  <a:pt x="807719" y="614740"/>
                  <a:pt x="807719" y="640080"/>
                </a:cubicBezTo>
                <a:lnTo>
                  <a:pt x="746754" y="640080"/>
                </a:lnTo>
                <a:cubicBezTo>
                  <a:pt x="746754" y="614740"/>
                  <a:pt x="726366" y="594360"/>
                  <a:pt x="701030" y="594360"/>
                </a:cubicBezTo>
                <a:cubicBezTo>
                  <a:pt x="675694" y="594360"/>
                  <a:pt x="655307" y="614740"/>
                  <a:pt x="655307" y="640080"/>
                </a:cubicBezTo>
                <a:lnTo>
                  <a:pt x="594342" y="640080"/>
                </a:lnTo>
                <a:cubicBezTo>
                  <a:pt x="594342" y="614740"/>
                  <a:pt x="573954" y="594360"/>
                  <a:pt x="548618" y="594360"/>
                </a:cubicBezTo>
                <a:cubicBezTo>
                  <a:pt x="523282" y="594360"/>
                  <a:pt x="502895" y="614740"/>
                  <a:pt x="502895" y="640080"/>
                </a:cubicBezTo>
                <a:lnTo>
                  <a:pt x="441930" y="640080"/>
                </a:lnTo>
                <a:cubicBezTo>
                  <a:pt x="441930" y="614740"/>
                  <a:pt x="421542" y="594360"/>
                  <a:pt x="396206" y="594360"/>
                </a:cubicBezTo>
                <a:cubicBezTo>
                  <a:pt x="370870" y="594360"/>
                  <a:pt x="350483" y="614740"/>
                  <a:pt x="350483" y="640080"/>
                </a:cubicBezTo>
                <a:lnTo>
                  <a:pt x="289518" y="640080"/>
                </a:lnTo>
                <a:cubicBezTo>
                  <a:pt x="289518" y="614740"/>
                  <a:pt x="269130" y="594360"/>
                  <a:pt x="243794" y="594360"/>
                </a:cubicBezTo>
                <a:cubicBezTo>
                  <a:pt x="218458" y="594360"/>
                  <a:pt x="198070" y="614740"/>
                  <a:pt x="198070" y="640080"/>
                </a:cubicBezTo>
                <a:lnTo>
                  <a:pt x="91393" y="640080"/>
                </a:lnTo>
                <a:lnTo>
                  <a:pt x="91393" y="548640"/>
                </a:lnTo>
                <a:lnTo>
                  <a:pt x="1005844" y="548640"/>
                </a:lnTo>
                <a:moveTo>
                  <a:pt x="121919" y="0"/>
                </a:moveTo>
                <a:cubicBezTo>
                  <a:pt x="54677" y="0"/>
                  <a:pt x="0" y="54674"/>
                  <a:pt x="0" y="121922"/>
                </a:cubicBezTo>
                <a:lnTo>
                  <a:pt x="0" y="166501"/>
                </a:lnTo>
                <a:cubicBezTo>
                  <a:pt x="0" y="179457"/>
                  <a:pt x="8383" y="190502"/>
                  <a:pt x="19235" y="197554"/>
                </a:cubicBezTo>
                <a:cubicBezTo>
                  <a:pt x="44385" y="213940"/>
                  <a:pt x="60954" y="242133"/>
                  <a:pt x="60954" y="274327"/>
                </a:cubicBezTo>
                <a:cubicBezTo>
                  <a:pt x="60954" y="306522"/>
                  <a:pt x="44385" y="334714"/>
                  <a:pt x="19235" y="351100"/>
                </a:cubicBezTo>
                <a:cubicBezTo>
                  <a:pt x="8372" y="358152"/>
                  <a:pt x="0" y="369198"/>
                  <a:pt x="0" y="382153"/>
                </a:cubicBezTo>
                <a:lnTo>
                  <a:pt x="0" y="670570"/>
                </a:lnTo>
                <a:cubicBezTo>
                  <a:pt x="0" y="704286"/>
                  <a:pt x="27246" y="731527"/>
                  <a:pt x="60965" y="731527"/>
                </a:cubicBezTo>
                <a:lnTo>
                  <a:pt x="1036326" y="731527"/>
                </a:lnTo>
                <a:cubicBezTo>
                  <a:pt x="1070046" y="731527"/>
                  <a:pt x="1097291" y="704286"/>
                  <a:pt x="1097291" y="670570"/>
                </a:cubicBezTo>
                <a:lnTo>
                  <a:pt x="1097291" y="382153"/>
                </a:lnTo>
                <a:cubicBezTo>
                  <a:pt x="1097291" y="369198"/>
                  <a:pt x="1088908" y="358152"/>
                  <a:pt x="1078056" y="351100"/>
                </a:cubicBezTo>
                <a:cubicBezTo>
                  <a:pt x="1052906" y="334714"/>
                  <a:pt x="1036337" y="306522"/>
                  <a:pt x="1036337" y="274327"/>
                </a:cubicBezTo>
                <a:cubicBezTo>
                  <a:pt x="1036337" y="242133"/>
                  <a:pt x="1052906" y="213940"/>
                  <a:pt x="1078056" y="197554"/>
                </a:cubicBezTo>
                <a:cubicBezTo>
                  <a:pt x="1088919" y="190502"/>
                  <a:pt x="1097291" y="179457"/>
                  <a:pt x="1097291" y="166501"/>
                </a:cubicBezTo>
                <a:lnTo>
                  <a:pt x="1097291" y="121922"/>
                </a:lnTo>
                <a:cubicBezTo>
                  <a:pt x="1097291" y="54674"/>
                  <a:pt x="1042613" y="0"/>
                  <a:pt x="975372" y="0"/>
                </a:cubicBezTo>
                <a:lnTo>
                  <a:pt x="121919" y="0"/>
                </a:lnTo>
                <a:moveTo>
                  <a:pt x="320044" y="152398"/>
                </a:moveTo>
                <a:cubicBezTo>
                  <a:pt x="294707" y="152398"/>
                  <a:pt x="274320" y="172778"/>
                  <a:pt x="274320" y="198118"/>
                </a:cubicBezTo>
                <a:lnTo>
                  <a:pt x="274320" y="350515"/>
                </a:lnTo>
                <a:cubicBezTo>
                  <a:pt x="274320" y="375855"/>
                  <a:pt x="294708" y="396235"/>
                  <a:pt x="320044" y="396235"/>
                </a:cubicBezTo>
                <a:cubicBezTo>
                  <a:pt x="345380" y="396235"/>
                  <a:pt x="365767" y="375855"/>
                  <a:pt x="365767" y="350515"/>
                </a:cubicBezTo>
                <a:lnTo>
                  <a:pt x="365767" y="198118"/>
                </a:lnTo>
                <a:cubicBezTo>
                  <a:pt x="365767" y="172778"/>
                  <a:pt x="345380" y="152398"/>
                  <a:pt x="320044" y="152398"/>
                </a:cubicBezTo>
                <a:lnTo>
                  <a:pt x="320044" y="152398"/>
                </a:lnTo>
                <a:moveTo>
                  <a:pt x="548640" y="152398"/>
                </a:moveTo>
                <a:cubicBezTo>
                  <a:pt x="523304" y="152398"/>
                  <a:pt x="502916" y="172778"/>
                  <a:pt x="502916" y="198118"/>
                </a:cubicBezTo>
                <a:lnTo>
                  <a:pt x="502916" y="350515"/>
                </a:lnTo>
                <a:cubicBezTo>
                  <a:pt x="502916" y="375855"/>
                  <a:pt x="523304" y="396235"/>
                  <a:pt x="548640" y="396235"/>
                </a:cubicBezTo>
                <a:cubicBezTo>
                  <a:pt x="573976" y="396235"/>
                  <a:pt x="594364" y="375855"/>
                  <a:pt x="594364" y="350515"/>
                </a:cubicBezTo>
                <a:lnTo>
                  <a:pt x="594364" y="198118"/>
                </a:lnTo>
                <a:cubicBezTo>
                  <a:pt x="594364" y="172778"/>
                  <a:pt x="573976" y="152398"/>
                  <a:pt x="548640" y="152398"/>
                </a:cubicBezTo>
                <a:lnTo>
                  <a:pt x="548640" y="152398"/>
                </a:lnTo>
                <a:moveTo>
                  <a:pt x="777236" y="152398"/>
                </a:moveTo>
                <a:cubicBezTo>
                  <a:pt x="751900" y="152398"/>
                  <a:pt x="731513" y="172778"/>
                  <a:pt x="731513" y="198118"/>
                </a:cubicBezTo>
                <a:lnTo>
                  <a:pt x="731513" y="350515"/>
                </a:lnTo>
                <a:cubicBezTo>
                  <a:pt x="731513" y="375855"/>
                  <a:pt x="751900" y="396235"/>
                  <a:pt x="777236" y="396235"/>
                </a:cubicBezTo>
                <a:cubicBezTo>
                  <a:pt x="802573" y="396235"/>
                  <a:pt x="822960" y="375855"/>
                  <a:pt x="822960" y="350515"/>
                </a:cubicBezTo>
                <a:lnTo>
                  <a:pt x="822960" y="198118"/>
                </a:lnTo>
                <a:cubicBezTo>
                  <a:pt x="822960" y="172778"/>
                  <a:pt x="802572" y="152398"/>
                  <a:pt x="777236" y="152398"/>
                </a:cubicBezTo>
                <a:lnTo>
                  <a:pt x="777236" y="1523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1714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自动匹配最佳工具和模型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41714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智能能力路由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01834" y="1965556"/>
            <a:ext cx="1097280" cy="975360"/>
          </a:xfrm>
          <a:custGeom>
            <a:avLst/>
            <a:gdLst/>
            <a:ahLst/>
            <a:cxnLst/>
            <a:rect l="l" t="t" r="r" b="b"/>
            <a:pathLst>
              <a:path w="1097280" h="975360">
                <a:moveTo>
                  <a:pt x="378331" y="201744"/>
                </a:moveTo>
                <a:cubicBezTo>
                  <a:pt x="359469" y="218510"/>
                  <a:pt x="330512" y="216598"/>
                  <a:pt x="313756" y="197745"/>
                </a:cubicBezTo>
                <a:cubicBezTo>
                  <a:pt x="296990" y="178881"/>
                  <a:pt x="298899" y="149932"/>
                  <a:pt x="317761" y="133166"/>
                </a:cubicBezTo>
                <a:cubicBezTo>
                  <a:pt x="411864" y="50299"/>
                  <a:pt x="535506" y="10"/>
                  <a:pt x="670570" y="10"/>
                </a:cubicBezTo>
                <a:cubicBezTo>
                  <a:pt x="805634" y="10"/>
                  <a:pt x="929265" y="50299"/>
                  <a:pt x="1023181" y="133166"/>
                </a:cubicBezTo>
                <a:cubicBezTo>
                  <a:pt x="1042043" y="149932"/>
                  <a:pt x="1043941" y="178696"/>
                  <a:pt x="1027186" y="197745"/>
                </a:cubicBezTo>
                <a:cubicBezTo>
                  <a:pt x="1010419" y="216793"/>
                  <a:pt x="981660" y="218510"/>
                  <a:pt x="962611" y="201744"/>
                </a:cubicBezTo>
                <a:cubicBezTo>
                  <a:pt x="884891" y="132971"/>
                  <a:pt x="782591" y="91440"/>
                  <a:pt x="670570" y="91440"/>
                </a:cubicBezTo>
                <a:cubicBezTo>
                  <a:pt x="558559" y="91440"/>
                  <a:pt x="456260" y="132971"/>
                  <a:pt x="378342" y="201744"/>
                </a:cubicBezTo>
                <a:lnTo>
                  <a:pt x="378331" y="201744"/>
                </a:lnTo>
                <a:moveTo>
                  <a:pt x="121919" y="670560"/>
                </a:moveTo>
                <a:cubicBezTo>
                  <a:pt x="105152" y="670560"/>
                  <a:pt x="91436" y="684274"/>
                  <a:pt x="91436" y="701040"/>
                </a:cubicBezTo>
                <a:lnTo>
                  <a:pt x="91436" y="853440"/>
                </a:lnTo>
                <a:cubicBezTo>
                  <a:pt x="91436" y="870206"/>
                  <a:pt x="105152" y="883920"/>
                  <a:pt x="121919" y="883920"/>
                </a:cubicBezTo>
                <a:lnTo>
                  <a:pt x="975361" y="883920"/>
                </a:lnTo>
                <a:cubicBezTo>
                  <a:pt x="992128" y="883920"/>
                  <a:pt x="1005844" y="870206"/>
                  <a:pt x="1005844" y="853440"/>
                </a:cubicBezTo>
                <a:lnTo>
                  <a:pt x="1005844" y="701040"/>
                </a:lnTo>
                <a:cubicBezTo>
                  <a:pt x="1005844" y="684274"/>
                  <a:pt x="992128" y="670560"/>
                  <a:pt x="975361" y="670560"/>
                </a:cubicBezTo>
                <a:lnTo>
                  <a:pt x="121919" y="670560"/>
                </a:lnTo>
                <a:moveTo>
                  <a:pt x="0" y="701040"/>
                </a:moveTo>
                <a:cubicBezTo>
                  <a:pt x="0" y="633789"/>
                  <a:pt x="54678" y="579120"/>
                  <a:pt x="121919" y="579120"/>
                </a:cubicBezTo>
                <a:lnTo>
                  <a:pt x="624835" y="579120"/>
                </a:lnTo>
                <a:lnTo>
                  <a:pt x="624835" y="472445"/>
                </a:lnTo>
                <a:cubicBezTo>
                  <a:pt x="624835" y="447105"/>
                  <a:pt x="645223" y="426730"/>
                  <a:pt x="670559" y="426730"/>
                </a:cubicBezTo>
                <a:cubicBezTo>
                  <a:pt x="695895" y="426730"/>
                  <a:pt x="716282" y="447115"/>
                  <a:pt x="716282" y="472455"/>
                </a:cubicBezTo>
                <a:lnTo>
                  <a:pt x="716282" y="579139"/>
                </a:lnTo>
                <a:lnTo>
                  <a:pt x="975361" y="579139"/>
                </a:lnTo>
                <a:cubicBezTo>
                  <a:pt x="1042602" y="579139"/>
                  <a:pt x="1097280" y="633808"/>
                  <a:pt x="1097280" y="701059"/>
                </a:cubicBezTo>
                <a:lnTo>
                  <a:pt x="1097280" y="853459"/>
                </a:lnTo>
                <a:cubicBezTo>
                  <a:pt x="1097280" y="920711"/>
                  <a:pt x="1042602" y="975379"/>
                  <a:pt x="975361" y="975379"/>
                </a:cubicBezTo>
                <a:lnTo>
                  <a:pt x="121919" y="975379"/>
                </a:lnTo>
                <a:cubicBezTo>
                  <a:pt x="54677" y="975379"/>
                  <a:pt x="0" y="920711"/>
                  <a:pt x="0" y="853459"/>
                </a:cubicBezTo>
                <a:lnTo>
                  <a:pt x="0" y="701040"/>
                </a:lnTo>
                <a:moveTo>
                  <a:pt x="198125" y="731520"/>
                </a:moveTo>
                <a:cubicBezTo>
                  <a:pt x="223373" y="731520"/>
                  <a:pt x="243848" y="751993"/>
                  <a:pt x="243848" y="777245"/>
                </a:cubicBezTo>
                <a:cubicBezTo>
                  <a:pt x="243848" y="802497"/>
                  <a:pt x="223384" y="822970"/>
                  <a:pt x="198125" y="822970"/>
                </a:cubicBezTo>
                <a:cubicBezTo>
                  <a:pt x="172876" y="822970"/>
                  <a:pt x="152401" y="802497"/>
                  <a:pt x="152401" y="777255"/>
                </a:cubicBezTo>
                <a:cubicBezTo>
                  <a:pt x="152401" y="752002"/>
                  <a:pt x="172866" y="731539"/>
                  <a:pt x="198125" y="731539"/>
                </a:cubicBezTo>
                <a:lnTo>
                  <a:pt x="198125" y="731520"/>
                </a:lnTo>
                <a:moveTo>
                  <a:pt x="304802" y="777245"/>
                </a:moveTo>
                <a:cubicBezTo>
                  <a:pt x="304802" y="751993"/>
                  <a:pt x="325267" y="731530"/>
                  <a:pt x="350526" y="731530"/>
                </a:cubicBezTo>
                <a:cubicBezTo>
                  <a:pt x="375774" y="731530"/>
                  <a:pt x="396250" y="752003"/>
                  <a:pt x="396250" y="777255"/>
                </a:cubicBezTo>
                <a:cubicBezTo>
                  <a:pt x="396250" y="802507"/>
                  <a:pt x="375785" y="822979"/>
                  <a:pt x="350526" y="822979"/>
                </a:cubicBezTo>
                <a:cubicBezTo>
                  <a:pt x="325278" y="822979"/>
                  <a:pt x="304802" y="802507"/>
                  <a:pt x="304802" y="777264"/>
                </a:cubicBezTo>
                <a:lnTo>
                  <a:pt x="304802" y="777245"/>
                </a:lnTo>
                <a:moveTo>
                  <a:pt x="670559" y="304800"/>
                </a:moveTo>
                <a:cubicBezTo>
                  <a:pt x="616079" y="304800"/>
                  <a:pt x="565977" y="323849"/>
                  <a:pt x="526727" y="355665"/>
                </a:cubicBezTo>
                <a:cubicBezTo>
                  <a:pt x="507108" y="371476"/>
                  <a:pt x="478337" y="368618"/>
                  <a:pt x="462339" y="348994"/>
                </a:cubicBezTo>
                <a:cubicBezTo>
                  <a:pt x="446340" y="329369"/>
                  <a:pt x="449380" y="300606"/>
                  <a:pt x="469010" y="284600"/>
                </a:cubicBezTo>
                <a:cubicBezTo>
                  <a:pt x="524258" y="240026"/>
                  <a:pt x="594364" y="213350"/>
                  <a:pt x="670559" y="213350"/>
                </a:cubicBezTo>
                <a:cubicBezTo>
                  <a:pt x="746754" y="213350"/>
                  <a:pt x="816859" y="240017"/>
                  <a:pt x="871921" y="284600"/>
                </a:cubicBezTo>
                <a:cubicBezTo>
                  <a:pt x="891540" y="300411"/>
                  <a:pt x="894590" y="329369"/>
                  <a:pt x="878592" y="348994"/>
                </a:cubicBezTo>
                <a:cubicBezTo>
                  <a:pt x="862594" y="368618"/>
                  <a:pt x="833823" y="371661"/>
                  <a:pt x="814204" y="355665"/>
                </a:cubicBezTo>
                <a:cubicBezTo>
                  <a:pt x="775151" y="323849"/>
                  <a:pt x="725050" y="304800"/>
                  <a:pt x="670570" y="304800"/>
                </a:cubicBezTo>
                <a:lnTo>
                  <a:pt x="670559" y="3048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9028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企业级AI Agent平台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9028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09148" y="2014324"/>
            <a:ext cx="1097280" cy="877824"/>
          </a:xfrm>
          <a:custGeom>
            <a:avLst/>
            <a:gdLst/>
            <a:ahLst/>
            <a:cxnLst/>
            <a:rect l="l" t="t" r="r" b="b"/>
            <a:pathLst>
              <a:path w="1097280" h="877824">
                <a:moveTo>
                  <a:pt x="548640" y="0"/>
                </a:moveTo>
                <a:cubicBezTo>
                  <a:pt x="571442" y="0"/>
                  <a:pt x="589788" y="18346"/>
                  <a:pt x="589788" y="41152"/>
                </a:cubicBezTo>
                <a:lnTo>
                  <a:pt x="589788" y="164601"/>
                </a:lnTo>
                <a:lnTo>
                  <a:pt x="768096" y="164601"/>
                </a:lnTo>
                <a:cubicBezTo>
                  <a:pt x="858962" y="164601"/>
                  <a:pt x="932688" y="238320"/>
                  <a:pt x="932688" y="329193"/>
                </a:cubicBezTo>
                <a:lnTo>
                  <a:pt x="932688" y="713241"/>
                </a:lnTo>
                <a:cubicBezTo>
                  <a:pt x="932688" y="804113"/>
                  <a:pt x="858962" y="877833"/>
                  <a:pt x="768096" y="877833"/>
                </a:cubicBezTo>
                <a:lnTo>
                  <a:pt x="329184" y="877833"/>
                </a:lnTo>
                <a:cubicBezTo>
                  <a:pt x="238318" y="877833"/>
                  <a:pt x="164592" y="804113"/>
                  <a:pt x="164592" y="713241"/>
                </a:cubicBezTo>
                <a:lnTo>
                  <a:pt x="164592" y="329193"/>
                </a:lnTo>
                <a:cubicBezTo>
                  <a:pt x="164592" y="238320"/>
                  <a:pt x="238318" y="164601"/>
                  <a:pt x="329184" y="164601"/>
                </a:cubicBezTo>
                <a:lnTo>
                  <a:pt x="507492" y="164601"/>
                </a:lnTo>
                <a:lnTo>
                  <a:pt x="507492" y="41161"/>
                </a:lnTo>
                <a:cubicBezTo>
                  <a:pt x="507492" y="18355"/>
                  <a:pt x="525838" y="18"/>
                  <a:pt x="548640" y="18"/>
                </a:cubicBezTo>
                <a:lnTo>
                  <a:pt x="548640" y="0"/>
                </a:lnTo>
                <a:moveTo>
                  <a:pt x="329184" y="246888"/>
                </a:moveTo>
                <a:cubicBezTo>
                  <a:pt x="283746" y="246888"/>
                  <a:pt x="246888" y="283748"/>
                  <a:pt x="246888" y="329184"/>
                </a:cubicBezTo>
                <a:lnTo>
                  <a:pt x="246888" y="713232"/>
                </a:lnTo>
                <a:cubicBezTo>
                  <a:pt x="246888" y="758668"/>
                  <a:pt x="283746" y="795528"/>
                  <a:pt x="329184" y="795528"/>
                </a:cubicBezTo>
                <a:lnTo>
                  <a:pt x="768096" y="795528"/>
                </a:lnTo>
                <a:cubicBezTo>
                  <a:pt x="813534" y="795528"/>
                  <a:pt x="850392" y="758668"/>
                  <a:pt x="850392" y="713232"/>
                </a:cubicBezTo>
                <a:lnTo>
                  <a:pt x="850392" y="329184"/>
                </a:lnTo>
                <a:cubicBezTo>
                  <a:pt x="850392" y="283748"/>
                  <a:pt x="813534" y="246888"/>
                  <a:pt x="768096" y="246888"/>
                </a:cubicBezTo>
                <a:lnTo>
                  <a:pt x="548640" y="246888"/>
                </a:lnTo>
                <a:lnTo>
                  <a:pt x="329184" y="246888"/>
                </a:lnTo>
                <a:moveTo>
                  <a:pt x="82296" y="384048"/>
                </a:moveTo>
                <a:lnTo>
                  <a:pt x="109728" y="384048"/>
                </a:lnTo>
                <a:lnTo>
                  <a:pt x="109728" y="713232"/>
                </a:lnTo>
                <a:lnTo>
                  <a:pt x="82296" y="713232"/>
                </a:lnTo>
                <a:cubicBezTo>
                  <a:pt x="36858" y="713232"/>
                  <a:pt x="0" y="676372"/>
                  <a:pt x="0" y="630936"/>
                </a:cubicBezTo>
                <a:lnTo>
                  <a:pt x="0" y="466344"/>
                </a:lnTo>
                <a:cubicBezTo>
                  <a:pt x="0" y="420908"/>
                  <a:pt x="36858" y="384048"/>
                  <a:pt x="82296" y="384048"/>
                </a:cubicBezTo>
                <a:lnTo>
                  <a:pt x="82296" y="384048"/>
                </a:lnTo>
                <a:moveTo>
                  <a:pt x="1014984" y="384048"/>
                </a:moveTo>
                <a:cubicBezTo>
                  <a:pt x="1060422" y="384048"/>
                  <a:pt x="1097280" y="420908"/>
                  <a:pt x="1097280" y="466344"/>
                </a:cubicBezTo>
                <a:lnTo>
                  <a:pt x="1097280" y="630936"/>
                </a:lnTo>
                <a:cubicBezTo>
                  <a:pt x="1097280" y="676372"/>
                  <a:pt x="1060422" y="713232"/>
                  <a:pt x="1014984" y="713232"/>
                </a:cubicBezTo>
                <a:lnTo>
                  <a:pt x="987552" y="713232"/>
                </a:lnTo>
                <a:lnTo>
                  <a:pt x="987552" y="384048"/>
                </a:lnTo>
                <a:lnTo>
                  <a:pt x="1014984" y="384048"/>
                </a:lnTo>
                <a:moveTo>
                  <a:pt x="356616" y="658368"/>
                </a:moveTo>
                <a:lnTo>
                  <a:pt x="411480" y="658368"/>
                </a:lnTo>
                <a:cubicBezTo>
                  <a:pt x="426568" y="658368"/>
                  <a:pt x="438912" y="670710"/>
                  <a:pt x="438912" y="685800"/>
                </a:cubicBezTo>
                <a:cubicBezTo>
                  <a:pt x="438912" y="700890"/>
                  <a:pt x="426568" y="713232"/>
                  <a:pt x="411480" y="713232"/>
                </a:cubicBezTo>
                <a:lnTo>
                  <a:pt x="356616" y="713232"/>
                </a:lnTo>
                <a:cubicBezTo>
                  <a:pt x="341528" y="713232"/>
                  <a:pt x="329184" y="700890"/>
                  <a:pt x="329184" y="685800"/>
                </a:cubicBezTo>
                <a:cubicBezTo>
                  <a:pt x="329184" y="670710"/>
                  <a:pt x="341528" y="658368"/>
                  <a:pt x="356616" y="658368"/>
                </a:cubicBezTo>
                <a:moveTo>
                  <a:pt x="521208" y="658368"/>
                </a:moveTo>
                <a:lnTo>
                  <a:pt x="576072" y="658368"/>
                </a:lnTo>
                <a:cubicBezTo>
                  <a:pt x="591160" y="658368"/>
                  <a:pt x="603504" y="670710"/>
                  <a:pt x="603504" y="685800"/>
                </a:cubicBezTo>
                <a:cubicBezTo>
                  <a:pt x="603504" y="700890"/>
                  <a:pt x="591160" y="713232"/>
                  <a:pt x="576072" y="713232"/>
                </a:cubicBezTo>
                <a:lnTo>
                  <a:pt x="521208" y="713232"/>
                </a:lnTo>
                <a:cubicBezTo>
                  <a:pt x="506120" y="713232"/>
                  <a:pt x="493776" y="700890"/>
                  <a:pt x="493776" y="685800"/>
                </a:cubicBezTo>
                <a:cubicBezTo>
                  <a:pt x="493776" y="670710"/>
                  <a:pt x="506120" y="658368"/>
                  <a:pt x="521208" y="658368"/>
                </a:cubicBezTo>
                <a:moveTo>
                  <a:pt x="685800" y="658368"/>
                </a:moveTo>
                <a:lnTo>
                  <a:pt x="740664" y="658368"/>
                </a:lnTo>
                <a:cubicBezTo>
                  <a:pt x="755752" y="658368"/>
                  <a:pt x="768096" y="670710"/>
                  <a:pt x="768096" y="685800"/>
                </a:cubicBezTo>
                <a:cubicBezTo>
                  <a:pt x="768096" y="700890"/>
                  <a:pt x="755752" y="713232"/>
                  <a:pt x="740664" y="713232"/>
                </a:cubicBezTo>
                <a:lnTo>
                  <a:pt x="685800" y="713232"/>
                </a:lnTo>
                <a:cubicBezTo>
                  <a:pt x="670712" y="713232"/>
                  <a:pt x="658368" y="700890"/>
                  <a:pt x="658368" y="685800"/>
                </a:cubicBezTo>
                <a:cubicBezTo>
                  <a:pt x="658368" y="670710"/>
                  <a:pt x="670712" y="658368"/>
                  <a:pt x="685800" y="658368"/>
                </a:cubicBezTo>
                <a:moveTo>
                  <a:pt x="342900" y="438912"/>
                </a:moveTo>
                <a:cubicBezTo>
                  <a:pt x="342900" y="401034"/>
                  <a:pt x="373602" y="370336"/>
                  <a:pt x="411480" y="370336"/>
                </a:cubicBezTo>
                <a:cubicBezTo>
                  <a:pt x="449358" y="370336"/>
                  <a:pt x="480060" y="401043"/>
                  <a:pt x="480060" y="438921"/>
                </a:cubicBezTo>
                <a:cubicBezTo>
                  <a:pt x="480060" y="476799"/>
                  <a:pt x="449358" y="507505"/>
                  <a:pt x="411480" y="507505"/>
                </a:cubicBezTo>
                <a:cubicBezTo>
                  <a:pt x="373602" y="507505"/>
                  <a:pt x="342900" y="476799"/>
                  <a:pt x="342900" y="438930"/>
                </a:cubicBezTo>
                <a:lnTo>
                  <a:pt x="342900" y="438912"/>
                </a:lnTo>
                <a:moveTo>
                  <a:pt x="685800" y="370336"/>
                </a:moveTo>
                <a:cubicBezTo>
                  <a:pt x="723678" y="370336"/>
                  <a:pt x="754380" y="401043"/>
                  <a:pt x="754380" y="438921"/>
                </a:cubicBezTo>
                <a:cubicBezTo>
                  <a:pt x="754380" y="476799"/>
                  <a:pt x="723678" y="507505"/>
                  <a:pt x="685800" y="507505"/>
                </a:cubicBezTo>
                <a:cubicBezTo>
                  <a:pt x="647922" y="507505"/>
                  <a:pt x="617220" y="476799"/>
                  <a:pt x="617220" y="438930"/>
                </a:cubicBezTo>
                <a:cubicBezTo>
                  <a:pt x="617220" y="401051"/>
                  <a:pt x="647922" y="370354"/>
                  <a:pt x="685800" y="370354"/>
                </a:cubicBezTo>
                <a:lnTo>
                  <a:pt x="685800" y="37033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-76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-764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028" y="1164617"/>
            <a:ext cx="10572412" cy="10672"/>
          </a:xfrm>
          <a:custGeom>
            <a:avLst/>
            <a:gdLst/>
            <a:ahLst/>
            <a:cxnLst/>
            <a:rect l="l" t="t" r="r" b="b"/>
            <a:pathLst>
              <a:path w="10572412" h="10672">
                <a:moveTo>
                  <a:pt x="0" y="0"/>
                </a:moveTo>
                <a:lnTo>
                  <a:pt x="10572412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995" y="1"/>
            <a:ext cx="10605525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产品概述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核心特性一：智能能力路由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71101" y="1833119"/>
            <a:ext cx="875627" cy="914400"/>
          </a:xfrm>
          <a:custGeom>
            <a:avLst/>
            <a:gdLst/>
            <a:ahLst/>
            <a:cxnLst/>
            <a:rect l="l" t="t" r="r" b="b"/>
            <a:pathLst>
              <a:path w="875627" h="914400">
                <a:moveTo>
                  <a:pt x="437822" y="0"/>
                </a:moveTo>
                <a:cubicBezTo>
                  <a:pt x="468180" y="0"/>
                  <a:pt x="497829" y="3036"/>
                  <a:pt x="526759" y="8577"/>
                </a:cubicBezTo>
                <a:cubicBezTo>
                  <a:pt x="540866" y="11256"/>
                  <a:pt x="565690" y="19468"/>
                  <a:pt x="579262" y="44476"/>
                </a:cubicBezTo>
                <a:cubicBezTo>
                  <a:pt x="582835" y="51088"/>
                  <a:pt x="585689" y="58046"/>
                  <a:pt x="587475" y="65553"/>
                </a:cubicBezTo>
                <a:lnTo>
                  <a:pt x="604086" y="134316"/>
                </a:lnTo>
                <a:cubicBezTo>
                  <a:pt x="606590" y="144676"/>
                  <a:pt x="624085" y="154854"/>
                  <a:pt x="634269" y="151818"/>
                </a:cubicBezTo>
                <a:lnTo>
                  <a:pt x="702139" y="131811"/>
                </a:lnTo>
                <a:cubicBezTo>
                  <a:pt x="709284" y="129671"/>
                  <a:pt x="716604" y="128592"/>
                  <a:pt x="723924" y="128418"/>
                </a:cubicBezTo>
                <a:cubicBezTo>
                  <a:pt x="752680" y="127522"/>
                  <a:pt x="772145" y="145207"/>
                  <a:pt x="781611" y="155923"/>
                </a:cubicBezTo>
                <a:cubicBezTo>
                  <a:pt x="821084" y="200747"/>
                  <a:pt x="851442" y="253435"/>
                  <a:pt x="870732" y="310046"/>
                </a:cubicBezTo>
                <a:cubicBezTo>
                  <a:pt x="875373" y="323615"/>
                  <a:pt x="880732" y="348981"/>
                  <a:pt x="865907" y="373267"/>
                </a:cubicBezTo>
                <a:cubicBezTo>
                  <a:pt x="861976" y="379695"/>
                  <a:pt x="857160" y="385767"/>
                  <a:pt x="851617" y="391125"/>
                </a:cubicBezTo>
                <a:lnTo>
                  <a:pt x="800358" y="439881"/>
                </a:lnTo>
                <a:cubicBezTo>
                  <a:pt x="792854" y="447023"/>
                  <a:pt x="792854" y="467560"/>
                  <a:pt x="800358" y="474711"/>
                </a:cubicBezTo>
                <a:lnTo>
                  <a:pt x="851617" y="523467"/>
                </a:lnTo>
                <a:cubicBezTo>
                  <a:pt x="857151" y="528825"/>
                  <a:pt x="861976" y="534897"/>
                  <a:pt x="865907" y="541325"/>
                </a:cubicBezTo>
                <a:cubicBezTo>
                  <a:pt x="880548" y="565611"/>
                  <a:pt x="875198" y="590977"/>
                  <a:pt x="870732" y="604546"/>
                </a:cubicBezTo>
                <a:cubicBezTo>
                  <a:pt x="851442" y="661157"/>
                  <a:pt x="821084" y="713671"/>
                  <a:pt x="781611" y="758669"/>
                </a:cubicBezTo>
                <a:cubicBezTo>
                  <a:pt x="772145" y="769385"/>
                  <a:pt x="752496" y="787061"/>
                  <a:pt x="723924" y="786174"/>
                </a:cubicBezTo>
                <a:cubicBezTo>
                  <a:pt x="716604" y="785991"/>
                  <a:pt x="709284" y="784747"/>
                  <a:pt x="702139" y="782781"/>
                </a:cubicBezTo>
                <a:lnTo>
                  <a:pt x="634269" y="762600"/>
                </a:lnTo>
                <a:cubicBezTo>
                  <a:pt x="624085" y="759565"/>
                  <a:pt x="606590" y="769742"/>
                  <a:pt x="604086" y="780102"/>
                </a:cubicBezTo>
                <a:lnTo>
                  <a:pt x="587475" y="848865"/>
                </a:lnTo>
                <a:cubicBezTo>
                  <a:pt x="585689" y="856363"/>
                  <a:pt x="582835" y="863514"/>
                  <a:pt x="579262" y="869942"/>
                </a:cubicBezTo>
                <a:cubicBezTo>
                  <a:pt x="565506" y="894942"/>
                  <a:pt x="540682" y="902979"/>
                  <a:pt x="526759" y="905841"/>
                </a:cubicBezTo>
                <a:cubicBezTo>
                  <a:pt x="497829" y="911373"/>
                  <a:pt x="468180" y="914409"/>
                  <a:pt x="437822" y="914409"/>
                </a:cubicBezTo>
                <a:cubicBezTo>
                  <a:pt x="407464" y="914409"/>
                  <a:pt x="377815" y="911373"/>
                  <a:pt x="348885" y="905832"/>
                </a:cubicBezTo>
                <a:cubicBezTo>
                  <a:pt x="334778" y="903153"/>
                  <a:pt x="309954" y="894942"/>
                  <a:pt x="296382" y="869933"/>
                </a:cubicBezTo>
                <a:cubicBezTo>
                  <a:pt x="292810" y="863322"/>
                  <a:pt x="289955" y="856363"/>
                  <a:pt x="288169" y="848856"/>
                </a:cubicBezTo>
                <a:lnTo>
                  <a:pt x="271558" y="780093"/>
                </a:lnTo>
                <a:cubicBezTo>
                  <a:pt x="269054" y="769733"/>
                  <a:pt x="251559" y="759556"/>
                  <a:pt x="241375" y="762591"/>
                </a:cubicBezTo>
                <a:lnTo>
                  <a:pt x="173505" y="782589"/>
                </a:lnTo>
                <a:cubicBezTo>
                  <a:pt x="166360" y="784729"/>
                  <a:pt x="159040" y="785808"/>
                  <a:pt x="151720" y="785982"/>
                </a:cubicBezTo>
                <a:cubicBezTo>
                  <a:pt x="122964" y="786878"/>
                  <a:pt x="103499" y="769193"/>
                  <a:pt x="94034" y="758477"/>
                </a:cubicBezTo>
                <a:cubicBezTo>
                  <a:pt x="54744" y="713653"/>
                  <a:pt x="24202" y="660965"/>
                  <a:pt x="4912" y="604354"/>
                </a:cubicBezTo>
                <a:cubicBezTo>
                  <a:pt x="271" y="590785"/>
                  <a:pt x="-5087" y="565419"/>
                  <a:pt x="9737" y="541133"/>
                </a:cubicBezTo>
                <a:cubicBezTo>
                  <a:pt x="13668" y="534705"/>
                  <a:pt x="18484" y="528633"/>
                  <a:pt x="24027" y="523275"/>
                </a:cubicBezTo>
                <a:lnTo>
                  <a:pt x="75286" y="474519"/>
                </a:lnTo>
                <a:cubicBezTo>
                  <a:pt x="82790" y="467377"/>
                  <a:pt x="82790" y="446840"/>
                  <a:pt x="75286" y="439689"/>
                </a:cubicBezTo>
                <a:lnTo>
                  <a:pt x="23852" y="390933"/>
                </a:lnTo>
                <a:cubicBezTo>
                  <a:pt x="18318" y="385575"/>
                  <a:pt x="13493" y="379503"/>
                  <a:pt x="9562" y="373075"/>
                </a:cubicBezTo>
                <a:cubicBezTo>
                  <a:pt x="-5079" y="348789"/>
                  <a:pt x="271" y="323423"/>
                  <a:pt x="4921" y="310027"/>
                </a:cubicBezTo>
                <a:cubicBezTo>
                  <a:pt x="24211" y="253417"/>
                  <a:pt x="54569" y="200903"/>
                  <a:pt x="94042" y="155905"/>
                </a:cubicBezTo>
                <a:cubicBezTo>
                  <a:pt x="103508" y="145188"/>
                  <a:pt x="123157" y="127513"/>
                  <a:pt x="151728" y="128400"/>
                </a:cubicBezTo>
                <a:cubicBezTo>
                  <a:pt x="159049" y="128583"/>
                  <a:pt x="166369" y="129827"/>
                  <a:pt x="173514" y="131792"/>
                </a:cubicBezTo>
                <a:lnTo>
                  <a:pt x="241384" y="151800"/>
                </a:lnTo>
                <a:cubicBezTo>
                  <a:pt x="251567" y="154835"/>
                  <a:pt x="269062" y="144658"/>
                  <a:pt x="271567" y="134298"/>
                </a:cubicBezTo>
                <a:lnTo>
                  <a:pt x="288177" y="65535"/>
                </a:lnTo>
                <a:cubicBezTo>
                  <a:pt x="289964" y="58037"/>
                  <a:pt x="292818" y="50886"/>
                  <a:pt x="296391" y="44458"/>
                </a:cubicBezTo>
                <a:cubicBezTo>
                  <a:pt x="310147" y="19458"/>
                  <a:pt x="334971" y="11421"/>
                  <a:pt x="348893" y="8559"/>
                </a:cubicBezTo>
                <a:cubicBezTo>
                  <a:pt x="377824" y="3027"/>
                  <a:pt x="407473" y="-18"/>
                  <a:pt x="437831" y="-18"/>
                </a:cubicBezTo>
                <a:lnTo>
                  <a:pt x="437822" y="0"/>
                </a:lnTo>
                <a:moveTo>
                  <a:pt x="370136" y="91797"/>
                </a:moveTo>
                <a:lnTo>
                  <a:pt x="354953" y="154479"/>
                </a:lnTo>
                <a:cubicBezTo>
                  <a:pt x="341022" y="212168"/>
                  <a:pt x="274054" y="250738"/>
                  <a:pt x="217077" y="234132"/>
                </a:cubicBezTo>
                <a:lnTo>
                  <a:pt x="155459" y="215917"/>
                </a:lnTo>
                <a:cubicBezTo>
                  <a:pt x="125994" y="250390"/>
                  <a:pt x="102772" y="290395"/>
                  <a:pt x="87589" y="333253"/>
                </a:cubicBezTo>
                <a:lnTo>
                  <a:pt x="134382" y="377720"/>
                </a:lnTo>
                <a:cubicBezTo>
                  <a:pt x="177244" y="418439"/>
                  <a:pt x="177244" y="495952"/>
                  <a:pt x="134382" y="536671"/>
                </a:cubicBezTo>
                <a:lnTo>
                  <a:pt x="87589" y="581138"/>
                </a:lnTo>
                <a:cubicBezTo>
                  <a:pt x="102772" y="624005"/>
                  <a:pt x="125985" y="664001"/>
                  <a:pt x="155459" y="698474"/>
                </a:cubicBezTo>
                <a:lnTo>
                  <a:pt x="217252" y="680259"/>
                </a:lnTo>
                <a:cubicBezTo>
                  <a:pt x="274045" y="663470"/>
                  <a:pt x="341197" y="702223"/>
                  <a:pt x="355128" y="759912"/>
                </a:cubicBezTo>
                <a:lnTo>
                  <a:pt x="370311" y="822594"/>
                </a:lnTo>
                <a:cubicBezTo>
                  <a:pt x="414241" y="830632"/>
                  <a:pt x="461928" y="830632"/>
                  <a:pt x="505867" y="822594"/>
                </a:cubicBezTo>
                <a:lnTo>
                  <a:pt x="521050" y="759912"/>
                </a:lnTo>
                <a:cubicBezTo>
                  <a:pt x="534982" y="702223"/>
                  <a:pt x="601950" y="663653"/>
                  <a:pt x="658927" y="680259"/>
                </a:cubicBezTo>
                <a:lnTo>
                  <a:pt x="720720" y="698474"/>
                </a:lnTo>
                <a:cubicBezTo>
                  <a:pt x="750184" y="664001"/>
                  <a:pt x="773406" y="623996"/>
                  <a:pt x="788589" y="581138"/>
                </a:cubicBezTo>
                <a:lnTo>
                  <a:pt x="741796" y="536671"/>
                </a:lnTo>
                <a:cubicBezTo>
                  <a:pt x="698934" y="495952"/>
                  <a:pt x="698934" y="418439"/>
                  <a:pt x="741796" y="377720"/>
                </a:cubicBezTo>
                <a:lnTo>
                  <a:pt x="788589" y="333253"/>
                </a:lnTo>
                <a:cubicBezTo>
                  <a:pt x="773406" y="290395"/>
                  <a:pt x="750193" y="250381"/>
                  <a:pt x="720720" y="215917"/>
                </a:cubicBezTo>
                <a:lnTo>
                  <a:pt x="658927" y="234132"/>
                </a:lnTo>
                <a:cubicBezTo>
                  <a:pt x="602133" y="250921"/>
                  <a:pt x="534982" y="212168"/>
                  <a:pt x="521050" y="154479"/>
                </a:cubicBezTo>
                <a:lnTo>
                  <a:pt x="505867" y="91797"/>
                </a:lnTo>
                <a:cubicBezTo>
                  <a:pt x="461937" y="83759"/>
                  <a:pt x="414250" y="83759"/>
                  <a:pt x="370311" y="91797"/>
                </a:cubicBezTo>
                <a:lnTo>
                  <a:pt x="370136" y="91797"/>
                </a:lnTo>
                <a:moveTo>
                  <a:pt x="352098" y="457200"/>
                </a:moveTo>
                <a:cubicBezTo>
                  <a:pt x="352098" y="504548"/>
                  <a:pt x="390477" y="542925"/>
                  <a:pt x="437822" y="542925"/>
                </a:cubicBezTo>
                <a:cubicBezTo>
                  <a:pt x="485167" y="542925"/>
                  <a:pt x="523546" y="504548"/>
                  <a:pt x="523546" y="457200"/>
                </a:cubicBezTo>
                <a:cubicBezTo>
                  <a:pt x="523546" y="409852"/>
                  <a:pt x="485167" y="371475"/>
                  <a:pt x="437822" y="371475"/>
                </a:cubicBezTo>
                <a:cubicBezTo>
                  <a:pt x="390477" y="371475"/>
                  <a:pt x="352098" y="409852"/>
                  <a:pt x="352098" y="457200"/>
                </a:cubicBezTo>
                <a:moveTo>
                  <a:pt x="437822" y="628650"/>
                </a:moveTo>
                <a:cubicBezTo>
                  <a:pt x="343132" y="628650"/>
                  <a:pt x="266374" y="551886"/>
                  <a:pt x="266374" y="457200"/>
                </a:cubicBezTo>
                <a:cubicBezTo>
                  <a:pt x="266374" y="362514"/>
                  <a:pt x="343132" y="285750"/>
                  <a:pt x="437822" y="285750"/>
                </a:cubicBezTo>
                <a:cubicBezTo>
                  <a:pt x="532512" y="285750"/>
                  <a:pt x="609270" y="362514"/>
                  <a:pt x="609270" y="457200"/>
                </a:cubicBezTo>
                <a:cubicBezTo>
                  <a:pt x="609270" y="551886"/>
                  <a:pt x="532512" y="628650"/>
                  <a:pt x="437822" y="62865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动态负载均衡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实时调度计算资源，确保响应速度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1883919"/>
            <a:ext cx="914400" cy="812800"/>
          </a:xfrm>
          <a:custGeom>
            <a:avLst/>
            <a:gdLst/>
            <a:ahLst/>
            <a:cxnLst/>
            <a:rect l="l" t="t" r="r" b="b"/>
            <a:pathLst>
              <a:path w="914400" h="812800">
                <a:moveTo>
                  <a:pt x="439900" y="76200"/>
                </a:moveTo>
                <a:cubicBezTo>
                  <a:pt x="476412" y="76200"/>
                  <a:pt x="507364" y="99535"/>
                  <a:pt x="518959" y="132080"/>
                </a:cubicBezTo>
                <a:cubicBezTo>
                  <a:pt x="525945" y="151921"/>
                  <a:pt x="547689" y="162243"/>
                  <a:pt x="567541" y="155261"/>
                </a:cubicBezTo>
                <a:cubicBezTo>
                  <a:pt x="587383" y="148279"/>
                  <a:pt x="597707" y="126529"/>
                  <a:pt x="590721" y="106680"/>
                </a:cubicBezTo>
                <a:cubicBezTo>
                  <a:pt x="568812" y="44607"/>
                  <a:pt x="509595" y="0"/>
                  <a:pt x="439909" y="0"/>
                </a:cubicBezTo>
                <a:cubicBezTo>
                  <a:pt x="370213" y="0"/>
                  <a:pt x="310841" y="44607"/>
                  <a:pt x="288941" y="106680"/>
                </a:cubicBezTo>
                <a:cubicBezTo>
                  <a:pt x="281955" y="126521"/>
                  <a:pt x="292279" y="148271"/>
                  <a:pt x="312121" y="155261"/>
                </a:cubicBezTo>
                <a:cubicBezTo>
                  <a:pt x="331964" y="162243"/>
                  <a:pt x="353717" y="151929"/>
                  <a:pt x="360694" y="132080"/>
                </a:cubicBezTo>
                <a:cubicBezTo>
                  <a:pt x="372280" y="99535"/>
                  <a:pt x="403397" y="76200"/>
                  <a:pt x="439909" y="76200"/>
                </a:cubicBezTo>
                <a:lnTo>
                  <a:pt x="439900" y="76200"/>
                </a:lnTo>
                <a:moveTo>
                  <a:pt x="105888" y="313529"/>
                </a:moveTo>
                <a:cubicBezTo>
                  <a:pt x="124779" y="304166"/>
                  <a:pt x="132396" y="281302"/>
                  <a:pt x="122877" y="262413"/>
                </a:cubicBezTo>
                <a:cubicBezTo>
                  <a:pt x="113349" y="243523"/>
                  <a:pt x="90654" y="235899"/>
                  <a:pt x="71762" y="245425"/>
                </a:cubicBezTo>
                <a:lnTo>
                  <a:pt x="64301" y="249074"/>
                </a:lnTo>
                <a:cubicBezTo>
                  <a:pt x="24927" y="268760"/>
                  <a:pt x="9" y="309083"/>
                  <a:pt x="9" y="353373"/>
                </a:cubicBezTo>
                <a:cubicBezTo>
                  <a:pt x="9" y="412748"/>
                  <a:pt x="44458" y="461800"/>
                  <a:pt x="101928" y="469099"/>
                </a:cubicBezTo>
                <a:cubicBezTo>
                  <a:pt x="105421" y="547201"/>
                  <a:pt x="144475" y="616257"/>
                  <a:pt x="203207" y="660392"/>
                </a:cubicBezTo>
                <a:lnTo>
                  <a:pt x="203207" y="736592"/>
                </a:lnTo>
                <a:cubicBezTo>
                  <a:pt x="203207" y="778662"/>
                  <a:pt x="237342" y="812792"/>
                  <a:pt x="279404" y="812792"/>
                </a:cubicBezTo>
                <a:lnTo>
                  <a:pt x="355601" y="812792"/>
                </a:lnTo>
                <a:cubicBezTo>
                  <a:pt x="397673" y="812792"/>
                  <a:pt x="431798" y="778662"/>
                  <a:pt x="431798" y="736592"/>
                </a:cubicBezTo>
                <a:lnTo>
                  <a:pt x="431798" y="711192"/>
                </a:lnTo>
                <a:lnTo>
                  <a:pt x="507995" y="711192"/>
                </a:lnTo>
                <a:lnTo>
                  <a:pt x="507995" y="736592"/>
                </a:lnTo>
                <a:cubicBezTo>
                  <a:pt x="507995" y="778662"/>
                  <a:pt x="542129" y="812792"/>
                  <a:pt x="584192" y="812792"/>
                </a:cubicBezTo>
                <a:lnTo>
                  <a:pt x="660389" y="812792"/>
                </a:lnTo>
                <a:cubicBezTo>
                  <a:pt x="702460" y="812792"/>
                  <a:pt x="736586" y="778662"/>
                  <a:pt x="736586" y="736592"/>
                </a:cubicBezTo>
                <a:lnTo>
                  <a:pt x="736586" y="677217"/>
                </a:lnTo>
                <a:cubicBezTo>
                  <a:pt x="766276" y="660075"/>
                  <a:pt x="792309" y="636894"/>
                  <a:pt x="812783" y="609592"/>
                </a:cubicBezTo>
                <a:lnTo>
                  <a:pt x="863587" y="609592"/>
                </a:lnTo>
                <a:cubicBezTo>
                  <a:pt x="891686" y="609592"/>
                  <a:pt x="914391" y="586890"/>
                  <a:pt x="914391" y="558792"/>
                </a:cubicBezTo>
                <a:lnTo>
                  <a:pt x="914391" y="406392"/>
                </a:lnTo>
                <a:cubicBezTo>
                  <a:pt x="914391" y="378293"/>
                  <a:pt x="891686" y="355592"/>
                  <a:pt x="863587" y="355592"/>
                </a:cubicBezTo>
                <a:lnTo>
                  <a:pt x="842473" y="355592"/>
                </a:lnTo>
                <a:cubicBezTo>
                  <a:pt x="829452" y="325746"/>
                  <a:pt x="810881" y="298915"/>
                  <a:pt x="788185" y="276531"/>
                </a:cubicBezTo>
                <a:lnTo>
                  <a:pt x="806126" y="218107"/>
                </a:lnTo>
                <a:lnTo>
                  <a:pt x="769769" y="206996"/>
                </a:lnTo>
                <a:lnTo>
                  <a:pt x="806126" y="218107"/>
                </a:lnTo>
                <a:cubicBezTo>
                  <a:pt x="816129" y="185408"/>
                  <a:pt x="791678" y="152384"/>
                  <a:pt x="757553" y="152384"/>
                </a:cubicBezTo>
                <a:lnTo>
                  <a:pt x="723894" y="152384"/>
                </a:lnTo>
                <a:cubicBezTo>
                  <a:pt x="673885" y="152384"/>
                  <a:pt x="628330" y="171753"/>
                  <a:pt x="594351" y="203184"/>
                </a:cubicBezTo>
                <a:lnTo>
                  <a:pt x="355592" y="203184"/>
                </a:lnTo>
                <a:cubicBezTo>
                  <a:pt x="237479" y="203184"/>
                  <a:pt x="138102" y="283830"/>
                  <a:pt x="109691" y="393046"/>
                </a:cubicBezTo>
                <a:cubicBezTo>
                  <a:pt x="90644" y="389868"/>
                  <a:pt x="76197" y="373205"/>
                  <a:pt x="76197" y="353202"/>
                </a:cubicBezTo>
                <a:cubicBezTo>
                  <a:pt x="76197" y="337962"/>
                  <a:pt x="84765" y="323990"/>
                  <a:pt x="98581" y="317008"/>
                </a:cubicBezTo>
                <a:lnTo>
                  <a:pt x="106043" y="313359"/>
                </a:lnTo>
                <a:lnTo>
                  <a:pt x="105888" y="313529"/>
                </a:lnTo>
                <a:moveTo>
                  <a:pt x="673099" y="457200"/>
                </a:moveTo>
                <a:cubicBezTo>
                  <a:pt x="694139" y="457200"/>
                  <a:pt x="711202" y="440139"/>
                  <a:pt x="711202" y="419104"/>
                </a:cubicBezTo>
                <a:cubicBezTo>
                  <a:pt x="711202" y="398061"/>
                  <a:pt x="694148" y="381008"/>
                  <a:pt x="673099" y="381008"/>
                </a:cubicBezTo>
                <a:cubicBezTo>
                  <a:pt x="652059" y="381008"/>
                  <a:pt x="634996" y="398069"/>
                  <a:pt x="634996" y="419112"/>
                </a:cubicBezTo>
                <a:cubicBezTo>
                  <a:pt x="634996" y="440156"/>
                  <a:pt x="652049" y="457216"/>
                  <a:pt x="673099" y="457216"/>
                </a:cubicBezTo>
                <a:lnTo>
                  <a:pt x="673099" y="457200"/>
                </a:lnTo>
                <a:moveTo>
                  <a:pt x="638654" y="266704"/>
                </a:moveTo>
                <a:cubicBezTo>
                  <a:pt x="659447" y="243369"/>
                  <a:pt x="689613" y="228763"/>
                  <a:pt x="723108" y="228608"/>
                </a:cubicBezTo>
                <a:lnTo>
                  <a:pt x="708029" y="277506"/>
                </a:lnTo>
                <a:cubicBezTo>
                  <a:pt x="703430" y="292429"/>
                  <a:pt x="708349" y="308620"/>
                  <a:pt x="720575" y="318463"/>
                </a:cubicBezTo>
                <a:cubicBezTo>
                  <a:pt x="748199" y="340531"/>
                  <a:pt x="768837" y="370531"/>
                  <a:pt x="779471" y="404986"/>
                </a:cubicBezTo>
                <a:cubicBezTo>
                  <a:pt x="784391" y="421022"/>
                  <a:pt x="799158" y="431971"/>
                  <a:pt x="815828" y="431971"/>
                </a:cubicBezTo>
                <a:lnTo>
                  <a:pt x="838057" y="431971"/>
                </a:lnTo>
                <a:lnTo>
                  <a:pt x="838057" y="533571"/>
                </a:lnTo>
                <a:lnTo>
                  <a:pt x="792657" y="533571"/>
                </a:lnTo>
                <a:cubicBezTo>
                  <a:pt x="779480" y="533571"/>
                  <a:pt x="767255" y="540398"/>
                  <a:pt x="760433" y="551509"/>
                </a:cubicBezTo>
                <a:cubicBezTo>
                  <a:pt x="741862" y="581193"/>
                  <a:pt x="714869" y="605008"/>
                  <a:pt x="682801" y="619451"/>
                </a:cubicBezTo>
                <a:cubicBezTo>
                  <a:pt x="669149" y="625482"/>
                  <a:pt x="660416" y="638975"/>
                  <a:pt x="660416" y="654060"/>
                </a:cubicBezTo>
                <a:lnTo>
                  <a:pt x="660416" y="736608"/>
                </a:lnTo>
                <a:lnTo>
                  <a:pt x="584219" y="736608"/>
                </a:lnTo>
                <a:lnTo>
                  <a:pt x="584219" y="673112"/>
                </a:lnTo>
                <a:cubicBezTo>
                  <a:pt x="584219" y="651996"/>
                  <a:pt x="567230" y="635016"/>
                  <a:pt x="546116" y="635016"/>
                </a:cubicBezTo>
                <a:lnTo>
                  <a:pt x="393713" y="635016"/>
                </a:lnTo>
                <a:cubicBezTo>
                  <a:pt x="372600" y="635016"/>
                  <a:pt x="355610" y="652004"/>
                  <a:pt x="355610" y="673120"/>
                </a:cubicBezTo>
                <a:lnTo>
                  <a:pt x="355610" y="736624"/>
                </a:lnTo>
                <a:lnTo>
                  <a:pt x="279413" y="736624"/>
                </a:lnTo>
                <a:lnTo>
                  <a:pt x="279413" y="640421"/>
                </a:lnTo>
                <a:cubicBezTo>
                  <a:pt x="279413" y="627246"/>
                  <a:pt x="272583" y="615021"/>
                  <a:pt x="261473" y="608194"/>
                </a:cubicBezTo>
                <a:cubicBezTo>
                  <a:pt x="211153" y="576763"/>
                  <a:pt x="177814" y="520883"/>
                  <a:pt x="177814" y="457379"/>
                </a:cubicBezTo>
                <a:cubicBezTo>
                  <a:pt x="177814" y="359111"/>
                  <a:pt x="257349" y="279579"/>
                  <a:pt x="355610" y="279579"/>
                </a:cubicBezTo>
                <a:lnTo>
                  <a:pt x="609612" y="279579"/>
                </a:lnTo>
                <a:lnTo>
                  <a:pt x="609612" y="279579"/>
                </a:lnTo>
                <a:lnTo>
                  <a:pt x="610243" y="279579"/>
                </a:lnTo>
                <a:cubicBezTo>
                  <a:pt x="621042" y="279579"/>
                  <a:pt x="631512" y="274978"/>
                  <a:pt x="638663" y="266883"/>
                </a:cubicBezTo>
                <a:lnTo>
                  <a:pt x="638654" y="2667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成本优化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平衡性能和成本，降低30%运营费用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1158" y="1890269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0" y="74473"/>
                </a:moveTo>
                <a:cubicBezTo>
                  <a:pt x="0" y="33396"/>
                  <a:pt x="33394" y="0"/>
                  <a:pt x="74478" y="0"/>
                </a:cubicBezTo>
                <a:lnTo>
                  <a:pt x="839931" y="0"/>
                </a:lnTo>
                <a:cubicBezTo>
                  <a:pt x="881006" y="0"/>
                  <a:pt x="914409" y="33396"/>
                  <a:pt x="914409" y="74473"/>
                </a:cubicBezTo>
                <a:cubicBezTo>
                  <a:pt x="914409" y="91619"/>
                  <a:pt x="908511" y="108230"/>
                  <a:pt x="897621" y="121447"/>
                </a:cubicBezTo>
                <a:lnTo>
                  <a:pt x="600084" y="486669"/>
                </a:lnTo>
                <a:lnTo>
                  <a:pt x="600084" y="742413"/>
                </a:lnTo>
                <a:cubicBezTo>
                  <a:pt x="600084" y="774201"/>
                  <a:pt x="574188" y="800100"/>
                  <a:pt x="542395" y="800100"/>
                </a:cubicBezTo>
                <a:cubicBezTo>
                  <a:pt x="529355" y="800100"/>
                  <a:pt x="516682" y="795635"/>
                  <a:pt x="506495" y="787602"/>
                </a:cubicBezTo>
                <a:lnTo>
                  <a:pt x="341300" y="656514"/>
                </a:lnTo>
                <a:cubicBezTo>
                  <a:pt x="324155" y="642944"/>
                  <a:pt x="314334" y="622406"/>
                  <a:pt x="314334" y="600611"/>
                </a:cubicBezTo>
                <a:lnTo>
                  <a:pt x="314334" y="486845"/>
                </a:lnTo>
                <a:lnTo>
                  <a:pt x="16798" y="121439"/>
                </a:lnTo>
                <a:cubicBezTo>
                  <a:pt x="5907" y="108222"/>
                  <a:pt x="9" y="91611"/>
                  <a:pt x="9" y="74465"/>
                </a:cubicBezTo>
                <a:lnTo>
                  <a:pt x="0" y="74473"/>
                </a:lnTo>
                <a:moveTo>
                  <a:pt x="98225" y="85723"/>
                </a:moveTo>
                <a:lnTo>
                  <a:pt x="390403" y="444336"/>
                </a:lnTo>
                <a:cubicBezTo>
                  <a:pt x="396658" y="452016"/>
                  <a:pt x="400050" y="461482"/>
                  <a:pt x="400050" y="471483"/>
                </a:cubicBezTo>
                <a:lnTo>
                  <a:pt x="400050" y="593642"/>
                </a:lnTo>
                <a:lnTo>
                  <a:pt x="514350" y="684366"/>
                </a:lnTo>
                <a:lnTo>
                  <a:pt x="514350" y="471483"/>
                </a:lnTo>
                <a:cubicBezTo>
                  <a:pt x="514350" y="461658"/>
                  <a:pt x="517742" y="452016"/>
                  <a:pt x="523997" y="444336"/>
                </a:cubicBezTo>
                <a:lnTo>
                  <a:pt x="816175" y="85723"/>
                </a:lnTo>
                <a:lnTo>
                  <a:pt x="98225" y="8572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工具智能匹配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从100+工具中精准选择合适工具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331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74137" y="137343"/>
                </a:moveTo>
                <a:cubicBezTo>
                  <a:pt x="270745" y="149486"/>
                  <a:pt x="261994" y="159490"/>
                  <a:pt x="250564" y="164665"/>
                </a:cubicBezTo>
                <a:cubicBezTo>
                  <a:pt x="220919" y="178061"/>
                  <a:pt x="200199" y="207706"/>
                  <a:pt x="200025" y="242353"/>
                </a:cubicBezTo>
                <a:cubicBezTo>
                  <a:pt x="199842" y="258601"/>
                  <a:pt x="190735" y="273250"/>
                  <a:pt x="176269" y="280392"/>
                </a:cubicBezTo>
                <a:cubicBezTo>
                  <a:pt x="147877" y="294501"/>
                  <a:pt x="128583" y="323615"/>
                  <a:pt x="128583" y="357183"/>
                </a:cubicBezTo>
                <a:cubicBezTo>
                  <a:pt x="128583" y="369866"/>
                  <a:pt x="131262" y="381652"/>
                  <a:pt x="136081" y="392369"/>
                </a:cubicBezTo>
                <a:cubicBezTo>
                  <a:pt x="143936" y="409697"/>
                  <a:pt x="139473" y="429878"/>
                  <a:pt x="125191" y="442378"/>
                </a:cubicBezTo>
                <a:cubicBezTo>
                  <a:pt x="100904" y="463272"/>
                  <a:pt x="85725" y="494169"/>
                  <a:pt x="85725" y="528642"/>
                </a:cubicBezTo>
                <a:cubicBezTo>
                  <a:pt x="85725" y="564715"/>
                  <a:pt x="102331" y="596683"/>
                  <a:pt x="128409" y="617759"/>
                </a:cubicBezTo>
                <a:cubicBezTo>
                  <a:pt x="140379" y="627406"/>
                  <a:pt x="146267" y="642759"/>
                  <a:pt x="143945" y="657947"/>
                </a:cubicBezTo>
                <a:cubicBezTo>
                  <a:pt x="143232" y="662410"/>
                  <a:pt x="142875" y="666881"/>
                  <a:pt x="142875" y="671517"/>
                </a:cubicBezTo>
                <a:cubicBezTo>
                  <a:pt x="142875" y="718133"/>
                  <a:pt x="180018" y="755989"/>
                  <a:pt x="226277" y="757242"/>
                </a:cubicBezTo>
                <a:cubicBezTo>
                  <a:pt x="242709" y="757782"/>
                  <a:pt x="257349" y="767419"/>
                  <a:pt x="264143" y="782425"/>
                </a:cubicBezTo>
                <a:cubicBezTo>
                  <a:pt x="276469" y="809747"/>
                  <a:pt x="303965" y="828684"/>
                  <a:pt x="335759" y="828684"/>
                </a:cubicBezTo>
                <a:cubicBezTo>
                  <a:pt x="379156" y="828684"/>
                  <a:pt x="414342" y="793498"/>
                  <a:pt x="414342" y="750101"/>
                </a:cubicBezTo>
                <a:lnTo>
                  <a:pt x="414342" y="157167"/>
                </a:lnTo>
                <a:cubicBezTo>
                  <a:pt x="414342" y="117702"/>
                  <a:pt x="382375" y="85734"/>
                  <a:pt x="342909" y="85734"/>
                </a:cubicBezTo>
                <a:cubicBezTo>
                  <a:pt x="310402" y="85734"/>
                  <a:pt x="282723" y="107524"/>
                  <a:pt x="274146" y="137352"/>
                </a:cubicBezTo>
                <a:lnTo>
                  <a:pt x="274137" y="137343"/>
                </a:lnTo>
                <a:moveTo>
                  <a:pt x="457200" y="860825"/>
                </a:moveTo>
                <a:cubicBezTo>
                  <a:pt x="427199" y="893863"/>
                  <a:pt x="383801" y="914400"/>
                  <a:pt x="335759" y="914400"/>
                </a:cubicBezTo>
                <a:cubicBezTo>
                  <a:pt x="278252" y="914400"/>
                  <a:pt x="227713" y="884929"/>
                  <a:pt x="198416" y="840288"/>
                </a:cubicBezTo>
                <a:cubicBezTo>
                  <a:pt x="118049" y="826005"/>
                  <a:pt x="57150" y="755816"/>
                  <a:pt x="57150" y="671517"/>
                </a:cubicBezTo>
                <a:cubicBezTo>
                  <a:pt x="57150" y="670621"/>
                  <a:pt x="57150" y="669551"/>
                  <a:pt x="57150" y="668655"/>
                </a:cubicBezTo>
                <a:cubicBezTo>
                  <a:pt x="21790" y="632582"/>
                  <a:pt x="0" y="583113"/>
                  <a:pt x="0" y="528642"/>
                </a:cubicBezTo>
                <a:cubicBezTo>
                  <a:pt x="0" y="478990"/>
                  <a:pt x="18041" y="433627"/>
                  <a:pt x="47860" y="398806"/>
                </a:cubicBezTo>
                <a:cubicBezTo>
                  <a:pt x="44641" y="385410"/>
                  <a:pt x="42858" y="371484"/>
                  <a:pt x="42858" y="357192"/>
                </a:cubicBezTo>
                <a:cubicBezTo>
                  <a:pt x="42858" y="298972"/>
                  <a:pt x="71972" y="247354"/>
                  <a:pt x="116257" y="216457"/>
                </a:cubicBezTo>
                <a:cubicBezTo>
                  <a:pt x="124294" y="164839"/>
                  <a:pt x="155192" y="120911"/>
                  <a:pt x="198233" y="95372"/>
                </a:cubicBezTo>
                <a:cubicBezTo>
                  <a:pt x="222346" y="39292"/>
                  <a:pt x="278060" y="0"/>
                  <a:pt x="342891" y="0"/>
                </a:cubicBezTo>
                <a:cubicBezTo>
                  <a:pt x="387898" y="0"/>
                  <a:pt x="428616" y="18928"/>
                  <a:pt x="457191" y="49295"/>
                </a:cubicBezTo>
                <a:cubicBezTo>
                  <a:pt x="485766" y="18937"/>
                  <a:pt x="526484" y="0"/>
                  <a:pt x="571491" y="0"/>
                </a:cubicBezTo>
                <a:cubicBezTo>
                  <a:pt x="636322" y="0"/>
                  <a:pt x="692045" y="39292"/>
                  <a:pt x="715975" y="95372"/>
                </a:cubicBezTo>
                <a:cubicBezTo>
                  <a:pt x="759016" y="120911"/>
                  <a:pt x="790087" y="164848"/>
                  <a:pt x="797951" y="216457"/>
                </a:cubicBezTo>
                <a:cubicBezTo>
                  <a:pt x="842418" y="247354"/>
                  <a:pt x="871533" y="298963"/>
                  <a:pt x="871533" y="357192"/>
                </a:cubicBezTo>
                <a:cubicBezTo>
                  <a:pt x="871533" y="371484"/>
                  <a:pt x="869750" y="385410"/>
                  <a:pt x="866531" y="398806"/>
                </a:cubicBezTo>
                <a:cubicBezTo>
                  <a:pt x="896359" y="433810"/>
                  <a:pt x="914391" y="479173"/>
                  <a:pt x="914391" y="528642"/>
                </a:cubicBezTo>
                <a:cubicBezTo>
                  <a:pt x="914391" y="583113"/>
                  <a:pt x="892601" y="632582"/>
                  <a:pt x="857241" y="668655"/>
                </a:cubicBezTo>
                <a:cubicBezTo>
                  <a:pt x="857241" y="669551"/>
                  <a:pt x="857241" y="670621"/>
                  <a:pt x="857241" y="671517"/>
                </a:cubicBezTo>
                <a:cubicBezTo>
                  <a:pt x="857241" y="755989"/>
                  <a:pt x="796342" y="826005"/>
                  <a:pt x="715975" y="840288"/>
                </a:cubicBezTo>
                <a:cubicBezTo>
                  <a:pt x="686687" y="884938"/>
                  <a:pt x="636148" y="914400"/>
                  <a:pt x="578632" y="914400"/>
                </a:cubicBezTo>
                <a:cubicBezTo>
                  <a:pt x="530590" y="914400"/>
                  <a:pt x="487192" y="893680"/>
                  <a:pt x="457191" y="860825"/>
                </a:cubicBezTo>
                <a:lnTo>
                  <a:pt x="457200" y="860825"/>
                </a:lnTo>
                <a:moveTo>
                  <a:pt x="500067" y="750091"/>
                </a:moveTo>
                <a:cubicBezTo>
                  <a:pt x="500067" y="793489"/>
                  <a:pt x="535253" y="828675"/>
                  <a:pt x="578651" y="828675"/>
                </a:cubicBezTo>
                <a:cubicBezTo>
                  <a:pt x="610444" y="828675"/>
                  <a:pt x="637940" y="809747"/>
                  <a:pt x="650266" y="782416"/>
                </a:cubicBezTo>
                <a:cubicBezTo>
                  <a:pt x="657051" y="767410"/>
                  <a:pt x="671700" y="757590"/>
                  <a:pt x="688132" y="757233"/>
                </a:cubicBezTo>
                <a:cubicBezTo>
                  <a:pt x="734391" y="755980"/>
                  <a:pt x="771534" y="718124"/>
                  <a:pt x="771534" y="671508"/>
                </a:cubicBezTo>
                <a:cubicBezTo>
                  <a:pt x="771534" y="666863"/>
                  <a:pt x="771178" y="662218"/>
                  <a:pt x="770464" y="657938"/>
                </a:cubicBezTo>
                <a:cubicBezTo>
                  <a:pt x="767968" y="642759"/>
                  <a:pt x="774040" y="627397"/>
                  <a:pt x="786000" y="617750"/>
                </a:cubicBezTo>
                <a:cubicBezTo>
                  <a:pt x="812079" y="596673"/>
                  <a:pt x="828684" y="564706"/>
                  <a:pt x="828684" y="528633"/>
                </a:cubicBezTo>
                <a:cubicBezTo>
                  <a:pt x="828684" y="494160"/>
                  <a:pt x="813505" y="463272"/>
                  <a:pt x="789219" y="442368"/>
                </a:cubicBezTo>
                <a:cubicBezTo>
                  <a:pt x="774936" y="430042"/>
                  <a:pt x="770464" y="409688"/>
                  <a:pt x="778328" y="392360"/>
                </a:cubicBezTo>
                <a:cubicBezTo>
                  <a:pt x="783147" y="381643"/>
                  <a:pt x="785826" y="369857"/>
                  <a:pt x="785826" y="357174"/>
                </a:cubicBezTo>
                <a:cubicBezTo>
                  <a:pt x="785826" y="323597"/>
                  <a:pt x="766542" y="294492"/>
                  <a:pt x="738140" y="280382"/>
                </a:cubicBezTo>
                <a:cubicBezTo>
                  <a:pt x="723674" y="273241"/>
                  <a:pt x="714384" y="258419"/>
                  <a:pt x="714384" y="242343"/>
                </a:cubicBezTo>
                <a:cubicBezTo>
                  <a:pt x="714201" y="207871"/>
                  <a:pt x="693490" y="178052"/>
                  <a:pt x="663845" y="164656"/>
                </a:cubicBezTo>
                <a:cubicBezTo>
                  <a:pt x="652415" y="159481"/>
                  <a:pt x="643664" y="149477"/>
                  <a:pt x="640272" y="137334"/>
                </a:cubicBezTo>
                <a:cubicBezTo>
                  <a:pt x="631704" y="107506"/>
                  <a:pt x="604016" y="85716"/>
                  <a:pt x="571509" y="85716"/>
                </a:cubicBezTo>
                <a:cubicBezTo>
                  <a:pt x="532044" y="85716"/>
                  <a:pt x="500076" y="117683"/>
                  <a:pt x="500076" y="157158"/>
                </a:cubicBezTo>
                <a:lnTo>
                  <a:pt x="500067" y="75009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多模型协同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根据任务特点自动选择最佳模型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核心特性二：记忆管理系统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毫秒级召回相关历史信息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高效检索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持续学习用户需求和业务知识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知识累积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智能提取和关联历史对话内容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上下文理解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跨会话保存关键信息和用户偏好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8680" y="1816729"/>
            <a:ext cx="365760" cy="365689"/>
          </a:xfrm>
          <a:custGeom>
            <a:avLst/>
            <a:gdLst/>
            <a:ahLst/>
            <a:cxnLst/>
            <a:rect l="l" t="t" r="r" b="b"/>
            <a:pathLst>
              <a:path w="365760" h="365689">
                <a:moveTo>
                  <a:pt x="148561" y="125705"/>
                </a:moveTo>
                <a:cubicBezTo>
                  <a:pt x="148561" y="75207"/>
                  <a:pt x="189486" y="34283"/>
                  <a:pt x="239982" y="34283"/>
                </a:cubicBezTo>
                <a:cubicBezTo>
                  <a:pt x="290479" y="34283"/>
                  <a:pt x="331404" y="75207"/>
                  <a:pt x="331404" y="125705"/>
                </a:cubicBezTo>
                <a:cubicBezTo>
                  <a:pt x="331404" y="176203"/>
                  <a:pt x="290479" y="217128"/>
                  <a:pt x="239982" y="217128"/>
                </a:cubicBezTo>
                <a:cubicBezTo>
                  <a:pt x="232554" y="217128"/>
                  <a:pt x="225341" y="216272"/>
                  <a:pt x="218483" y="214557"/>
                </a:cubicBezTo>
                <a:cubicBezTo>
                  <a:pt x="212697" y="213127"/>
                  <a:pt x="206556" y="214842"/>
                  <a:pt x="202342" y="219128"/>
                </a:cubicBezTo>
                <a:lnTo>
                  <a:pt x="181486" y="239983"/>
                </a:lnTo>
                <a:lnTo>
                  <a:pt x="142848" y="239983"/>
                </a:lnTo>
                <a:cubicBezTo>
                  <a:pt x="133349" y="239983"/>
                  <a:pt x="125704" y="247626"/>
                  <a:pt x="125704" y="257127"/>
                </a:cubicBezTo>
                <a:lnTo>
                  <a:pt x="125704" y="285698"/>
                </a:lnTo>
                <a:lnTo>
                  <a:pt x="97135" y="285698"/>
                </a:lnTo>
                <a:cubicBezTo>
                  <a:pt x="87636" y="285698"/>
                  <a:pt x="79992" y="293341"/>
                  <a:pt x="79992" y="302841"/>
                </a:cubicBezTo>
                <a:lnTo>
                  <a:pt x="79992" y="331413"/>
                </a:lnTo>
                <a:lnTo>
                  <a:pt x="34279" y="331413"/>
                </a:lnTo>
                <a:lnTo>
                  <a:pt x="34279" y="275631"/>
                </a:lnTo>
                <a:lnTo>
                  <a:pt x="146556" y="163353"/>
                </a:lnTo>
                <a:cubicBezTo>
                  <a:pt x="150770" y="159140"/>
                  <a:pt x="152485" y="152997"/>
                  <a:pt x="151128" y="147212"/>
                </a:cubicBezTo>
                <a:cubicBezTo>
                  <a:pt x="149486" y="140355"/>
                  <a:pt x="148557" y="133140"/>
                  <a:pt x="148557" y="125713"/>
                </a:cubicBezTo>
                <a:lnTo>
                  <a:pt x="148561" y="125705"/>
                </a:lnTo>
                <a:moveTo>
                  <a:pt x="239982" y="0"/>
                </a:moveTo>
                <a:cubicBezTo>
                  <a:pt x="170558" y="0"/>
                  <a:pt x="114278" y="56283"/>
                  <a:pt x="114278" y="125705"/>
                </a:cubicBezTo>
                <a:cubicBezTo>
                  <a:pt x="114278" y="132489"/>
                  <a:pt x="114779" y="139133"/>
                  <a:pt x="115851" y="145632"/>
                </a:cubicBezTo>
                <a:lnTo>
                  <a:pt x="5000" y="256410"/>
                </a:lnTo>
                <a:cubicBezTo>
                  <a:pt x="1785" y="259624"/>
                  <a:pt x="0" y="263980"/>
                  <a:pt x="0" y="268551"/>
                </a:cubicBezTo>
                <a:lnTo>
                  <a:pt x="0" y="348545"/>
                </a:lnTo>
                <a:cubicBezTo>
                  <a:pt x="0" y="358046"/>
                  <a:pt x="7641" y="365689"/>
                  <a:pt x="17143" y="365689"/>
                </a:cubicBezTo>
                <a:lnTo>
                  <a:pt x="97139" y="365689"/>
                </a:lnTo>
                <a:cubicBezTo>
                  <a:pt x="106637" y="365689"/>
                  <a:pt x="114282" y="358046"/>
                  <a:pt x="114282" y="348549"/>
                </a:cubicBezTo>
                <a:lnTo>
                  <a:pt x="114282" y="319981"/>
                </a:lnTo>
                <a:lnTo>
                  <a:pt x="142851" y="319981"/>
                </a:lnTo>
                <a:cubicBezTo>
                  <a:pt x="152350" y="319981"/>
                  <a:pt x="159994" y="312338"/>
                  <a:pt x="159994" y="302841"/>
                </a:cubicBezTo>
                <a:lnTo>
                  <a:pt x="159994" y="274274"/>
                </a:lnTo>
                <a:lnTo>
                  <a:pt x="188564" y="274274"/>
                </a:lnTo>
                <a:cubicBezTo>
                  <a:pt x="193136" y="274274"/>
                  <a:pt x="197492" y="272489"/>
                  <a:pt x="200707" y="269275"/>
                </a:cubicBezTo>
                <a:lnTo>
                  <a:pt x="220133" y="249849"/>
                </a:lnTo>
                <a:cubicBezTo>
                  <a:pt x="226632" y="250848"/>
                  <a:pt x="233274" y="251422"/>
                  <a:pt x="240059" y="251422"/>
                </a:cubicBezTo>
                <a:cubicBezTo>
                  <a:pt x="309484" y="251422"/>
                  <a:pt x="365764" y="195139"/>
                  <a:pt x="365764" y="125716"/>
                </a:cubicBezTo>
                <a:cubicBezTo>
                  <a:pt x="365764" y="56294"/>
                  <a:pt x="309411" y="11"/>
                  <a:pt x="239986" y="11"/>
                </a:cubicBezTo>
                <a:lnTo>
                  <a:pt x="239982" y="0"/>
                </a:lnTo>
                <a:moveTo>
                  <a:pt x="262839" y="125705"/>
                </a:moveTo>
                <a:cubicBezTo>
                  <a:pt x="275461" y="125705"/>
                  <a:pt x="285695" y="115473"/>
                  <a:pt x="285695" y="102850"/>
                </a:cubicBezTo>
                <a:cubicBezTo>
                  <a:pt x="285695" y="90226"/>
                  <a:pt x="275461" y="79994"/>
                  <a:pt x="262839" y="79994"/>
                </a:cubicBezTo>
                <a:cubicBezTo>
                  <a:pt x="250216" y="79994"/>
                  <a:pt x="239982" y="90226"/>
                  <a:pt x="239982" y="102850"/>
                </a:cubicBezTo>
                <a:cubicBezTo>
                  <a:pt x="239982" y="115473"/>
                  <a:pt x="250216" y="125705"/>
                  <a:pt x="262839" y="12570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22040" y="18166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9655" y="54937"/>
                </a:moveTo>
                <a:cubicBezTo>
                  <a:pt x="108298" y="59794"/>
                  <a:pt x="104798" y="63796"/>
                  <a:pt x="100226" y="65866"/>
                </a:cubicBezTo>
                <a:cubicBezTo>
                  <a:pt x="88368" y="71224"/>
                  <a:pt x="80080" y="83082"/>
                  <a:pt x="80010" y="96941"/>
                </a:cubicBezTo>
                <a:cubicBezTo>
                  <a:pt x="79937" y="103441"/>
                  <a:pt x="76294" y="109300"/>
                  <a:pt x="70508" y="112157"/>
                </a:cubicBezTo>
                <a:cubicBezTo>
                  <a:pt x="59151" y="117800"/>
                  <a:pt x="51433" y="129446"/>
                  <a:pt x="51433" y="142873"/>
                </a:cubicBezTo>
                <a:cubicBezTo>
                  <a:pt x="51433" y="147946"/>
                  <a:pt x="52505" y="152661"/>
                  <a:pt x="54432" y="156948"/>
                </a:cubicBezTo>
                <a:cubicBezTo>
                  <a:pt x="57574" y="163879"/>
                  <a:pt x="55789" y="171951"/>
                  <a:pt x="50076" y="176951"/>
                </a:cubicBezTo>
                <a:cubicBezTo>
                  <a:pt x="40362" y="185309"/>
                  <a:pt x="34290" y="197668"/>
                  <a:pt x="34290" y="211457"/>
                </a:cubicBezTo>
                <a:cubicBezTo>
                  <a:pt x="34290" y="225886"/>
                  <a:pt x="40932" y="238673"/>
                  <a:pt x="51364" y="247104"/>
                </a:cubicBezTo>
                <a:cubicBezTo>
                  <a:pt x="56152" y="250963"/>
                  <a:pt x="58507" y="257104"/>
                  <a:pt x="57578" y="263179"/>
                </a:cubicBezTo>
                <a:cubicBezTo>
                  <a:pt x="57293" y="264964"/>
                  <a:pt x="57150" y="266752"/>
                  <a:pt x="57150" y="268607"/>
                </a:cubicBezTo>
                <a:cubicBezTo>
                  <a:pt x="57150" y="287253"/>
                  <a:pt x="72007" y="302396"/>
                  <a:pt x="90511" y="302897"/>
                </a:cubicBezTo>
                <a:cubicBezTo>
                  <a:pt x="97084" y="303113"/>
                  <a:pt x="102940" y="306968"/>
                  <a:pt x="105657" y="312970"/>
                </a:cubicBezTo>
                <a:cubicBezTo>
                  <a:pt x="110588" y="323899"/>
                  <a:pt x="121586" y="331474"/>
                  <a:pt x="134303" y="331474"/>
                </a:cubicBezTo>
                <a:cubicBezTo>
                  <a:pt x="151662" y="331474"/>
                  <a:pt x="165737" y="317399"/>
                  <a:pt x="165737" y="300040"/>
                </a:cubicBezTo>
                <a:lnTo>
                  <a:pt x="165737" y="62867"/>
                </a:lnTo>
                <a:cubicBezTo>
                  <a:pt x="165737" y="47081"/>
                  <a:pt x="152950" y="34294"/>
                  <a:pt x="137164" y="34294"/>
                </a:cubicBezTo>
                <a:cubicBezTo>
                  <a:pt x="124161" y="34294"/>
                  <a:pt x="113089" y="43010"/>
                  <a:pt x="109659" y="54941"/>
                </a:cubicBezTo>
                <a:lnTo>
                  <a:pt x="109655" y="54937"/>
                </a:lnTo>
                <a:moveTo>
                  <a:pt x="182880" y="344330"/>
                </a:moveTo>
                <a:cubicBezTo>
                  <a:pt x="170879" y="357545"/>
                  <a:pt x="153520" y="365760"/>
                  <a:pt x="134303" y="365760"/>
                </a:cubicBezTo>
                <a:cubicBezTo>
                  <a:pt x="111301" y="365760"/>
                  <a:pt x="91085" y="353972"/>
                  <a:pt x="79366" y="336115"/>
                </a:cubicBezTo>
                <a:cubicBezTo>
                  <a:pt x="47220" y="330402"/>
                  <a:pt x="22860" y="302326"/>
                  <a:pt x="22860" y="268607"/>
                </a:cubicBezTo>
                <a:cubicBezTo>
                  <a:pt x="22860" y="268248"/>
                  <a:pt x="22860" y="267820"/>
                  <a:pt x="22860" y="267462"/>
                </a:cubicBezTo>
                <a:cubicBezTo>
                  <a:pt x="8716" y="253033"/>
                  <a:pt x="0" y="233245"/>
                  <a:pt x="0" y="211457"/>
                </a:cubicBezTo>
                <a:cubicBezTo>
                  <a:pt x="0" y="191596"/>
                  <a:pt x="7216" y="173451"/>
                  <a:pt x="19144" y="159523"/>
                </a:cubicBezTo>
                <a:cubicBezTo>
                  <a:pt x="17856" y="154164"/>
                  <a:pt x="17143" y="148594"/>
                  <a:pt x="17143" y="142877"/>
                </a:cubicBezTo>
                <a:cubicBezTo>
                  <a:pt x="17143" y="119589"/>
                  <a:pt x="28789" y="98942"/>
                  <a:pt x="46503" y="86583"/>
                </a:cubicBezTo>
                <a:cubicBezTo>
                  <a:pt x="49718" y="65936"/>
                  <a:pt x="62077" y="48364"/>
                  <a:pt x="79293" y="38149"/>
                </a:cubicBezTo>
                <a:cubicBezTo>
                  <a:pt x="88938" y="15717"/>
                  <a:pt x="111224" y="0"/>
                  <a:pt x="137156" y="0"/>
                </a:cubicBezTo>
                <a:cubicBezTo>
                  <a:pt x="155159" y="0"/>
                  <a:pt x="171446" y="7571"/>
                  <a:pt x="182876" y="19718"/>
                </a:cubicBezTo>
                <a:cubicBezTo>
                  <a:pt x="194306" y="7575"/>
                  <a:pt x="210594" y="0"/>
                  <a:pt x="228596" y="0"/>
                </a:cubicBezTo>
                <a:cubicBezTo>
                  <a:pt x="254529" y="0"/>
                  <a:pt x="276818" y="15717"/>
                  <a:pt x="286390" y="38149"/>
                </a:cubicBezTo>
                <a:cubicBezTo>
                  <a:pt x="303606" y="48364"/>
                  <a:pt x="316035" y="65939"/>
                  <a:pt x="319180" y="86583"/>
                </a:cubicBezTo>
                <a:cubicBezTo>
                  <a:pt x="336967" y="98942"/>
                  <a:pt x="348613" y="119585"/>
                  <a:pt x="348613" y="142877"/>
                </a:cubicBezTo>
                <a:cubicBezTo>
                  <a:pt x="348613" y="148594"/>
                  <a:pt x="347900" y="154164"/>
                  <a:pt x="346612" y="159523"/>
                </a:cubicBezTo>
                <a:cubicBezTo>
                  <a:pt x="358544" y="173524"/>
                  <a:pt x="365756" y="191669"/>
                  <a:pt x="365756" y="211457"/>
                </a:cubicBezTo>
                <a:cubicBezTo>
                  <a:pt x="365756" y="233245"/>
                  <a:pt x="357040" y="253033"/>
                  <a:pt x="342896" y="267462"/>
                </a:cubicBezTo>
                <a:cubicBezTo>
                  <a:pt x="342896" y="267820"/>
                  <a:pt x="342896" y="268248"/>
                  <a:pt x="342896" y="268607"/>
                </a:cubicBezTo>
                <a:cubicBezTo>
                  <a:pt x="342896" y="302396"/>
                  <a:pt x="318537" y="330402"/>
                  <a:pt x="286390" y="336115"/>
                </a:cubicBezTo>
                <a:cubicBezTo>
                  <a:pt x="274675" y="353975"/>
                  <a:pt x="254459" y="365760"/>
                  <a:pt x="231453" y="365760"/>
                </a:cubicBezTo>
                <a:cubicBezTo>
                  <a:pt x="212236" y="365760"/>
                  <a:pt x="194877" y="357472"/>
                  <a:pt x="182876" y="344330"/>
                </a:cubicBezTo>
                <a:lnTo>
                  <a:pt x="182880" y="344330"/>
                </a:lnTo>
                <a:moveTo>
                  <a:pt x="200027" y="300037"/>
                </a:moveTo>
                <a:cubicBezTo>
                  <a:pt x="200027" y="317395"/>
                  <a:pt x="214101" y="331470"/>
                  <a:pt x="231460" y="331470"/>
                </a:cubicBezTo>
                <a:cubicBezTo>
                  <a:pt x="244178" y="331470"/>
                  <a:pt x="255176" y="323899"/>
                  <a:pt x="260107" y="312966"/>
                </a:cubicBezTo>
                <a:cubicBezTo>
                  <a:pt x="262821" y="306964"/>
                  <a:pt x="268680" y="303036"/>
                  <a:pt x="275253" y="302893"/>
                </a:cubicBezTo>
                <a:cubicBezTo>
                  <a:pt x="293757" y="302392"/>
                  <a:pt x="308614" y="287250"/>
                  <a:pt x="308614" y="268603"/>
                </a:cubicBezTo>
                <a:cubicBezTo>
                  <a:pt x="308614" y="266745"/>
                  <a:pt x="308471" y="264887"/>
                  <a:pt x="308186" y="263175"/>
                </a:cubicBezTo>
                <a:cubicBezTo>
                  <a:pt x="307187" y="257104"/>
                  <a:pt x="309616" y="250959"/>
                  <a:pt x="314400" y="247100"/>
                </a:cubicBezTo>
                <a:cubicBezTo>
                  <a:pt x="324831" y="238669"/>
                  <a:pt x="331474" y="225882"/>
                  <a:pt x="331474" y="211453"/>
                </a:cubicBezTo>
                <a:cubicBezTo>
                  <a:pt x="331474" y="197664"/>
                  <a:pt x="325402" y="185309"/>
                  <a:pt x="315687" y="176947"/>
                </a:cubicBezTo>
                <a:cubicBezTo>
                  <a:pt x="309974" y="172017"/>
                  <a:pt x="308186" y="163875"/>
                  <a:pt x="311331" y="156944"/>
                </a:cubicBezTo>
                <a:cubicBezTo>
                  <a:pt x="313259" y="152657"/>
                  <a:pt x="314331" y="147942"/>
                  <a:pt x="314331" y="142869"/>
                </a:cubicBezTo>
                <a:cubicBezTo>
                  <a:pt x="314331" y="129439"/>
                  <a:pt x="306617" y="117797"/>
                  <a:pt x="295256" y="112153"/>
                </a:cubicBezTo>
                <a:cubicBezTo>
                  <a:pt x="289470" y="109296"/>
                  <a:pt x="285754" y="103367"/>
                  <a:pt x="285754" y="96937"/>
                </a:cubicBezTo>
                <a:cubicBezTo>
                  <a:pt x="285681" y="83148"/>
                  <a:pt x="277396" y="71221"/>
                  <a:pt x="265538" y="65862"/>
                </a:cubicBezTo>
                <a:cubicBezTo>
                  <a:pt x="260966" y="63792"/>
                  <a:pt x="257466" y="59791"/>
                  <a:pt x="256109" y="54933"/>
                </a:cubicBezTo>
                <a:cubicBezTo>
                  <a:pt x="252682" y="43002"/>
                  <a:pt x="241606" y="34286"/>
                  <a:pt x="228604" y="34286"/>
                </a:cubicBezTo>
                <a:cubicBezTo>
                  <a:pt x="212818" y="34286"/>
                  <a:pt x="200031" y="47073"/>
                  <a:pt x="200031" y="62863"/>
                </a:cubicBezTo>
                <a:lnTo>
                  <a:pt x="200027" y="30003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98260" y="181669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0" y="62867"/>
                </a:moveTo>
                <a:cubicBezTo>
                  <a:pt x="0" y="28149"/>
                  <a:pt x="28148" y="4"/>
                  <a:pt x="62865" y="4"/>
                </a:cubicBezTo>
                <a:lnTo>
                  <a:pt x="280035" y="4"/>
                </a:lnTo>
                <a:cubicBezTo>
                  <a:pt x="302108" y="4"/>
                  <a:pt x="320040" y="17933"/>
                  <a:pt x="320040" y="40010"/>
                </a:cubicBezTo>
                <a:lnTo>
                  <a:pt x="320040" y="245750"/>
                </a:lnTo>
                <a:cubicBezTo>
                  <a:pt x="320040" y="261679"/>
                  <a:pt x="310682" y="275468"/>
                  <a:pt x="297180" y="281898"/>
                </a:cubicBezTo>
                <a:lnTo>
                  <a:pt x="297180" y="331477"/>
                </a:lnTo>
                <a:lnTo>
                  <a:pt x="302895" y="331477"/>
                </a:lnTo>
                <a:cubicBezTo>
                  <a:pt x="312397" y="331477"/>
                  <a:pt x="320040" y="339122"/>
                  <a:pt x="320040" y="348624"/>
                </a:cubicBezTo>
                <a:cubicBezTo>
                  <a:pt x="320040" y="358126"/>
                  <a:pt x="312397" y="365771"/>
                  <a:pt x="302895" y="365771"/>
                </a:cubicBezTo>
                <a:lnTo>
                  <a:pt x="57150" y="365771"/>
                </a:lnTo>
                <a:cubicBezTo>
                  <a:pt x="25574" y="365771"/>
                  <a:pt x="0" y="340197"/>
                  <a:pt x="0" y="308621"/>
                </a:cubicBezTo>
                <a:cubicBezTo>
                  <a:pt x="0" y="306693"/>
                  <a:pt x="70" y="304762"/>
                  <a:pt x="285" y="302908"/>
                </a:cubicBezTo>
                <a:lnTo>
                  <a:pt x="0" y="302908"/>
                </a:lnTo>
                <a:lnTo>
                  <a:pt x="0" y="62867"/>
                </a:lnTo>
                <a:moveTo>
                  <a:pt x="57150" y="285750"/>
                </a:moveTo>
                <a:cubicBezTo>
                  <a:pt x="44505" y="285750"/>
                  <a:pt x="34289" y="295966"/>
                  <a:pt x="34289" y="308610"/>
                </a:cubicBezTo>
                <a:cubicBezTo>
                  <a:pt x="34289" y="321254"/>
                  <a:pt x="44505" y="331470"/>
                  <a:pt x="57150" y="331470"/>
                </a:cubicBezTo>
                <a:lnTo>
                  <a:pt x="262890" y="331470"/>
                </a:lnTo>
                <a:lnTo>
                  <a:pt x="262890" y="285750"/>
                </a:lnTo>
                <a:lnTo>
                  <a:pt x="57150" y="285750"/>
                </a:lnTo>
                <a:moveTo>
                  <a:pt x="34289" y="256248"/>
                </a:moveTo>
                <a:cubicBezTo>
                  <a:pt x="41288" y="253175"/>
                  <a:pt x="49005" y="251460"/>
                  <a:pt x="57150" y="251460"/>
                </a:cubicBezTo>
                <a:lnTo>
                  <a:pt x="280035" y="251460"/>
                </a:lnTo>
                <a:cubicBezTo>
                  <a:pt x="283178" y="251460"/>
                  <a:pt x="285751" y="248889"/>
                  <a:pt x="285751" y="245747"/>
                </a:cubicBezTo>
                <a:lnTo>
                  <a:pt x="285751" y="40007"/>
                </a:lnTo>
                <a:cubicBezTo>
                  <a:pt x="285751" y="36865"/>
                  <a:pt x="283178" y="34294"/>
                  <a:pt x="280035" y="34294"/>
                </a:cubicBezTo>
                <a:lnTo>
                  <a:pt x="62865" y="34294"/>
                </a:lnTo>
                <a:cubicBezTo>
                  <a:pt x="47078" y="34294"/>
                  <a:pt x="34289" y="47081"/>
                  <a:pt x="34289" y="62870"/>
                </a:cubicBezTo>
                <a:lnTo>
                  <a:pt x="34289" y="256248"/>
                </a:lnTo>
                <a:moveTo>
                  <a:pt x="108586" y="80010"/>
                </a:moveTo>
                <a:lnTo>
                  <a:pt x="234317" y="80010"/>
                </a:lnTo>
                <a:cubicBezTo>
                  <a:pt x="243819" y="80010"/>
                  <a:pt x="251462" y="87654"/>
                  <a:pt x="251462" y="97157"/>
                </a:cubicBezTo>
                <a:cubicBezTo>
                  <a:pt x="251462" y="106659"/>
                  <a:pt x="243819" y="114304"/>
                  <a:pt x="234317" y="114304"/>
                </a:cubicBezTo>
                <a:lnTo>
                  <a:pt x="108586" y="114304"/>
                </a:lnTo>
                <a:cubicBezTo>
                  <a:pt x="99084" y="114304"/>
                  <a:pt x="91442" y="106659"/>
                  <a:pt x="91442" y="97160"/>
                </a:cubicBezTo>
                <a:cubicBezTo>
                  <a:pt x="91442" y="87658"/>
                  <a:pt x="99084" y="80017"/>
                  <a:pt x="108586" y="80017"/>
                </a:cubicBezTo>
                <a:lnTo>
                  <a:pt x="108586" y="80010"/>
                </a:lnTo>
                <a:moveTo>
                  <a:pt x="108586" y="137160"/>
                </a:moveTo>
                <a:lnTo>
                  <a:pt x="234317" y="137160"/>
                </a:lnTo>
                <a:cubicBezTo>
                  <a:pt x="243819" y="137160"/>
                  <a:pt x="251462" y="144804"/>
                  <a:pt x="251462" y="154307"/>
                </a:cubicBezTo>
                <a:cubicBezTo>
                  <a:pt x="251462" y="163809"/>
                  <a:pt x="243819" y="171454"/>
                  <a:pt x="234317" y="171454"/>
                </a:cubicBezTo>
                <a:lnTo>
                  <a:pt x="108586" y="171454"/>
                </a:lnTo>
                <a:cubicBezTo>
                  <a:pt x="99084" y="171454"/>
                  <a:pt x="91442" y="163809"/>
                  <a:pt x="91442" y="154310"/>
                </a:cubicBezTo>
                <a:cubicBezTo>
                  <a:pt x="91442" y="144808"/>
                  <a:pt x="99084" y="137167"/>
                  <a:pt x="108586" y="137167"/>
                </a:cubicBezTo>
                <a:lnTo>
                  <a:pt x="108586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28760" y="1816742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5" y="1605869"/>
            <a:ext cx="10918305" cy="534939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6" y="2143743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9525" y="365760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2143743"/>
            <a:ext cx="10911840" cy="9525"/>
          </a:xfrm>
          <a:custGeom>
            <a:avLst/>
            <a:gdLst/>
            <a:ahLst/>
            <a:cxnLst/>
            <a:rect l="l" t="t" r="r" b="b"/>
            <a:pathLst>
              <a:path w="10911840" h="9525">
                <a:moveTo>
                  <a:pt x="0" y="0"/>
                </a:moveTo>
                <a:lnTo>
                  <a:pt x="10911840" y="9525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技术优势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8876" y="2315048"/>
            <a:ext cx="4815843" cy="335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传统AI Agent使用短期上下文，ZenFlux AI则具备长期记忆管理能力。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59" y="2326623"/>
            <a:ext cx="4815840" cy="333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传统AI Agent采用单一模型，而ZenFlux AI利用多模型智能路由。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81747" y="1743030"/>
            <a:ext cx="3884430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记忆管理方式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2285" y="1743030"/>
            <a:ext cx="3871508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模型类型对比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76014" y="1424763"/>
            <a:ext cx="839972" cy="839972"/>
          </a:xfrm>
          <a:custGeom>
            <a:avLst/>
            <a:gdLst/>
            <a:ahLst/>
            <a:cxnLst/>
            <a:rect l="l" t="t" r="r" b="b"/>
            <a:pathLst>
              <a:path w="839972" h="839972">
                <a:moveTo>
                  <a:pt x="0" y="419986"/>
                </a:moveTo>
                <a:cubicBezTo>
                  <a:pt x="0" y="188036"/>
                  <a:pt x="188036" y="0"/>
                  <a:pt x="419986" y="0"/>
                </a:cubicBezTo>
                <a:cubicBezTo>
                  <a:pt x="651936" y="0"/>
                  <a:pt x="839972" y="188036"/>
                  <a:pt x="839972" y="419986"/>
                </a:cubicBezTo>
                <a:cubicBezTo>
                  <a:pt x="839972" y="651936"/>
                  <a:pt x="651936" y="839972"/>
                  <a:pt x="419986" y="839972"/>
                </a:cubicBezTo>
                <a:cubicBezTo>
                  <a:pt x="188036" y="839972"/>
                  <a:pt x="0" y="651936"/>
                  <a:pt x="0" y="419986"/>
                </a:cubicBezTo>
              </a:path>
            </a:pathLst>
          </a:custGeom>
          <a:solidFill>
            <a:srgbClr val="FFFFFF"/>
          </a:solidFill>
          <a:ln w="28575"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66014" y="1471563"/>
            <a:ext cx="659972" cy="74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14865" r="-114865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应用场景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复杂业务流程的智能编排和执行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流程自动化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跨数据源分析，自动选择最佳分析工具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自动生成报告、PPT、文档，风格统一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内容创作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24/7全天候服务，理解上下文，记住客户偏好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智能客服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399" y="1502356"/>
            <a:ext cx="365760" cy="365689"/>
          </a:xfrm>
          <a:custGeom>
            <a:avLst/>
            <a:gdLst/>
            <a:ahLst/>
            <a:cxnLst/>
            <a:rect l="l" t="t" r="r" b="b"/>
            <a:pathLst>
              <a:path w="365760" h="365689">
                <a:moveTo>
                  <a:pt x="34283" y="182844"/>
                </a:moveTo>
                <a:cubicBezTo>
                  <a:pt x="34283" y="100780"/>
                  <a:pt x="100778" y="34283"/>
                  <a:pt x="182843" y="34283"/>
                </a:cubicBezTo>
                <a:cubicBezTo>
                  <a:pt x="264909" y="34283"/>
                  <a:pt x="331404" y="100780"/>
                  <a:pt x="331404" y="182844"/>
                </a:cubicBezTo>
                <a:lnTo>
                  <a:pt x="331404" y="285767"/>
                </a:lnTo>
                <a:cubicBezTo>
                  <a:pt x="331404" y="301550"/>
                  <a:pt x="318621" y="314339"/>
                  <a:pt x="302835" y="314339"/>
                </a:cubicBezTo>
                <a:lnTo>
                  <a:pt x="223984" y="314265"/>
                </a:lnTo>
                <a:cubicBezTo>
                  <a:pt x="218055" y="303982"/>
                  <a:pt x="206984" y="297126"/>
                  <a:pt x="194274" y="297126"/>
                </a:cubicBezTo>
                <a:lnTo>
                  <a:pt x="171417" y="297126"/>
                </a:lnTo>
                <a:cubicBezTo>
                  <a:pt x="152489" y="297126"/>
                  <a:pt x="137134" y="312481"/>
                  <a:pt x="137134" y="331409"/>
                </a:cubicBezTo>
                <a:cubicBezTo>
                  <a:pt x="137134" y="350337"/>
                  <a:pt x="152489" y="365692"/>
                  <a:pt x="171417" y="365692"/>
                </a:cubicBezTo>
                <a:lnTo>
                  <a:pt x="194274" y="365692"/>
                </a:lnTo>
                <a:cubicBezTo>
                  <a:pt x="206987" y="365692"/>
                  <a:pt x="218059" y="358762"/>
                  <a:pt x="223984" y="348552"/>
                </a:cubicBezTo>
                <a:lnTo>
                  <a:pt x="302835" y="348626"/>
                </a:lnTo>
                <a:cubicBezTo>
                  <a:pt x="337545" y="348626"/>
                  <a:pt x="365760" y="320486"/>
                  <a:pt x="365760" y="285775"/>
                </a:cubicBezTo>
                <a:lnTo>
                  <a:pt x="365687" y="182852"/>
                </a:lnTo>
                <a:cubicBezTo>
                  <a:pt x="365687" y="81859"/>
                  <a:pt x="283837" y="7"/>
                  <a:pt x="182844" y="7"/>
                </a:cubicBezTo>
                <a:cubicBezTo>
                  <a:pt x="81850" y="7"/>
                  <a:pt x="0" y="81859"/>
                  <a:pt x="0" y="182852"/>
                </a:cubicBezTo>
                <a:lnTo>
                  <a:pt x="0" y="211423"/>
                </a:lnTo>
                <a:cubicBezTo>
                  <a:pt x="0" y="220924"/>
                  <a:pt x="7641" y="228566"/>
                  <a:pt x="17143" y="228566"/>
                </a:cubicBezTo>
                <a:cubicBezTo>
                  <a:pt x="26642" y="228566"/>
                  <a:pt x="34286" y="220924"/>
                  <a:pt x="34286" y="211427"/>
                </a:cubicBezTo>
                <a:lnTo>
                  <a:pt x="34283" y="182844"/>
                </a:lnTo>
                <a:moveTo>
                  <a:pt x="114278" y="159989"/>
                </a:moveTo>
                <a:lnTo>
                  <a:pt x="114278" y="239983"/>
                </a:lnTo>
                <a:cubicBezTo>
                  <a:pt x="101637" y="239983"/>
                  <a:pt x="91422" y="229769"/>
                  <a:pt x="91422" y="217128"/>
                </a:cubicBezTo>
                <a:lnTo>
                  <a:pt x="91422" y="182844"/>
                </a:lnTo>
                <a:cubicBezTo>
                  <a:pt x="91422" y="170202"/>
                  <a:pt x="101634" y="159989"/>
                  <a:pt x="114278" y="159989"/>
                </a:cubicBezTo>
                <a:lnTo>
                  <a:pt x="114278" y="159989"/>
                </a:lnTo>
                <a:moveTo>
                  <a:pt x="57139" y="182844"/>
                </a:moveTo>
                <a:lnTo>
                  <a:pt x="57139" y="217128"/>
                </a:lnTo>
                <a:cubicBezTo>
                  <a:pt x="57139" y="248697"/>
                  <a:pt x="82709" y="274266"/>
                  <a:pt x="114278" y="274266"/>
                </a:cubicBezTo>
                <a:lnTo>
                  <a:pt x="125704" y="274266"/>
                </a:lnTo>
                <a:cubicBezTo>
                  <a:pt x="138345" y="274266"/>
                  <a:pt x="148561" y="264053"/>
                  <a:pt x="148561" y="251411"/>
                </a:cubicBezTo>
                <a:lnTo>
                  <a:pt x="148561" y="148561"/>
                </a:lnTo>
                <a:cubicBezTo>
                  <a:pt x="148561" y="135919"/>
                  <a:pt x="138349" y="125706"/>
                  <a:pt x="125704" y="125706"/>
                </a:cubicBezTo>
                <a:lnTo>
                  <a:pt x="114278" y="125706"/>
                </a:lnTo>
                <a:cubicBezTo>
                  <a:pt x="82709" y="125706"/>
                  <a:pt x="57139" y="151274"/>
                  <a:pt x="57139" y="182844"/>
                </a:cubicBezTo>
                <a:lnTo>
                  <a:pt x="57139" y="182844"/>
                </a:lnTo>
                <a:moveTo>
                  <a:pt x="251412" y="159989"/>
                </a:moveTo>
                <a:cubicBezTo>
                  <a:pt x="264053" y="159989"/>
                  <a:pt x="274269" y="170202"/>
                  <a:pt x="274269" y="182844"/>
                </a:cubicBezTo>
                <a:lnTo>
                  <a:pt x="274269" y="217128"/>
                </a:lnTo>
                <a:cubicBezTo>
                  <a:pt x="274269" y="229769"/>
                  <a:pt x="264057" y="239983"/>
                  <a:pt x="251412" y="239983"/>
                </a:cubicBezTo>
                <a:lnTo>
                  <a:pt x="251412" y="159989"/>
                </a:lnTo>
                <a:moveTo>
                  <a:pt x="308552" y="182844"/>
                </a:moveTo>
                <a:cubicBezTo>
                  <a:pt x="308552" y="151274"/>
                  <a:pt x="282981" y="125705"/>
                  <a:pt x="251412" y="125705"/>
                </a:cubicBezTo>
                <a:lnTo>
                  <a:pt x="239986" y="125705"/>
                </a:lnTo>
                <a:cubicBezTo>
                  <a:pt x="227345" y="125705"/>
                  <a:pt x="217130" y="135919"/>
                  <a:pt x="217130" y="148561"/>
                </a:cubicBezTo>
                <a:lnTo>
                  <a:pt x="217130" y="251411"/>
                </a:lnTo>
                <a:cubicBezTo>
                  <a:pt x="217130" y="264053"/>
                  <a:pt x="227342" y="274266"/>
                  <a:pt x="239986" y="274266"/>
                </a:cubicBezTo>
                <a:lnTo>
                  <a:pt x="251412" y="274266"/>
                </a:lnTo>
                <a:cubicBezTo>
                  <a:pt x="282981" y="274266"/>
                  <a:pt x="308552" y="248697"/>
                  <a:pt x="308552" y="217128"/>
                </a:cubicBezTo>
                <a:lnTo>
                  <a:pt x="308552" y="18284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37759" y="1522624"/>
            <a:ext cx="365760" cy="325152"/>
          </a:xfrm>
          <a:custGeom>
            <a:avLst/>
            <a:gdLst/>
            <a:ahLst/>
            <a:cxnLst/>
            <a:rect l="l" t="t" r="r" b="b"/>
            <a:pathLst>
              <a:path w="365760" h="325152">
                <a:moveTo>
                  <a:pt x="15241" y="0"/>
                </a:moveTo>
                <a:cubicBezTo>
                  <a:pt x="6796" y="0"/>
                  <a:pt x="0" y="6796"/>
                  <a:pt x="0" y="15240"/>
                </a:cubicBezTo>
                <a:cubicBezTo>
                  <a:pt x="0" y="23684"/>
                  <a:pt x="6796" y="30480"/>
                  <a:pt x="15241" y="30480"/>
                </a:cubicBezTo>
                <a:lnTo>
                  <a:pt x="350522" y="30480"/>
                </a:lnTo>
                <a:cubicBezTo>
                  <a:pt x="358968" y="30480"/>
                  <a:pt x="365764" y="23684"/>
                  <a:pt x="365764" y="15240"/>
                </a:cubicBezTo>
                <a:cubicBezTo>
                  <a:pt x="365764" y="6796"/>
                  <a:pt x="358968" y="0"/>
                  <a:pt x="350522" y="0"/>
                </a:cubicBezTo>
                <a:lnTo>
                  <a:pt x="15241" y="0"/>
                </a:lnTo>
                <a:moveTo>
                  <a:pt x="20322" y="50798"/>
                </a:moveTo>
                <a:lnTo>
                  <a:pt x="20322" y="187957"/>
                </a:lnTo>
                <a:cubicBezTo>
                  <a:pt x="20322" y="207580"/>
                  <a:pt x="36261" y="223516"/>
                  <a:pt x="55881" y="223516"/>
                </a:cubicBezTo>
                <a:lnTo>
                  <a:pt x="167642" y="223516"/>
                </a:lnTo>
                <a:lnTo>
                  <a:pt x="167642" y="252789"/>
                </a:lnTo>
                <a:lnTo>
                  <a:pt x="121286" y="299143"/>
                </a:lnTo>
                <a:cubicBezTo>
                  <a:pt x="115317" y="305113"/>
                  <a:pt x="115317" y="314763"/>
                  <a:pt x="121286" y="320668"/>
                </a:cubicBezTo>
                <a:cubicBezTo>
                  <a:pt x="127255" y="326573"/>
                  <a:pt x="136907" y="326638"/>
                  <a:pt x="142811" y="320668"/>
                </a:cubicBezTo>
                <a:lnTo>
                  <a:pt x="182814" y="280665"/>
                </a:lnTo>
                <a:lnTo>
                  <a:pt x="222821" y="320668"/>
                </a:lnTo>
                <a:cubicBezTo>
                  <a:pt x="228790" y="326638"/>
                  <a:pt x="238442" y="326638"/>
                  <a:pt x="244346" y="320668"/>
                </a:cubicBezTo>
                <a:cubicBezTo>
                  <a:pt x="250253" y="314698"/>
                  <a:pt x="250315" y="305048"/>
                  <a:pt x="244346" y="299143"/>
                </a:cubicBezTo>
                <a:lnTo>
                  <a:pt x="197989" y="252789"/>
                </a:lnTo>
                <a:lnTo>
                  <a:pt x="197989" y="223516"/>
                </a:lnTo>
                <a:lnTo>
                  <a:pt x="309751" y="223516"/>
                </a:lnTo>
                <a:cubicBezTo>
                  <a:pt x="329374" y="223516"/>
                  <a:pt x="345310" y="207577"/>
                  <a:pt x="345310" y="187957"/>
                </a:cubicBezTo>
                <a:lnTo>
                  <a:pt x="345310" y="50798"/>
                </a:lnTo>
                <a:lnTo>
                  <a:pt x="314831" y="50798"/>
                </a:lnTo>
                <a:lnTo>
                  <a:pt x="314831" y="187957"/>
                </a:lnTo>
                <a:cubicBezTo>
                  <a:pt x="314831" y="190750"/>
                  <a:pt x="312545" y="193036"/>
                  <a:pt x="309751" y="193036"/>
                </a:cubicBezTo>
                <a:lnTo>
                  <a:pt x="182752" y="193036"/>
                </a:lnTo>
                <a:lnTo>
                  <a:pt x="55881" y="193036"/>
                </a:lnTo>
                <a:cubicBezTo>
                  <a:pt x="53086" y="193036"/>
                  <a:pt x="50800" y="190750"/>
                  <a:pt x="50800" y="187957"/>
                </a:cubicBezTo>
                <a:lnTo>
                  <a:pt x="50800" y="50798"/>
                </a:lnTo>
                <a:lnTo>
                  <a:pt x="20322" y="507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399" y="401198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95941" y="39188"/>
                </a:moveTo>
                <a:lnTo>
                  <a:pt x="195941" y="326569"/>
                </a:lnTo>
                <a:lnTo>
                  <a:pt x="169815" y="326569"/>
                </a:lnTo>
                <a:lnTo>
                  <a:pt x="169815" y="39188"/>
                </a:lnTo>
                <a:lnTo>
                  <a:pt x="195941" y="39188"/>
                </a:lnTo>
                <a:moveTo>
                  <a:pt x="169819" y="0"/>
                </a:moveTo>
                <a:cubicBezTo>
                  <a:pt x="148184" y="0"/>
                  <a:pt x="130631" y="17553"/>
                  <a:pt x="130631" y="39188"/>
                </a:cubicBezTo>
                <a:lnTo>
                  <a:pt x="130631" y="326569"/>
                </a:lnTo>
                <a:cubicBezTo>
                  <a:pt x="130631" y="348204"/>
                  <a:pt x="148184" y="365756"/>
                  <a:pt x="169819" y="365756"/>
                </a:cubicBezTo>
                <a:lnTo>
                  <a:pt x="195945" y="365756"/>
                </a:lnTo>
                <a:cubicBezTo>
                  <a:pt x="217580" y="365756"/>
                  <a:pt x="235133" y="348204"/>
                  <a:pt x="235133" y="326569"/>
                </a:cubicBezTo>
                <a:lnTo>
                  <a:pt x="235133" y="39188"/>
                </a:lnTo>
                <a:cubicBezTo>
                  <a:pt x="235133" y="17553"/>
                  <a:pt x="217580" y="0"/>
                  <a:pt x="195945" y="0"/>
                </a:cubicBezTo>
                <a:lnTo>
                  <a:pt x="169819" y="0"/>
                </a:lnTo>
                <a:moveTo>
                  <a:pt x="65314" y="195941"/>
                </a:moveTo>
                <a:lnTo>
                  <a:pt x="65314" y="326569"/>
                </a:lnTo>
                <a:lnTo>
                  <a:pt x="39188" y="326569"/>
                </a:lnTo>
                <a:lnTo>
                  <a:pt x="39188" y="195941"/>
                </a:lnTo>
                <a:lnTo>
                  <a:pt x="65314" y="195941"/>
                </a:lnTo>
                <a:moveTo>
                  <a:pt x="39188" y="156754"/>
                </a:moveTo>
                <a:cubicBezTo>
                  <a:pt x="17553" y="156754"/>
                  <a:pt x="0" y="174307"/>
                  <a:pt x="0" y="195941"/>
                </a:cubicBezTo>
                <a:lnTo>
                  <a:pt x="0" y="326569"/>
                </a:lnTo>
                <a:cubicBezTo>
                  <a:pt x="0" y="348204"/>
                  <a:pt x="17553" y="365756"/>
                  <a:pt x="39188" y="365756"/>
                </a:cubicBezTo>
                <a:lnTo>
                  <a:pt x="65314" y="365756"/>
                </a:lnTo>
                <a:cubicBezTo>
                  <a:pt x="86948" y="365756"/>
                  <a:pt x="104501" y="348204"/>
                  <a:pt x="104501" y="326569"/>
                </a:cubicBezTo>
                <a:lnTo>
                  <a:pt x="104501" y="195941"/>
                </a:lnTo>
                <a:cubicBezTo>
                  <a:pt x="104501" y="174307"/>
                  <a:pt x="86948" y="156754"/>
                  <a:pt x="65314" y="156754"/>
                </a:cubicBezTo>
                <a:lnTo>
                  <a:pt x="39188" y="156754"/>
                </a:lnTo>
                <a:moveTo>
                  <a:pt x="300446" y="91440"/>
                </a:moveTo>
                <a:lnTo>
                  <a:pt x="326572" y="91440"/>
                </a:lnTo>
                <a:lnTo>
                  <a:pt x="326572" y="326572"/>
                </a:lnTo>
                <a:lnTo>
                  <a:pt x="300446" y="326572"/>
                </a:lnTo>
                <a:lnTo>
                  <a:pt x="300446" y="91440"/>
                </a:lnTo>
                <a:moveTo>
                  <a:pt x="261259" y="91440"/>
                </a:moveTo>
                <a:lnTo>
                  <a:pt x="261259" y="326572"/>
                </a:lnTo>
                <a:cubicBezTo>
                  <a:pt x="261259" y="348207"/>
                  <a:pt x="278812" y="365760"/>
                  <a:pt x="300446" y="365760"/>
                </a:cubicBezTo>
                <a:lnTo>
                  <a:pt x="326573" y="365760"/>
                </a:lnTo>
                <a:cubicBezTo>
                  <a:pt x="348207" y="365760"/>
                  <a:pt x="365760" y="348207"/>
                  <a:pt x="365760" y="326572"/>
                </a:cubicBezTo>
                <a:lnTo>
                  <a:pt x="365760" y="91440"/>
                </a:lnTo>
                <a:cubicBezTo>
                  <a:pt x="365760" y="69805"/>
                  <a:pt x="348207" y="52252"/>
                  <a:pt x="326573" y="52252"/>
                </a:cubicBezTo>
                <a:lnTo>
                  <a:pt x="300446" y="52252"/>
                </a:lnTo>
                <a:cubicBezTo>
                  <a:pt x="278812" y="52252"/>
                  <a:pt x="261259" y="69805"/>
                  <a:pt x="261259" y="91440"/>
                </a:cubicBezTo>
                <a:lnTo>
                  <a:pt x="261259" y="9144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95" y="4011982"/>
            <a:ext cx="365689" cy="365760"/>
          </a:xfrm>
          <a:custGeom>
            <a:avLst/>
            <a:gdLst/>
            <a:ahLst/>
            <a:cxnLst/>
            <a:rect l="l" t="t" r="r" b="b"/>
            <a:pathLst>
              <a:path w="365689" h="365760">
                <a:moveTo>
                  <a:pt x="134471" y="26221"/>
                </a:moveTo>
                <a:cubicBezTo>
                  <a:pt x="138186" y="10859"/>
                  <a:pt x="151977" y="0"/>
                  <a:pt x="167840" y="0"/>
                </a:cubicBezTo>
                <a:lnTo>
                  <a:pt x="197991" y="0"/>
                </a:lnTo>
                <a:cubicBezTo>
                  <a:pt x="213855" y="0"/>
                  <a:pt x="227645" y="10859"/>
                  <a:pt x="231360" y="26221"/>
                </a:cubicBezTo>
                <a:lnTo>
                  <a:pt x="237219" y="50731"/>
                </a:lnTo>
                <a:lnTo>
                  <a:pt x="238005" y="51016"/>
                </a:lnTo>
                <a:lnTo>
                  <a:pt x="259441" y="37871"/>
                </a:lnTo>
                <a:cubicBezTo>
                  <a:pt x="272946" y="29583"/>
                  <a:pt x="290379" y="31653"/>
                  <a:pt x="301598" y="42871"/>
                </a:cubicBezTo>
                <a:lnTo>
                  <a:pt x="322892" y="64162"/>
                </a:lnTo>
                <a:cubicBezTo>
                  <a:pt x="334111" y="75379"/>
                  <a:pt x="336181" y="92815"/>
                  <a:pt x="327895" y="106319"/>
                </a:cubicBezTo>
                <a:lnTo>
                  <a:pt x="314748" y="127756"/>
                </a:lnTo>
                <a:lnTo>
                  <a:pt x="315034" y="128543"/>
                </a:lnTo>
                <a:lnTo>
                  <a:pt x="339469" y="134471"/>
                </a:lnTo>
                <a:cubicBezTo>
                  <a:pt x="354901" y="138188"/>
                  <a:pt x="365692" y="151977"/>
                  <a:pt x="365692" y="167840"/>
                </a:cubicBezTo>
                <a:lnTo>
                  <a:pt x="365692" y="197993"/>
                </a:lnTo>
                <a:cubicBezTo>
                  <a:pt x="365692" y="213856"/>
                  <a:pt x="354831" y="227645"/>
                  <a:pt x="339469" y="231361"/>
                </a:cubicBezTo>
                <a:lnTo>
                  <a:pt x="315103" y="237221"/>
                </a:lnTo>
                <a:lnTo>
                  <a:pt x="314818" y="238007"/>
                </a:lnTo>
                <a:lnTo>
                  <a:pt x="327964" y="259444"/>
                </a:lnTo>
                <a:cubicBezTo>
                  <a:pt x="336255" y="272948"/>
                  <a:pt x="334181" y="290384"/>
                  <a:pt x="322962" y="301602"/>
                </a:cubicBezTo>
                <a:lnTo>
                  <a:pt x="301668" y="322893"/>
                </a:lnTo>
                <a:cubicBezTo>
                  <a:pt x="290448" y="334111"/>
                  <a:pt x="273016" y="336184"/>
                  <a:pt x="259511" y="327893"/>
                </a:cubicBezTo>
                <a:lnTo>
                  <a:pt x="238074" y="314747"/>
                </a:lnTo>
                <a:lnTo>
                  <a:pt x="237219" y="315106"/>
                </a:lnTo>
                <a:lnTo>
                  <a:pt x="231287" y="339542"/>
                </a:lnTo>
                <a:cubicBezTo>
                  <a:pt x="227572" y="354977"/>
                  <a:pt x="213782" y="365763"/>
                  <a:pt x="197918" y="365763"/>
                </a:cubicBezTo>
                <a:lnTo>
                  <a:pt x="167767" y="365763"/>
                </a:lnTo>
                <a:cubicBezTo>
                  <a:pt x="151903" y="365763"/>
                  <a:pt x="138113" y="354904"/>
                  <a:pt x="134398" y="339542"/>
                </a:cubicBezTo>
                <a:lnTo>
                  <a:pt x="128609" y="315106"/>
                </a:lnTo>
                <a:lnTo>
                  <a:pt x="127823" y="314820"/>
                </a:lnTo>
                <a:lnTo>
                  <a:pt x="106386" y="327966"/>
                </a:lnTo>
                <a:cubicBezTo>
                  <a:pt x="92881" y="336254"/>
                  <a:pt x="75449" y="334184"/>
                  <a:pt x="64230" y="322966"/>
                </a:cubicBezTo>
                <a:lnTo>
                  <a:pt x="42935" y="301602"/>
                </a:lnTo>
                <a:cubicBezTo>
                  <a:pt x="31716" y="290384"/>
                  <a:pt x="29646" y="272948"/>
                  <a:pt x="37933" y="259444"/>
                </a:cubicBezTo>
                <a:lnTo>
                  <a:pt x="51079" y="238007"/>
                </a:lnTo>
                <a:lnTo>
                  <a:pt x="50721" y="237221"/>
                </a:lnTo>
                <a:lnTo>
                  <a:pt x="26286" y="231292"/>
                </a:lnTo>
                <a:cubicBezTo>
                  <a:pt x="10854" y="227649"/>
                  <a:pt x="-7" y="213856"/>
                  <a:pt x="-7" y="197997"/>
                </a:cubicBezTo>
                <a:lnTo>
                  <a:pt x="-7" y="167843"/>
                </a:lnTo>
                <a:cubicBezTo>
                  <a:pt x="-7" y="151980"/>
                  <a:pt x="10854" y="138191"/>
                  <a:pt x="26216" y="134475"/>
                </a:cubicBezTo>
                <a:lnTo>
                  <a:pt x="50725" y="128616"/>
                </a:lnTo>
                <a:lnTo>
                  <a:pt x="51010" y="127829"/>
                </a:lnTo>
                <a:lnTo>
                  <a:pt x="37863" y="106392"/>
                </a:lnTo>
                <a:cubicBezTo>
                  <a:pt x="29573" y="92888"/>
                  <a:pt x="31647" y="75452"/>
                  <a:pt x="42866" y="64235"/>
                </a:cubicBezTo>
                <a:lnTo>
                  <a:pt x="64230" y="42944"/>
                </a:lnTo>
                <a:cubicBezTo>
                  <a:pt x="75449" y="31726"/>
                  <a:pt x="92881" y="29652"/>
                  <a:pt x="106386" y="37944"/>
                </a:cubicBezTo>
                <a:lnTo>
                  <a:pt x="127823" y="51089"/>
                </a:lnTo>
                <a:lnTo>
                  <a:pt x="128609" y="50731"/>
                </a:lnTo>
                <a:lnTo>
                  <a:pt x="134541" y="26295"/>
                </a:lnTo>
                <a:lnTo>
                  <a:pt x="134471" y="26221"/>
                </a:lnTo>
                <a:moveTo>
                  <a:pt x="197991" y="34297"/>
                </a:moveTo>
                <a:lnTo>
                  <a:pt x="167840" y="34297"/>
                </a:lnTo>
                <a:lnTo>
                  <a:pt x="159766" y="67592"/>
                </a:lnTo>
                <a:cubicBezTo>
                  <a:pt x="158409" y="73309"/>
                  <a:pt x="154119" y="77954"/>
                  <a:pt x="148546" y="79809"/>
                </a:cubicBezTo>
                <a:cubicBezTo>
                  <a:pt x="143686" y="81451"/>
                  <a:pt x="138900" y="83382"/>
                  <a:pt x="134328" y="85668"/>
                </a:cubicBezTo>
                <a:cubicBezTo>
                  <a:pt x="129041" y="88313"/>
                  <a:pt x="122754" y="88027"/>
                  <a:pt x="117679" y="84955"/>
                </a:cubicBezTo>
                <a:lnTo>
                  <a:pt x="88456" y="67164"/>
                </a:lnTo>
                <a:lnTo>
                  <a:pt x="67162" y="88455"/>
                </a:lnTo>
                <a:lnTo>
                  <a:pt x="85026" y="117680"/>
                </a:lnTo>
                <a:cubicBezTo>
                  <a:pt x="88098" y="122753"/>
                  <a:pt x="88383" y="129040"/>
                  <a:pt x="85739" y="134329"/>
                </a:cubicBezTo>
                <a:cubicBezTo>
                  <a:pt x="83454" y="138901"/>
                  <a:pt x="81454" y="143619"/>
                  <a:pt x="79881" y="148546"/>
                </a:cubicBezTo>
                <a:cubicBezTo>
                  <a:pt x="78023" y="154190"/>
                  <a:pt x="73379" y="158407"/>
                  <a:pt x="67663" y="159764"/>
                </a:cubicBezTo>
                <a:lnTo>
                  <a:pt x="34294" y="167836"/>
                </a:lnTo>
                <a:lnTo>
                  <a:pt x="34294" y="197990"/>
                </a:lnTo>
                <a:lnTo>
                  <a:pt x="67590" y="206062"/>
                </a:lnTo>
                <a:cubicBezTo>
                  <a:pt x="73306" y="207419"/>
                  <a:pt x="77950" y="211706"/>
                  <a:pt x="79808" y="217280"/>
                </a:cubicBezTo>
                <a:cubicBezTo>
                  <a:pt x="81450" y="222137"/>
                  <a:pt x="83381" y="226925"/>
                  <a:pt x="85666" y="231497"/>
                </a:cubicBezTo>
                <a:cubicBezTo>
                  <a:pt x="88310" y="236786"/>
                  <a:pt x="88025" y="243073"/>
                  <a:pt x="84953" y="248146"/>
                </a:cubicBezTo>
                <a:lnTo>
                  <a:pt x="67162" y="277371"/>
                </a:lnTo>
                <a:lnTo>
                  <a:pt x="88456" y="298661"/>
                </a:lnTo>
                <a:lnTo>
                  <a:pt x="117679" y="280798"/>
                </a:lnTo>
                <a:cubicBezTo>
                  <a:pt x="122751" y="277725"/>
                  <a:pt x="129040" y="277440"/>
                  <a:pt x="134328" y="280084"/>
                </a:cubicBezTo>
                <a:cubicBezTo>
                  <a:pt x="138899" y="282370"/>
                  <a:pt x="143617" y="284371"/>
                  <a:pt x="148546" y="285944"/>
                </a:cubicBezTo>
                <a:cubicBezTo>
                  <a:pt x="154193" y="287802"/>
                  <a:pt x="158405" y="292447"/>
                  <a:pt x="159766" y="298160"/>
                </a:cubicBezTo>
                <a:lnTo>
                  <a:pt x="167840" y="331529"/>
                </a:lnTo>
                <a:lnTo>
                  <a:pt x="197991" y="331529"/>
                </a:lnTo>
                <a:lnTo>
                  <a:pt x="206065" y="298233"/>
                </a:lnTo>
                <a:cubicBezTo>
                  <a:pt x="207422" y="292517"/>
                  <a:pt x="211712" y="287872"/>
                  <a:pt x="217285" y="286017"/>
                </a:cubicBezTo>
                <a:cubicBezTo>
                  <a:pt x="222145" y="284375"/>
                  <a:pt x="226932" y="282444"/>
                  <a:pt x="231503" y="280158"/>
                </a:cubicBezTo>
                <a:cubicBezTo>
                  <a:pt x="236791" y="277513"/>
                  <a:pt x="243077" y="277798"/>
                  <a:pt x="248153" y="280871"/>
                </a:cubicBezTo>
                <a:lnTo>
                  <a:pt x="277375" y="298735"/>
                </a:lnTo>
                <a:lnTo>
                  <a:pt x="298669" y="277371"/>
                </a:lnTo>
                <a:lnTo>
                  <a:pt x="280805" y="248146"/>
                </a:lnTo>
                <a:cubicBezTo>
                  <a:pt x="277733" y="243073"/>
                  <a:pt x="277448" y="236786"/>
                  <a:pt x="280092" y="231497"/>
                </a:cubicBezTo>
                <a:cubicBezTo>
                  <a:pt x="282377" y="226925"/>
                  <a:pt x="284378" y="222207"/>
                  <a:pt x="285950" y="217280"/>
                </a:cubicBezTo>
                <a:cubicBezTo>
                  <a:pt x="287808" y="211636"/>
                  <a:pt x="292452" y="207419"/>
                  <a:pt x="298168" y="206062"/>
                </a:cubicBezTo>
                <a:lnTo>
                  <a:pt x="331537" y="197990"/>
                </a:lnTo>
                <a:lnTo>
                  <a:pt x="331537" y="167836"/>
                </a:lnTo>
                <a:lnTo>
                  <a:pt x="298241" y="159764"/>
                </a:lnTo>
                <a:cubicBezTo>
                  <a:pt x="292525" y="158407"/>
                  <a:pt x="287881" y="154120"/>
                  <a:pt x="286023" y="148546"/>
                </a:cubicBezTo>
                <a:cubicBezTo>
                  <a:pt x="284381" y="143689"/>
                  <a:pt x="282451" y="138901"/>
                  <a:pt x="280165" y="134329"/>
                </a:cubicBezTo>
                <a:cubicBezTo>
                  <a:pt x="277521" y="129040"/>
                  <a:pt x="277806" y="122753"/>
                  <a:pt x="280878" y="117680"/>
                </a:cubicBezTo>
                <a:lnTo>
                  <a:pt x="298742" y="88455"/>
                </a:lnTo>
                <a:lnTo>
                  <a:pt x="277378" y="67164"/>
                </a:lnTo>
                <a:lnTo>
                  <a:pt x="248156" y="85028"/>
                </a:lnTo>
                <a:cubicBezTo>
                  <a:pt x="243084" y="88101"/>
                  <a:pt x="236794" y="88386"/>
                  <a:pt x="231506" y="85741"/>
                </a:cubicBezTo>
                <a:cubicBezTo>
                  <a:pt x="226935" y="83455"/>
                  <a:pt x="222218" y="81455"/>
                  <a:pt x="217288" y="79882"/>
                </a:cubicBezTo>
                <a:cubicBezTo>
                  <a:pt x="211642" y="78024"/>
                  <a:pt x="207430" y="73379"/>
                  <a:pt x="206069" y="67666"/>
                </a:cubicBezTo>
                <a:lnTo>
                  <a:pt x="197991" y="34297"/>
                </a:lnTo>
                <a:moveTo>
                  <a:pt x="208424" y="116681"/>
                </a:moveTo>
                <a:lnTo>
                  <a:pt x="185561" y="253867"/>
                </a:lnTo>
                <a:cubicBezTo>
                  <a:pt x="184274" y="261654"/>
                  <a:pt x="176916" y="266943"/>
                  <a:pt x="169127" y="265586"/>
                </a:cubicBezTo>
                <a:cubicBezTo>
                  <a:pt x="161338" y="264229"/>
                  <a:pt x="156050" y="256939"/>
                  <a:pt x="157411" y="249152"/>
                </a:cubicBezTo>
                <a:lnTo>
                  <a:pt x="180273" y="111966"/>
                </a:lnTo>
                <a:cubicBezTo>
                  <a:pt x="181561" y="104179"/>
                  <a:pt x="188918" y="98891"/>
                  <a:pt x="196707" y="100247"/>
                </a:cubicBezTo>
                <a:cubicBezTo>
                  <a:pt x="204497" y="101604"/>
                  <a:pt x="209785" y="108894"/>
                  <a:pt x="208424" y="116681"/>
                </a:cubicBezTo>
                <a:lnTo>
                  <a:pt x="208424" y="116681"/>
                </a:lnTo>
                <a:moveTo>
                  <a:pt x="141547" y="164482"/>
                </a:moveTo>
                <a:lnTo>
                  <a:pt x="123113" y="182917"/>
                </a:lnTo>
                <a:lnTo>
                  <a:pt x="141620" y="201424"/>
                </a:lnTo>
                <a:cubicBezTo>
                  <a:pt x="147193" y="206998"/>
                  <a:pt x="147193" y="216073"/>
                  <a:pt x="141620" y="221643"/>
                </a:cubicBezTo>
                <a:cubicBezTo>
                  <a:pt x="136047" y="227217"/>
                  <a:pt x="126974" y="227217"/>
                  <a:pt x="121397" y="221643"/>
                </a:cubicBezTo>
                <a:lnTo>
                  <a:pt x="92815" y="193063"/>
                </a:lnTo>
                <a:cubicBezTo>
                  <a:pt x="87242" y="187488"/>
                  <a:pt x="87242" y="178414"/>
                  <a:pt x="92815" y="172844"/>
                </a:cubicBezTo>
                <a:lnTo>
                  <a:pt x="121397" y="144263"/>
                </a:lnTo>
                <a:cubicBezTo>
                  <a:pt x="126971" y="138689"/>
                  <a:pt x="136043" y="138689"/>
                  <a:pt x="141620" y="144263"/>
                </a:cubicBezTo>
                <a:cubicBezTo>
                  <a:pt x="147193" y="149837"/>
                  <a:pt x="147193" y="158912"/>
                  <a:pt x="141620" y="164482"/>
                </a:cubicBezTo>
                <a:lnTo>
                  <a:pt x="141547" y="164482"/>
                </a:lnTo>
                <a:moveTo>
                  <a:pt x="244437" y="144259"/>
                </a:moveTo>
                <a:lnTo>
                  <a:pt x="273019" y="172840"/>
                </a:lnTo>
                <a:cubicBezTo>
                  <a:pt x="278593" y="178414"/>
                  <a:pt x="278593" y="187489"/>
                  <a:pt x="273019" y="193059"/>
                </a:cubicBezTo>
                <a:lnTo>
                  <a:pt x="244437" y="221640"/>
                </a:lnTo>
                <a:cubicBezTo>
                  <a:pt x="238864" y="227214"/>
                  <a:pt x="229791" y="227214"/>
                  <a:pt x="224215" y="221640"/>
                </a:cubicBezTo>
                <a:cubicBezTo>
                  <a:pt x="218642" y="216065"/>
                  <a:pt x="218642" y="206991"/>
                  <a:pt x="224215" y="201420"/>
                </a:cubicBezTo>
                <a:lnTo>
                  <a:pt x="242722" y="182913"/>
                </a:lnTo>
                <a:lnTo>
                  <a:pt x="224215" y="164406"/>
                </a:lnTo>
                <a:cubicBezTo>
                  <a:pt x="218642" y="158831"/>
                  <a:pt x="218642" y="149757"/>
                  <a:pt x="224215" y="144186"/>
                </a:cubicBezTo>
                <a:cubicBezTo>
                  <a:pt x="229788" y="138612"/>
                  <a:pt x="238860" y="138612"/>
                  <a:pt x="244437" y="144186"/>
                </a:cubicBezTo>
                <a:lnTo>
                  <a:pt x="244437" y="14425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开发效率提升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开发效率提升了10倍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10x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30936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用户满意度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用户满意度提高至90%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90%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7472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提升工作效率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提升工作效率，达到50%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50%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4008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降低运营成本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降低运营成本，达到30%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79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30%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7387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7200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联系我们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AI：新一代企业级智能Agent平台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05800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立即体验免费试用版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5800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免费试用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00400" y="1595335"/>
            <a:ext cx="468000" cy="468000"/>
          </a:xfrm>
          <a:custGeom>
            <a:avLst/>
            <a:gdLst/>
            <a:ahLst/>
            <a:cxnLst/>
            <a:rect l="l" t="t" r="r" b="b"/>
            <a:pathLst>
              <a:path w="468000" h="468000">
                <a:moveTo>
                  <a:pt x="211971" y="40585"/>
                </a:moveTo>
                <a:cubicBezTo>
                  <a:pt x="197164" y="15449"/>
                  <a:pt x="170109" y="0"/>
                  <a:pt x="140948" y="0"/>
                </a:cubicBezTo>
                <a:lnTo>
                  <a:pt x="138935" y="0"/>
                </a:lnTo>
                <a:cubicBezTo>
                  <a:pt x="94513" y="0"/>
                  <a:pt x="58500" y="36013"/>
                  <a:pt x="58500" y="80440"/>
                </a:cubicBezTo>
                <a:cubicBezTo>
                  <a:pt x="58500" y="93605"/>
                  <a:pt x="61701" y="106035"/>
                  <a:pt x="67275" y="117005"/>
                </a:cubicBezTo>
                <a:lnTo>
                  <a:pt x="43875" y="117005"/>
                </a:lnTo>
                <a:cubicBezTo>
                  <a:pt x="19651" y="117005"/>
                  <a:pt x="0" y="136656"/>
                  <a:pt x="0" y="160880"/>
                </a:cubicBezTo>
                <a:lnTo>
                  <a:pt x="0" y="219380"/>
                </a:lnTo>
                <a:cubicBezTo>
                  <a:pt x="0" y="238483"/>
                  <a:pt x="12248" y="254756"/>
                  <a:pt x="29250" y="260788"/>
                </a:cubicBezTo>
                <a:lnTo>
                  <a:pt x="29250" y="263255"/>
                </a:lnTo>
                <a:lnTo>
                  <a:pt x="29250" y="409505"/>
                </a:lnTo>
                <a:cubicBezTo>
                  <a:pt x="29250" y="441773"/>
                  <a:pt x="55481" y="468005"/>
                  <a:pt x="87750" y="468005"/>
                </a:cubicBezTo>
                <a:lnTo>
                  <a:pt x="380250" y="468005"/>
                </a:lnTo>
                <a:cubicBezTo>
                  <a:pt x="412519" y="468005"/>
                  <a:pt x="438750" y="441773"/>
                  <a:pt x="438750" y="409505"/>
                </a:cubicBezTo>
                <a:lnTo>
                  <a:pt x="438750" y="263255"/>
                </a:lnTo>
                <a:lnTo>
                  <a:pt x="438750" y="260788"/>
                </a:lnTo>
                <a:cubicBezTo>
                  <a:pt x="455752" y="254756"/>
                  <a:pt x="468000" y="238483"/>
                  <a:pt x="468000" y="219380"/>
                </a:cubicBezTo>
                <a:lnTo>
                  <a:pt x="468000" y="160880"/>
                </a:lnTo>
                <a:cubicBezTo>
                  <a:pt x="468000" y="136656"/>
                  <a:pt x="448349" y="117005"/>
                  <a:pt x="424125" y="117005"/>
                </a:cubicBezTo>
                <a:lnTo>
                  <a:pt x="400725" y="117005"/>
                </a:lnTo>
                <a:cubicBezTo>
                  <a:pt x="406299" y="106035"/>
                  <a:pt x="409500" y="93605"/>
                  <a:pt x="409500" y="80445"/>
                </a:cubicBezTo>
                <a:cubicBezTo>
                  <a:pt x="409500" y="36022"/>
                  <a:pt x="373487" y="9"/>
                  <a:pt x="329065" y="9"/>
                </a:cubicBezTo>
                <a:lnTo>
                  <a:pt x="327052" y="9"/>
                </a:lnTo>
                <a:cubicBezTo>
                  <a:pt x="297896" y="9"/>
                  <a:pt x="270836" y="15458"/>
                  <a:pt x="256029" y="40594"/>
                </a:cubicBezTo>
                <a:lnTo>
                  <a:pt x="234000" y="78161"/>
                </a:lnTo>
                <a:lnTo>
                  <a:pt x="211971" y="40683"/>
                </a:lnTo>
                <a:lnTo>
                  <a:pt x="211971" y="40585"/>
                </a:lnTo>
                <a:moveTo>
                  <a:pt x="424125" y="160875"/>
                </a:moveTo>
                <a:lnTo>
                  <a:pt x="424125" y="219375"/>
                </a:lnTo>
                <a:lnTo>
                  <a:pt x="394875" y="219375"/>
                </a:lnTo>
                <a:lnTo>
                  <a:pt x="263250" y="219375"/>
                </a:lnTo>
                <a:lnTo>
                  <a:pt x="263250" y="160875"/>
                </a:lnTo>
                <a:lnTo>
                  <a:pt x="329065" y="160875"/>
                </a:lnTo>
                <a:lnTo>
                  <a:pt x="424125" y="160875"/>
                </a:lnTo>
                <a:moveTo>
                  <a:pt x="204750" y="160875"/>
                </a:moveTo>
                <a:lnTo>
                  <a:pt x="204750" y="219375"/>
                </a:lnTo>
                <a:lnTo>
                  <a:pt x="73125" y="219375"/>
                </a:lnTo>
                <a:lnTo>
                  <a:pt x="43875" y="219375"/>
                </a:lnTo>
                <a:lnTo>
                  <a:pt x="43875" y="160875"/>
                </a:lnTo>
                <a:lnTo>
                  <a:pt x="138940" y="160875"/>
                </a:lnTo>
                <a:lnTo>
                  <a:pt x="204750" y="160875"/>
                </a:lnTo>
                <a:moveTo>
                  <a:pt x="204750" y="263250"/>
                </a:moveTo>
                <a:lnTo>
                  <a:pt x="204750" y="424125"/>
                </a:lnTo>
                <a:lnTo>
                  <a:pt x="87750" y="424125"/>
                </a:lnTo>
                <a:cubicBezTo>
                  <a:pt x="79705" y="424125"/>
                  <a:pt x="73125" y="417545"/>
                  <a:pt x="73125" y="409500"/>
                </a:cubicBezTo>
                <a:lnTo>
                  <a:pt x="73125" y="263250"/>
                </a:lnTo>
                <a:lnTo>
                  <a:pt x="204750" y="263250"/>
                </a:lnTo>
                <a:moveTo>
                  <a:pt x="263250" y="424125"/>
                </a:moveTo>
                <a:lnTo>
                  <a:pt x="263250" y="263250"/>
                </a:lnTo>
                <a:lnTo>
                  <a:pt x="394875" y="263250"/>
                </a:lnTo>
                <a:lnTo>
                  <a:pt x="394875" y="409500"/>
                </a:lnTo>
                <a:cubicBezTo>
                  <a:pt x="394875" y="417545"/>
                  <a:pt x="388295" y="424125"/>
                  <a:pt x="380250" y="424125"/>
                </a:cubicBezTo>
                <a:lnTo>
                  <a:pt x="263250" y="424125"/>
                </a:lnTo>
                <a:moveTo>
                  <a:pt x="329065" y="117000"/>
                </a:moveTo>
                <a:lnTo>
                  <a:pt x="263255" y="117000"/>
                </a:lnTo>
                <a:lnTo>
                  <a:pt x="262066" y="117000"/>
                </a:lnTo>
                <a:lnTo>
                  <a:pt x="293876" y="62890"/>
                </a:lnTo>
                <a:cubicBezTo>
                  <a:pt x="300821" y="51096"/>
                  <a:pt x="313438" y="43880"/>
                  <a:pt x="327057" y="43880"/>
                </a:cubicBezTo>
                <a:lnTo>
                  <a:pt x="329070" y="43880"/>
                </a:lnTo>
                <a:cubicBezTo>
                  <a:pt x="349269" y="43880"/>
                  <a:pt x="365634" y="60241"/>
                  <a:pt x="365634" y="80444"/>
                </a:cubicBezTo>
                <a:cubicBezTo>
                  <a:pt x="365634" y="100643"/>
                  <a:pt x="349273" y="117009"/>
                  <a:pt x="329074" y="117009"/>
                </a:cubicBezTo>
                <a:lnTo>
                  <a:pt x="329065" y="117000"/>
                </a:lnTo>
                <a:moveTo>
                  <a:pt x="204750" y="117000"/>
                </a:moveTo>
                <a:lnTo>
                  <a:pt x="138940" y="117000"/>
                </a:lnTo>
                <a:cubicBezTo>
                  <a:pt x="118741" y="117000"/>
                  <a:pt x="102380" y="100639"/>
                  <a:pt x="102380" y="80440"/>
                </a:cubicBezTo>
                <a:cubicBezTo>
                  <a:pt x="102380" y="60241"/>
                  <a:pt x="118741" y="43880"/>
                  <a:pt x="138945" y="43880"/>
                </a:cubicBezTo>
                <a:lnTo>
                  <a:pt x="140957" y="43880"/>
                </a:lnTo>
                <a:cubicBezTo>
                  <a:pt x="154576" y="43880"/>
                  <a:pt x="167282" y="51101"/>
                  <a:pt x="174138" y="62890"/>
                </a:cubicBezTo>
                <a:lnTo>
                  <a:pt x="205948" y="117005"/>
                </a:lnTo>
                <a:lnTo>
                  <a:pt x="204750" y="117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85987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邮箱：contact@zenflux.ai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5987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5987" y="1652485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57150" y="42863"/>
                </a:moveTo>
                <a:cubicBezTo>
                  <a:pt x="49291" y="42863"/>
                  <a:pt x="42863" y="49292"/>
                  <a:pt x="42863" y="57151"/>
                </a:cubicBezTo>
                <a:lnTo>
                  <a:pt x="42863" y="76885"/>
                </a:lnTo>
                <a:lnTo>
                  <a:pt x="196898" y="203329"/>
                </a:lnTo>
                <a:cubicBezTo>
                  <a:pt x="215382" y="218510"/>
                  <a:pt x="241905" y="218510"/>
                  <a:pt x="260389" y="203329"/>
                </a:cubicBezTo>
                <a:lnTo>
                  <a:pt x="414338" y="76885"/>
                </a:lnTo>
                <a:lnTo>
                  <a:pt x="414338" y="57151"/>
                </a:lnTo>
                <a:cubicBezTo>
                  <a:pt x="414338" y="49292"/>
                  <a:pt x="407909" y="42863"/>
                  <a:pt x="400050" y="42863"/>
                </a:cubicBezTo>
                <a:lnTo>
                  <a:pt x="57150" y="42863"/>
                </a:lnTo>
                <a:moveTo>
                  <a:pt x="42863" y="132339"/>
                </a:moveTo>
                <a:lnTo>
                  <a:pt x="42863" y="285752"/>
                </a:lnTo>
                <a:cubicBezTo>
                  <a:pt x="42863" y="293612"/>
                  <a:pt x="49291" y="300041"/>
                  <a:pt x="57150" y="300041"/>
                </a:cubicBezTo>
                <a:lnTo>
                  <a:pt x="400050" y="300041"/>
                </a:lnTo>
                <a:cubicBezTo>
                  <a:pt x="407909" y="300041"/>
                  <a:pt x="414338" y="293612"/>
                  <a:pt x="414338" y="285752"/>
                </a:cubicBezTo>
                <a:lnTo>
                  <a:pt x="414338" y="132339"/>
                </a:lnTo>
                <a:lnTo>
                  <a:pt x="287538" y="236460"/>
                </a:lnTo>
                <a:cubicBezTo>
                  <a:pt x="253248" y="264588"/>
                  <a:pt x="203865" y="264588"/>
                  <a:pt x="169667" y="236460"/>
                </a:cubicBezTo>
                <a:lnTo>
                  <a:pt x="42863" y="132339"/>
                </a:lnTo>
                <a:moveTo>
                  <a:pt x="0" y="57151"/>
                </a:moveTo>
                <a:cubicBezTo>
                  <a:pt x="0" y="25628"/>
                  <a:pt x="25626" y="0"/>
                  <a:pt x="57150" y="0"/>
                </a:cubicBezTo>
                <a:lnTo>
                  <a:pt x="400050" y="0"/>
                </a:lnTo>
                <a:cubicBezTo>
                  <a:pt x="431574" y="0"/>
                  <a:pt x="457200" y="25628"/>
                  <a:pt x="457200" y="57151"/>
                </a:cubicBezTo>
                <a:lnTo>
                  <a:pt x="457200" y="285752"/>
                </a:lnTo>
                <a:cubicBezTo>
                  <a:pt x="457200" y="317275"/>
                  <a:pt x="431574" y="342903"/>
                  <a:pt x="400050" y="342903"/>
                </a:cubicBezTo>
                <a:lnTo>
                  <a:pt x="57150" y="342903"/>
                </a:lnTo>
                <a:cubicBezTo>
                  <a:pt x="25626" y="342903"/>
                  <a:pt x="0" y="317275"/>
                  <a:pt x="0" y="285752"/>
                </a:cubicBezTo>
                <a:lnTo>
                  <a:pt x="0" y="5715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8680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官网：www.zenflux.ai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开始使用ZenFlux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15953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14338"/>
                </a:moveTo>
                <a:cubicBezTo>
                  <a:pt x="235207" y="414338"/>
                  <a:pt x="252708" y="407909"/>
                  <a:pt x="271106" y="371118"/>
                </a:cubicBezTo>
                <a:cubicBezTo>
                  <a:pt x="278965" y="355313"/>
                  <a:pt x="285750" y="336115"/>
                  <a:pt x="290752" y="314325"/>
                </a:cubicBezTo>
                <a:lnTo>
                  <a:pt x="166453" y="314325"/>
                </a:lnTo>
                <a:cubicBezTo>
                  <a:pt x="171455" y="336115"/>
                  <a:pt x="178239" y="355313"/>
                  <a:pt x="186099" y="371118"/>
                </a:cubicBezTo>
                <a:cubicBezTo>
                  <a:pt x="204492" y="407909"/>
                  <a:pt x="221998" y="414338"/>
                  <a:pt x="228605" y="414338"/>
                </a:cubicBezTo>
                <a:lnTo>
                  <a:pt x="228600" y="414338"/>
                </a:lnTo>
                <a:moveTo>
                  <a:pt x="159394" y="271463"/>
                </a:moveTo>
                <a:lnTo>
                  <a:pt x="297802" y="271463"/>
                </a:lnTo>
                <a:cubicBezTo>
                  <a:pt x="299233" y="257801"/>
                  <a:pt x="300033" y="243422"/>
                  <a:pt x="300033" y="228600"/>
                </a:cubicBezTo>
                <a:cubicBezTo>
                  <a:pt x="300033" y="213778"/>
                  <a:pt x="299228" y="199399"/>
                  <a:pt x="297802" y="185738"/>
                </a:cubicBezTo>
                <a:lnTo>
                  <a:pt x="159394" y="185738"/>
                </a:lnTo>
                <a:cubicBezTo>
                  <a:pt x="157967" y="199399"/>
                  <a:pt x="157163" y="213778"/>
                  <a:pt x="157163" y="228600"/>
                </a:cubicBezTo>
                <a:cubicBezTo>
                  <a:pt x="157163" y="243422"/>
                  <a:pt x="157967" y="257801"/>
                  <a:pt x="159394" y="271463"/>
                </a:cubicBezTo>
                <a:moveTo>
                  <a:pt x="166448" y="142875"/>
                </a:moveTo>
                <a:lnTo>
                  <a:pt x="290752" y="142875"/>
                </a:lnTo>
                <a:cubicBezTo>
                  <a:pt x="285750" y="121085"/>
                  <a:pt x="278965" y="101887"/>
                  <a:pt x="271106" y="86082"/>
                </a:cubicBezTo>
                <a:cubicBezTo>
                  <a:pt x="252713" y="49291"/>
                  <a:pt x="235207" y="42863"/>
                  <a:pt x="228600" y="42863"/>
                </a:cubicBezTo>
                <a:cubicBezTo>
                  <a:pt x="221993" y="42863"/>
                  <a:pt x="204492" y="49291"/>
                  <a:pt x="186094" y="86082"/>
                </a:cubicBezTo>
                <a:cubicBezTo>
                  <a:pt x="178235" y="101887"/>
                  <a:pt x="171450" y="121085"/>
                  <a:pt x="166448" y="142875"/>
                </a:cubicBezTo>
                <a:moveTo>
                  <a:pt x="340847" y="185738"/>
                </a:moveTo>
                <a:cubicBezTo>
                  <a:pt x="342187" y="199577"/>
                  <a:pt x="342813" y="213956"/>
                  <a:pt x="342813" y="228600"/>
                </a:cubicBezTo>
                <a:cubicBezTo>
                  <a:pt x="342813" y="243244"/>
                  <a:pt x="342100" y="257623"/>
                  <a:pt x="340847" y="271463"/>
                </a:cubicBezTo>
                <a:lnTo>
                  <a:pt x="409336" y="271463"/>
                </a:lnTo>
                <a:cubicBezTo>
                  <a:pt x="412550" y="257710"/>
                  <a:pt x="414338" y="243336"/>
                  <a:pt x="414338" y="228600"/>
                </a:cubicBezTo>
                <a:cubicBezTo>
                  <a:pt x="414338" y="213864"/>
                  <a:pt x="412641" y="199490"/>
                  <a:pt x="409336" y="185738"/>
                </a:cubicBezTo>
                <a:lnTo>
                  <a:pt x="340847" y="185738"/>
                </a:lnTo>
                <a:moveTo>
                  <a:pt x="393352" y="142875"/>
                </a:moveTo>
                <a:cubicBezTo>
                  <a:pt x="374241" y="106176"/>
                  <a:pt x="343257" y="76704"/>
                  <a:pt x="305483" y="59473"/>
                </a:cubicBezTo>
                <a:cubicBezTo>
                  <a:pt x="318074" y="82333"/>
                  <a:pt x="328073" y="110816"/>
                  <a:pt x="334593" y="142875"/>
                </a:cubicBezTo>
                <a:lnTo>
                  <a:pt x="393439" y="142875"/>
                </a:lnTo>
                <a:lnTo>
                  <a:pt x="393352" y="142875"/>
                </a:lnTo>
                <a:moveTo>
                  <a:pt x="122516" y="142875"/>
                </a:moveTo>
                <a:cubicBezTo>
                  <a:pt x="129036" y="110816"/>
                  <a:pt x="139035" y="82419"/>
                  <a:pt x="151626" y="59473"/>
                </a:cubicBezTo>
                <a:cubicBezTo>
                  <a:pt x="113852" y="76709"/>
                  <a:pt x="82868" y="106176"/>
                  <a:pt x="63757" y="142875"/>
                </a:cubicBezTo>
                <a:lnTo>
                  <a:pt x="122603" y="142875"/>
                </a:lnTo>
                <a:lnTo>
                  <a:pt x="122516" y="142875"/>
                </a:lnTo>
                <a:moveTo>
                  <a:pt x="47864" y="185738"/>
                </a:moveTo>
                <a:cubicBezTo>
                  <a:pt x="44650" y="199490"/>
                  <a:pt x="42863" y="213864"/>
                  <a:pt x="42863" y="228600"/>
                </a:cubicBezTo>
                <a:cubicBezTo>
                  <a:pt x="42863" y="243336"/>
                  <a:pt x="44559" y="257710"/>
                  <a:pt x="47864" y="271463"/>
                </a:cubicBezTo>
                <a:lnTo>
                  <a:pt x="116353" y="271463"/>
                </a:lnTo>
                <a:cubicBezTo>
                  <a:pt x="115013" y="257623"/>
                  <a:pt x="114387" y="243244"/>
                  <a:pt x="114387" y="228600"/>
                </a:cubicBezTo>
                <a:cubicBezTo>
                  <a:pt x="114387" y="213956"/>
                  <a:pt x="115100" y="199577"/>
                  <a:pt x="116353" y="185738"/>
                </a:cubicBezTo>
                <a:lnTo>
                  <a:pt x="47864" y="185738"/>
                </a:lnTo>
                <a:moveTo>
                  <a:pt x="305483" y="397727"/>
                </a:moveTo>
                <a:cubicBezTo>
                  <a:pt x="343257" y="380491"/>
                  <a:pt x="374241" y="351024"/>
                  <a:pt x="393352" y="314325"/>
                </a:cubicBezTo>
                <a:lnTo>
                  <a:pt x="334506" y="314325"/>
                </a:lnTo>
                <a:cubicBezTo>
                  <a:pt x="327986" y="346384"/>
                  <a:pt x="317987" y="374781"/>
                  <a:pt x="305396" y="397727"/>
                </a:cubicBezTo>
                <a:lnTo>
                  <a:pt x="305483" y="397727"/>
                </a:lnTo>
                <a:moveTo>
                  <a:pt x="151717" y="397727"/>
                </a:moveTo>
                <a:cubicBezTo>
                  <a:pt x="139126" y="374867"/>
                  <a:pt x="129127" y="346384"/>
                  <a:pt x="122607" y="314325"/>
                </a:cubicBezTo>
                <a:lnTo>
                  <a:pt x="63761" y="314325"/>
                </a:lnTo>
                <a:cubicBezTo>
                  <a:pt x="82872" y="351024"/>
                  <a:pt x="113857" y="380496"/>
                  <a:pt x="151630" y="397727"/>
                </a:cubicBezTo>
                <a:lnTo>
                  <a:pt x="151717" y="397727"/>
                </a:lnTo>
                <a:moveTo>
                  <a:pt x="228600" y="457200"/>
                </a:moveTo>
                <a:cubicBezTo>
                  <a:pt x="102349" y="457200"/>
                  <a:pt x="0" y="354851"/>
                  <a:pt x="0" y="228600"/>
                </a:cubicBez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2025-12-25T04:05:25Z</dcterms:created>
  <dcterms:modified xsi:type="dcterms:W3CDTF">2025-12-25T04:05:25Z</dcterms:modified>
</cp:coreProperties>
</file>