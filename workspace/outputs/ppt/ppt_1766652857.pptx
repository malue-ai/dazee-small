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fntdata" ContentType="application/x-fontdata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Figtree SemiBold" pitchFamily="2" charset="0"/>
      <p:regular r:id="rId100"/>
    </p:embeddedFont>
    <p:embeddedFont>
      <p:font typeface="Figtree Regular" pitchFamily="2" charset="0"/>
      <p:regular r:id="rId101"/>
    </p:embeddedFont>
    <p:embeddedFont>
      <p:font typeface="Figtree Bold" pitchFamily="2" charset="0"/>
      <p:regular r:id="rId10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
    <Relationship Id="rId100" Type="http://schemas.openxmlformats.org/officeDocument/2006/relationships/font" Target="fonts/font1.fntdata"/>
    <Relationship Id="rId101" Type="http://schemas.openxmlformats.org/officeDocument/2006/relationships/font" Target="fonts/font2.fntdata"/>
    <Relationship Id="rId10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欢迎大家参加本次关于智能招聘管理系统全面解决方案的介绍。本系统提供统一账号登录，实现招聘全流程的高效跟踪管理。通过数据驱动的方法，帮助企业优化招聘决策，提升人才选拔的精准度和效率。接下来，我们将详细讲解系统的各项功能及其优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系统架构包括五个主要模块。首先是登录模块，采用统一账号zenflux，实现快速登录，避免了复杂的权限管理。其次是主页看板，可以实时掌握月度招聘目标的完成情况，进度一目了然。招聘计划模块则按月制定，并按岗位拆分，同时标注P0、P1、P2等优先级，便于合理安排。候选人管理模块覆盖整个流程，跟踪从接触到入职的每一个环节，确保管理无遗漏。最后是数据分析模块，通过招聘漏斗和流失原因分析，帮助精准定位问题，优化招聘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设计方案旨在简化登录流程，提升用户体验。首先，所有使用者将共用一个统一账号，这大大降低了使用门槛，避免了繁琐的账号管理。账号信息方面，我们设置了统一的账号zenflux和密码hrhr123456，方便快速登录。权限模型方面，采用共用数据和权限的方式，无需复杂的权限管理系统，进一步简化了操作流程。整体设计理念是专注于招聘业务本身，而不是系统的复杂度，确保用户能够高效、便捷地完成工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本页面板设计主要包括以下几个方面：
首先是“月度视图”，它能够按月份展示招聘目标的完成情况，帮助我们直观了解每个月的进展。
其次是“进度可视化”，当前月份的招聘进度一目了然，方便随时监控招聘状态。
再者是“目标对比”，将计划入职人数与实际入职人数进行对比，帮助我们发现差距和改进空间。
最后，“快速决策”功能能够帮助管理者快速把握招聘整体情况，支持及时调整和决策。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介绍了招聘计划管理的几个关键步骤。首先，每月制定招聘计划，并按月进行管理，确保招聘活动有序推进。其次，按岗位维度拆分，明确每个岗位的具体招聘目标，使招聘更具针对性。然后，采用P0/P1/P2的优先级体系，确保有限的资源能够合理分配到最重要的岗位上。接着，为每个岗位设定计划入职人数，确保目标明确且可衡量。最后，明确责任到人，每个岗位对应具体的业务负责人，保证协作关系清晰，提升招聘效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招聘流程涵盖了整个候选人招聘的各个阶段。首先是候选人来源阶段，我们会通过主动沟通或者从人才池中主动寻找并建立联系。接下来是简历筛选阶段，筛选合适的简历并进行在线沟通，然后将候选人推荐给业务负责人。第三阶段是面试阶段，安排候选人进行一面、二面、三面等多轮面试评估。随后进入Offer阶段，与候选人沟通并发放offer，确认其入职意向。最后是入职完成阶段，候选人正式完成入职，整个招聘流程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本系统支持多轮面试记录，包括一面、二面、三面等多轮面试，确保每一轮的面试信息都被详细保存。  
我们会记录每轮面试官的评价和面试结果，方便全面了解候选人的表现。  
完整的面试记录有助于后续的复盘分析，帮助团队总结经验，优化面试流程。  
这些详细的面试数据为最终的offer决策提供了全面且有力的评估依据，提高招聘决策的准确性。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本界面实现了候选人全过程的跟踪管理，从最初接触到最终入职，确保每个环节都有条不紊。  
状态管理模块能够清晰地展示候选人当前所处的阶段，方便大家随时了解进展。  
面试时间字段设计为可直接点击编辑，支持日期和时间的快速调整，提升操作效率。  
整体操作界面简洁直观，使录入和修改信息变得简单快捷，极大地方便了使用体验。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内容介绍招聘漏斗分析的几个关键方面。首先，我们展示了从简历筛选到最终入职的完整招聘流程漏斗，帮助大家全面了解整个过程。其次，通过转化率统计，我们能够以数据形式直观呈现各阶段的转化情况。接着，瓶颈识别环节帮助我们快速发现转化率较低的关键节点，便于集中改进。此外，流失分析部分则统计了不同阶段候选人流失的原因及其占比，为原因定位提供依据。最后，基于以上数据分析结果，我们可以明确优化方向，制定有效的招聘流程改进方案，提高整体招聘效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内容主要分析流失原因，采用多维度统计的方法，对不同阶段和不同原因的流失情况进行了详细统计。通过占比分析，可以清晰地看到各类流失原因的分布比例，帮助我们直观了解主要问题所在。基于这些数据，我们能够精准定位招聘流程中的具体问题点，从而为后续流程的优化提供有力的数据支撑，推动招聘效果的提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介绍了我们的核心价值。首先，统一账号的设计简化了登录流程，有效降低了使用门槛，提高了用户体验。其次，月度看板功能能够实时掌握招聘进度，帮助管理者快速做出决策。第三，全流程管理覆盖从招聘计划到员工入职的完整闭环，保证了招聘的系统性和连贯性。最后，数据驱动通过漏斗分析和流失分析，优化了招聘效率，提升了整体招聘效果。这些核心价值共同支持了招聘业务的高效运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03b4a316d1a5f8af32a73f21f52b460e1d685777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21a9add17137d1ac1234aad51f6cad000b4636a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108960"/>
            <a:ext cx="12192000" cy="3749040"/>
          </a:xfrm>
          <a:prstGeom prst="rect">
            <a:avLst/>
          </a:prstGeom>
          <a:gradFill>
            <a:gsLst>
              <a:gs pos="15000">
                <a:srgbClr val="000000">
                  <a:alpha val="100000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19" y="5473446"/>
            <a:ext cx="10728960" cy="952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1723241"/>
            <a:ext cx="10728960" cy="35292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智能招聘管理系统全面解决方案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95836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1520" y="5712716"/>
            <a:ext cx="10728960" cy="823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统一账号登录 · 招聘全流程跟踪 · 数据驱动优化决策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00400" y="1157457"/>
            <a:ext cx="8321040" cy="9525"/>
          </a:xfrm>
          <a:custGeom>
            <a:avLst/>
            <a:gdLst/>
            <a:ahLst/>
            <a:cxnLst/>
            <a:rect l="l" t="t" r="r" b="b"/>
            <a:pathLst>
              <a:path w="8321040" h="9525">
                <a:moveTo>
                  <a:pt x="0" y="0"/>
                </a:moveTo>
                <a:lnTo>
                  <a:pt x="83210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-7641" y="0"/>
            <a:ext cx="2750841" cy="6858000"/>
          </a:xfrm>
          <a:prstGeom prst="rect">
            <a:avLst/>
          </a:prstGeom>
          <a:blipFill>
            <a:blip r:embed="rId1"/>
            <a:srcRect l="0" t="0" r="0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911840" y="1365505"/>
            <a:ext cx="640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03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04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05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06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07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08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09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10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11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365505"/>
            <a:ext cx="7498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系统架构概览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登录设计方案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主页看板设计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招聘计划管理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招聘流程全景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面试管理功能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候选人管理界面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招聘漏斗分析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流失原因分析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503683"/>
            <a:ext cx="8261520" cy="5386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Table of Contents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3373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739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2105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414718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643318" y="2925509"/>
            <a:ext cx="1645920" cy="2746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招聘漏斗与流失原因分析精准定位问题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43318" y="2350691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数据分析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49659" y="2925509"/>
            <a:ext cx="1645920" cy="2746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全流程跟踪从接触到入职的每个环节.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49659" y="2350691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候选人管理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5999" y="2928385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按月制定按岗位拆分标注P0/P1/P2优先级.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55999" y="2353567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招聘计划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62339" y="2928385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月度招聘目标完成情况一目了然实时掌握进度.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62339" y="2353567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主页看板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701" y="2928385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统一账号zenflux实现快速登录无需复杂权限管理.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7701" y="2353567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登录模块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79" y="1164795"/>
            <a:ext cx="10877759" cy="45719"/>
          </a:xfrm>
          <a:custGeom>
            <a:avLst/>
            <a:gdLst/>
            <a:ahLst/>
            <a:cxnLst/>
            <a:rect l="l" t="t" r="r" b="b"/>
            <a:pathLst>
              <a:path w="10877759" h="45719">
                <a:moveTo>
                  <a:pt x="0" y="0"/>
                </a:moveTo>
                <a:lnTo>
                  <a:pt x="10877759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系统架构概览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智能招聘管理系统全面解决方案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643318" y="1716051"/>
            <a:ext cx="365760" cy="365662"/>
          </a:xfrm>
          <a:custGeom>
            <a:avLst/>
            <a:gdLst/>
            <a:ahLst/>
            <a:cxnLst/>
            <a:rect l="l" t="t" r="r" b="b"/>
            <a:pathLst>
              <a:path w="365760" h="365662">
                <a:moveTo>
                  <a:pt x="262864" y="148576"/>
                </a:moveTo>
                <a:cubicBezTo>
                  <a:pt x="262864" y="85455"/>
                  <a:pt x="211695" y="34288"/>
                  <a:pt x="148575" y="34288"/>
                </a:cubicBezTo>
                <a:cubicBezTo>
                  <a:pt x="85456" y="34288"/>
                  <a:pt x="34286" y="85455"/>
                  <a:pt x="34286" y="148576"/>
                </a:cubicBezTo>
                <a:cubicBezTo>
                  <a:pt x="34286" y="211696"/>
                  <a:pt x="85456" y="262863"/>
                  <a:pt x="148575" y="262863"/>
                </a:cubicBezTo>
                <a:cubicBezTo>
                  <a:pt x="211695" y="262863"/>
                  <a:pt x="262864" y="211696"/>
                  <a:pt x="262864" y="148576"/>
                </a:cubicBezTo>
                <a:lnTo>
                  <a:pt x="262864" y="148576"/>
                </a:lnTo>
                <a:moveTo>
                  <a:pt x="240791" y="265079"/>
                </a:moveTo>
                <a:cubicBezTo>
                  <a:pt x="215506" y="285150"/>
                  <a:pt x="183432" y="297151"/>
                  <a:pt x="148575" y="297151"/>
                </a:cubicBezTo>
                <a:cubicBezTo>
                  <a:pt x="66502" y="297151"/>
                  <a:pt x="0" y="230649"/>
                  <a:pt x="0" y="148576"/>
                </a:cubicBezTo>
                <a:cubicBezTo>
                  <a:pt x="0" y="66503"/>
                  <a:pt x="66503" y="0"/>
                  <a:pt x="148575" y="0"/>
                </a:cubicBezTo>
                <a:cubicBezTo>
                  <a:pt x="230648" y="0"/>
                  <a:pt x="297151" y="66503"/>
                  <a:pt x="297151" y="148576"/>
                </a:cubicBezTo>
                <a:cubicBezTo>
                  <a:pt x="297151" y="183434"/>
                  <a:pt x="285150" y="215506"/>
                  <a:pt x="265077" y="240792"/>
                </a:cubicBezTo>
                <a:lnTo>
                  <a:pt x="360723" y="336438"/>
                </a:lnTo>
                <a:cubicBezTo>
                  <a:pt x="367439" y="343152"/>
                  <a:pt x="367439" y="354012"/>
                  <a:pt x="360723" y="360652"/>
                </a:cubicBezTo>
                <a:cubicBezTo>
                  <a:pt x="354008" y="367296"/>
                  <a:pt x="343152" y="367366"/>
                  <a:pt x="336510" y="360652"/>
                </a:cubicBezTo>
                <a:lnTo>
                  <a:pt x="240791" y="26507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495379" y="1716002"/>
            <a:ext cx="274320" cy="365760"/>
          </a:xfrm>
          <a:custGeom>
            <a:avLst/>
            <a:gdLst/>
            <a:ahLst/>
            <a:cxnLst/>
            <a:rect l="l" t="t" r="r" b="b"/>
            <a:pathLst>
              <a:path w="274320" h="365760">
                <a:moveTo>
                  <a:pt x="200026" y="45720"/>
                </a:moveTo>
                <a:lnTo>
                  <a:pt x="228602" y="45720"/>
                </a:lnTo>
                <a:cubicBezTo>
                  <a:pt x="253820" y="45720"/>
                  <a:pt x="274323" y="66221"/>
                  <a:pt x="274323" y="91440"/>
                </a:cubicBezTo>
                <a:lnTo>
                  <a:pt x="274323" y="320040"/>
                </a:lnTo>
                <a:cubicBezTo>
                  <a:pt x="274323" y="345259"/>
                  <a:pt x="253820" y="365760"/>
                  <a:pt x="228602" y="365760"/>
                </a:cubicBezTo>
                <a:lnTo>
                  <a:pt x="45721" y="365760"/>
                </a:lnTo>
                <a:cubicBezTo>
                  <a:pt x="20503" y="365760"/>
                  <a:pt x="0" y="345259"/>
                  <a:pt x="0" y="320040"/>
                </a:cubicBezTo>
                <a:lnTo>
                  <a:pt x="0" y="91440"/>
                </a:lnTo>
                <a:cubicBezTo>
                  <a:pt x="0" y="66221"/>
                  <a:pt x="20503" y="45720"/>
                  <a:pt x="45721" y="45720"/>
                </a:cubicBezTo>
                <a:lnTo>
                  <a:pt x="74297" y="45720"/>
                </a:lnTo>
                <a:lnTo>
                  <a:pt x="81155" y="45720"/>
                </a:lnTo>
                <a:cubicBezTo>
                  <a:pt x="86441" y="19645"/>
                  <a:pt x="109517" y="0"/>
                  <a:pt x="137163" y="0"/>
                </a:cubicBezTo>
                <a:cubicBezTo>
                  <a:pt x="164809" y="0"/>
                  <a:pt x="187885" y="19645"/>
                  <a:pt x="193171" y="45720"/>
                </a:cubicBezTo>
                <a:lnTo>
                  <a:pt x="200026" y="45720"/>
                </a:lnTo>
                <a:moveTo>
                  <a:pt x="45721" y="80010"/>
                </a:moveTo>
                <a:cubicBezTo>
                  <a:pt x="39434" y="80010"/>
                  <a:pt x="34290" y="85153"/>
                  <a:pt x="34290" y="91440"/>
                </a:cubicBezTo>
                <a:lnTo>
                  <a:pt x="34290" y="320040"/>
                </a:lnTo>
                <a:cubicBezTo>
                  <a:pt x="34290" y="326327"/>
                  <a:pt x="39434" y="331470"/>
                  <a:pt x="45721" y="331470"/>
                </a:cubicBezTo>
                <a:lnTo>
                  <a:pt x="228602" y="331470"/>
                </a:lnTo>
                <a:cubicBezTo>
                  <a:pt x="234889" y="331470"/>
                  <a:pt x="240033" y="326327"/>
                  <a:pt x="240033" y="320040"/>
                </a:cubicBezTo>
                <a:lnTo>
                  <a:pt x="240033" y="91440"/>
                </a:lnTo>
                <a:cubicBezTo>
                  <a:pt x="240033" y="85153"/>
                  <a:pt x="234889" y="80010"/>
                  <a:pt x="228602" y="80010"/>
                </a:cubicBezTo>
                <a:lnTo>
                  <a:pt x="217171" y="80010"/>
                </a:lnTo>
                <a:lnTo>
                  <a:pt x="217171" y="97157"/>
                </a:lnTo>
                <a:cubicBezTo>
                  <a:pt x="217171" y="106659"/>
                  <a:pt x="209528" y="114304"/>
                  <a:pt x="200026" y="114304"/>
                </a:cubicBezTo>
                <a:lnTo>
                  <a:pt x="137160" y="114304"/>
                </a:lnTo>
                <a:lnTo>
                  <a:pt x="74294" y="114304"/>
                </a:lnTo>
                <a:cubicBezTo>
                  <a:pt x="64792" y="114304"/>
                  <a:pt x="57149" y="106659"/>
                  <a:pt x="57149" y="97160"/>
                </a:cubicBezTo>
                <a:lnTo>
                  <a:pt x="57149" y="80017"/>
                </a:lnTo>
                <a:lnTo>
                  <a:pt x="45721" y="80010"/>
                </a:lnTo>
                <a:moveTo>
                  <a:pt x="137160" y="74297"/>
                </a:moveTo>
                <a:cubicBezTo>
                  <a:pt x="146630" y="74297"/>
                  <a:pt x="154305" y="66619"/>
                  <a:pt x="154305" y="57154"/>
                </a:cubicBezTo>
                <a:cubicBezTo>
                  <a:pt x="154305" y="47684"/>
                  <a:pt x="146630" y="40010"/>
                  <a:pt x="137160" y="40010"/>
                </a:cubicBezTo>
                <a:cubicBezTo>
                  <a:pt x="127690" y="40010"/>
                  <a:pt x="120015" y="47688"/>
                  <a:pt x="120015" y="57157"/>
                </a:cubicBezTo>
                <a:cubicBezTo>
                  <a:pt x="120015" y="66627"/>
                  <a:pt x="127690" y="74304"/>
                  <a:pt x="137160" y="74304"/>
                </a:cubicBezTo>
                <a:lnTo>
                  <a:pt x="137160" y="7429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78859" y="1716002"/>
            <a:ext cx="320040" cy="365760"/>
          </a:xfrm>
          <a:custGeom>
            <a:avLst/>
            <a:gdLst/>
            <a:ahLst/>
            <a:cxnLst/>
            <a:rect l="l" t="t" r="r" b="b"/>
            <a:pathLst>
              <a:path w="320040" h="365760">
                <a:moveTo>
                  <a:pt x="108586" y="17147"/>
                </a:moveTo>
                <a:cubicBezTo>
                  <a:pt x="108586" y="7644"/>
                  <a:pt x="100944" y="4"/>
                  <a:pt x="91442" y="4"/>
                </a:cubicBezTo>
                <a:cubicBezTo>
                  <a:pt x="81940" y="4"/>
                  <a:pt x="74297" y="7648"/>
                  <a:pt x="74297" y="17150"/>
                </a:cubicBezTo>
                <a:lnTo>
                  <a:pt x="74297" y="45727"/>
                </a:lnTo>
                <a:lnTo>
                  <a:pt x="45721" y="45727"/>
                </a:lnTo>
                <a:cubicBezTo>
                  <a:pt x="20505" y="45727"/>
                  <a:pt x="0" y="66228"/>
                  <a:pt x="0" y="91447"/>
                </a:cubicBezTo>
                <a:lnTo>
                  <a:pt x="0" y="102877"/>
                </a:lnTo>
                <a:lnTo>
                  <a:pt x="0" y="137167"/>
                </a:lnTo>
                <a:lnTo>
                  <a:pt x="0" y="320047"/>
                </a:lnTo>
                <a:cubicBezTo>
                  <a:pt x="0" y="345266"/>
                  <a:pt x="20502" y="365767"/>
                  <a:pt x="45721" y="365767"/>
                </a:cubicBezTo>
                <a:lnTo>
                  <a:pt x="274322" y="365767"/>
                </a:lnTo>
                <a:cubicBezTo>
                  <a:pt x="299538" y="365767"/>
                  <a:pt x="320043" y="345266"/>
                  <a:pt x="320043" y="320047"/>
                </a:cubicBezTo>
                <a:lnTo>
                  <a:pt x="320043" y="137167"/>
                </a:lnTo>
                <a:lnTo>
                  <a:pt x="320043" y="102877"/>
                </a:lnTo>
                <a:lnTo>
                  <a:pt x="320043" y="91447"/>
                </a:lnTo>
                <a:cubicBezTo>
                  <a:pt x="320043" y="66228"/>
                  <a:pt x="299541" y="45727"/>
                  <a:pt x="274322" y="45727"/>
                </a:cubicBezTo>
                <a:lnTo>
                  <a:pt x="245746" y="45727"/>
                </a:lnTo>
                <a:lnTo>
                  <a:pt x="245746" y="17154"/>
                </a:lnTo>
                <a:cubicBezTo>
                  <a:pt x="245746" y="7652"/>
                  <a:pt x="238103" y="11"/>
                  <a:pt x="228601" y="11"/>
                </a:cubicBezTo>
                <a:cubicBezTo>
                  <a:pt x="219099" y="11"/>
                  <a:pt x="211457" y="7655"/>
                  <a:pt x="211457" y="17158"/>
                </a:cubicBezTo>
                <a:lnTo>
                  <a:pt x="211457" y="45734"/>
                </a:lnTo>
                <a:lnTo>
                  <a:pt x="108586" y="45734"/>
                </a:lnTo>
                <a:lnTo>
                  <a:pt x="108586" y="17147"/>
                </a:lnTo>
                <a:moveTo>
                  <a:pt x="34289" y="137160"/>
                </a:moveTo>
                <a:lnTo>
                  <a:pt x="285748" y="137160"/>
                </a:lnTo>
                <a:lnTo>
                  <a:pt x="285748" y="320040"/>
                </a:lnTo>
                <a:cubicBezTo>
                  <a:pt x="285748" y="326327"/>
                  <a:pt x="280605" y="331470"/>
                  <a:pt x="274319" y="331470"/>
                </a:cubicBezTo>
                <a:lnTo>
                  <a:pt x="45718" y="331470"/>
                </a:lnTo>
                <a:cubicBezTo>
                  <a:pt x="39432" y="331470"/>
                  <a:pt x="34289" y="326327"/>
                  <a:pt x="34289" y="320040"/>
                </a:cubicBezTo>
                <a:lnTo>
                  <a:pt x="34289" y="13716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062339" y="171600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34290"/>
                </a:moveTo>
                <a:cubicBezTo>
                  <a:pt x="264946" y="34290"/>
                  <a:pt x="331470" y="100814"/>
                  <a:pt x="331470" y="182880"/>
                </a:cubicBezTo>
                <a:cubicBezTo>
                  <a:pt x="331470" y="264946"/>
                  <a:pt x="264946" y="331470"/>
                  <a:pt x="182880" y="331470"/>
                </a:cubicBezTo>
                <a:cubicBezTo>
                  <a:pt x="100814" y="331470"/>
                  <a:pt x="34290" y="264946"/>
                  <a:pt x="34290" y="182880"/>
                </a:cubicBezTo>
                <a:cubicBezTo>
                  <a:pt x="34290" y="100814"/>
                  <a:pt x="100814" y="34290"/>
                  <a:pt x="182880" y="34290"/>
                </a:cubicBezTo>
                <a:lnTo>
                  <a:pt x="182880" y="34290"/>
                </a:lnTo>
                <a:moveTo>
                  <a:pt x="182880" y="365760"/>
                </a:moveTo>
                <a:cubicBezTo>
                  <a:pt x="283881" y="365760"/>
                  <a:pt x="365760" y="283881"/>
                  <a:pt x="365760" y="182880"/>
                </a:cubicBezTo>
                <a:cubicBezTo>
                  <a:pt x="365760" y="81879"/>
                  <a:pt x="283881" y="0"/>
                  <a:pt x="182880" y="0"/>
                </a:cubicBezTo>
                <a:cubicBezTo>
                  <a:pt x="81879" y="0"/>
                  <a:pt x="0" y="81879"/>
                  <a:pt x="0" y="182880"/>
                </a:cubicBezTo>
                <a:cubicBezTo>
                  <a:pt x="0" y="283881"/>
                  <a:pt x="81879" y="365760"/>
                  <a:pt x="182880" y="365760"/>
                </a:cubicBezTo>
                <a:moveTo>
                  <a:pt x="222887" y="251460"/>
                </a:moveTo>
                <a:cubicBezTo>
                  <a:pt x="222887" y="235531"/>
                  <a:pt x="213527" y="221742"/>
                  <a:pt x="200027" y="215312"/>
                </a:cubicBezTo>
                <a:lnTo>
                  <a:pt x="200027" y="85723"/>
                </a:lnTo>
                <a:cubicBezTo>
                  <a:pt x="200027" y="76221"/>
                  <a:pt x="192382" y="68580"/>
                  <a:pt x="182884" y="68580"/>
                </a:cubicBezTo>
                <a:cubicBezTo>
                  <a:pt x="173381" y="68580"/>
                  <a:pt x="165740" y="76224"/>
                  <a:pt x="165740" y="85727"/>
                </a:cubicBezTo>
                <a:lnTo>
                  <a:pt x="165740" y="215316"/>
                </a:lnTo>
                <a:cubicBezTo>
                  <a:pt x="152240" y="221746"/>
                  <a:pt x="142880" y="235531"/>
                  <a:pt x="142880" y="251464"/>
                </a:cubicBezTo>
                <a:cubicBezTo>
                  <a:pt x="142880" y="273537"/>
                  <a:pt x="160810" y="291470"/>
                  <a:pt x="182887" y="291470"/>
                </a:cubicBezTo>
                <a:cubicBezTo>
                  <a:pt x="204961" y="291470"/>
                  <a:pt x="222894" y="273541"/>
                  <a:pt x="222894" y="251467"/>
                </a:cubicBezTo>
                <a:lnTo>
                  <a:pt x="222887" y="251460"/>
                </a:lnTo>
                <a:moveTo>
                  <a:pt x="114300" y="137160"/>
                </a:moveTo>
                <a:cubicBezTo>
                  <a:pt x="126926" y="137160"/>
                  <a:pt x="137160" y="126926"/>
                  <a:pt x="137160" y="114300"/>
                </a:cubicBezTo>
                <a:cubicBezTo>
                  <a:pt x="137160" y="101674"/>
                  <a:pt x="126926" y="91440"/>
                  <a:pt x="114300" y="91440"/>
                </a:cubicBezTo>
                <a:cubicBezTo>
                  <a:pt x="101674" y="91440"/>
                  <a:pt x="91440" y="101674"/>
                  <a:pt x="91440" y="114300"/>
                </a:cubicBezTo>
                <a:cubicBezTo>
                  <a:pt x="91440" y="126926"/>
                  <a:pt x="101674" y="137160"/>
                  <a:pt x="114300" y="137160"/>
                </a:cubicBezTo>
                <a:moveTo>
                  <a:pt x="102870" y="182880"/>
                </a:moveTo>
                <a:cubicBezTo>
                  <a:pt x="102870" y="170254"/>
                  <a:pt x="92636" y="160020"/>
                  <a:pt x="80010" y="160020"/>
                </a:cubicBezTo>
                <a:cubicBezTo>
                  <a:pt x="67384" y="160020"/>
                  <a:pt x="57150" y="170254"/>
                  <a:pt x="57150" y="182880"/>
                </a:cubicBezTo>
                <a:cubicBezTo>
                  <a:pt x="57150" y="195506"/>
                  <a:pt x="67384" y="205740"/>
                  <a:pt x="80010" y="205740"/>
                </a:cubicBezTo>
                <a:cubicBezTo>
                  <a:pt x="92636" y="205740"/>
                  <a:pt x="102870" y="195506"/>
                  <a:pt x="102870" y="182880"/>
                </a:cubicBezTo>
                <a:moveTo>
                  <a:pt x="285750" y="205740"/>
                </a:moveTo>
                <a:cubicBezTo>
                  <a:pt x="298376" y="205740"/>
                  <a:pt x="308610" y="195506"/>
                  <a:pt x="308610" y="182880"/>
                </a:cubicBezTo>
                <a:cubicBezTo>
                  <a:pt x="308610" y="170254"/>
                  <a:pt x="298376" y="160020"/>
                  <a:pt x="285750" y="160020"/>
                </a:cubicBezTo>
                <a:cubicBezTo>
                  <a:pt x="273124" y="160020"/>
                  <a:pt x="262890" y="170254"/>
                  <a:pt x="262890" y="182880"/>
                </a:cubicBezTo>
                <a:cubicBezTo>
                  <a:pt x="262890" y="195506"/>
                  <a:pt x="273124" y="205740"/>
                  <a:pt x="285750" y="205740"/>
                </a:cubicBezTo>
                <a:moveTo>
                  <a:pt x="274320" y="114300"/>
                </a:moveTo>
                <a:cubicBezTo>
                  <a:pt x="274320" y="101674"/>
                  <a:pt x="264086" y="91440"/>
                  <a:pt x="251460" y="91440"/>
                </a:cubicBezTo>
                <a:cubicBezTo>
                  <a:pt x="238834" y="91440"/>
                  <a:pt x="228600" y="101674"/>
                  <a:pt x="228600" y="114300"/>
                </a:cubicBezTo>
                <a:cubicBezTo>
                  <a:pt x="228600" y="126926"/>
                  <a:pt x="238834" y="137160"/>
                  <a:pt x="251460" y="137160"/>
                </a:cubicBezTo>
                <a:cubicBezTo>
                  <a:pt x="264086" y="137160"/>
                  <a:pt x="274320" y="126926"/>
                  <a:pt x="274320" y="11430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50561" y="1716002"/>
            <a:ext cx="320040" cy="365760"/>
          </a:xfrm>
          <a:custGeom>
            <a:avLst/>
            <a:gdLst/>
            <a:ahLst/>
            <a:cxnLst/>
            <a:rect l="l" t="t" r="r" b="b"/>
            <a:pathLst>
              <a:path w="320040" h="365760">
                <a:moveTo>
                  <a:pt x="217170" y="91440"/>
                </a:moveTo>
                <a:cubicBezTo>
                  <a:pt x="217170" y="59879"/>
                  <a:pt x="191582" y="34290"/>
                  <a:pt x="160020" y="34290"/>
                </a:cubicBezTo>
                <a:cubicBezTo>
                  <a:pt x="128458" y="34290"/>
                  <a:pt x="102870" y="59879"/>
                  <a:pt x="102870" y="91440"/>
                </a:cubicBezTo>
                <a:cubicBezTo>
                  <a:pt x="102870" y="123001"/>
                  <a:pt x="128458" y="148590"/>
                  <a:pt x="160020" y="148590"/>
                </a:cubicBezTo>
                <a:cubicBezTo>
                  <a:pt x="191582" y="148590"/>
                  <a:pt x="217170" y="123001"/>
                  <a:pt x="217170" y="91440"/>
                </a:cubicBezTo>
                <a:lnTo>
                  <a:pt x="217170" y="91440"/>
                </a:lnTo>
                <a:moveTo>
                  <a:pt x="68581" y="91440"/>
                </a:moveTo>
                <a:cubicBezTo>
                  <a:pt x="68581" y="40939"/>
                  <a:pt x="109521" y="0"/>
                  <a:pt x="160020" y="0"/>
                </a:cubicBezTo>
                <a:cubicBezTo>
                  <a:pt x="210522" y="0"/>
                  <a:pt x="251459" y="40939"/>
                  <a:pt x="251459" y="91440"/>
                </a:cubicBezTo>
                <a:cubicBezTo>
                  <a:pt x="251459" y="141941"/>
                  <a:pt x="210519" y="182880"/>
                  <a:pt x="160020" y="182880"/>
                </a:cubicBezTo>
                <a:cubicBezTo>
                  <a:pt x="109518" y="182880"/>
                  <a:pt x="68581" y="141941"/>
                  <a:pt x="68581" y="91440"/>
                </a:cubicBezTo>
                <a:lnTo>
                  <a:pt x="68581" y="91440"/>
                </a:lnTo>
                <a:moveTo>
                  <a:pt x="35217" y="331470"/>
                </a:moveTo>
                <a:lnTo>
                  <a:pt x="284890" y="331470"/>
                </a:lnTo>
                <a:cubicBezTo>
                  <a:pt x="278531" y="286251"/>
                  <a:pt x="239672" y="251460"/>
                  <a:pt x="192734" y="251460"/>
                </a:cubicBezTo>
                <a:lnTo>
                  <a:pt x="127440" y="251460"/>
                </a:lnTo>
                <a:cubicBezTo>
                  <a:pt x="80506" y="251460"/>
                  <a:pt x="41644" y="286251"/>
                  <a:pt x="35284" y="331470"/>
                </a:cubicBezTo>
                <a:lnTo>
                  <a:pt x="35217" y="331470"/>
                </a:lnTo>
                <a:moveTo>
                  <a:pt x="0" y="344542"/>
                </a:moveTo>
                <a:cubicBezTo>
                  <a:pt x="0" y="274177"/>
                  <a:pt x="57006" y="217170"/>
                  <a:pt x="127373" y="217170"/>
                </a:cubicBezTo>
                <a:lnTo>
                  <a:pt x="192667" y="217170"/>
                </a:lnTo>
                <a:cubicBezTo>
                  <a:pt x="263034" y="217170"/>
                  <a:pt x="320040" y="274177"/>
                  <a:pt x="320040" y="344542"/>
                </a:cubicBezTo>
                <a:cubicBezTo>
                  <a:pt x="320040" y="356258"/>
                  <a:pt x="310538" y="365760"/>
                  <a:pt x="298824" y="365760"/>
                </a:cubicBezTo>
                <a:lnTo>
                  <a:pt x="21219" y="365760"/>
                </a:lnTo>
                <a:cubicBezTo>
                  <a:pt x="9502" y="365760"/>
                  <a:pt x="3" y="356258"/>
                  <a:pt x="3" y="344542"/>
                </a:cubicBezTo>
                <a:lnTo>
                  <a:pt x="0" y="344542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77394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02116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26838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51560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智能招聘管理系统全面解决方案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登录设计方案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51714" y="1861694"/>
            <a:ext cx="914400" cy="857250"/>
          </a:xfrm>
          <a:custGeom>
            <a:avLst/>
            <a:gdLst/>
            <a:ahLst/>
            <a:cxnLst/>
            <a:rect l="l" t="t" r="r" b="b"/>
            <a:pathLst>
              <a:path w="914400" h="857250">
                <a:moveTo>
                  <a:pt x="314325" y="100015"/>
                </a:moveTo>
                <a:lnTo>
                  <a:pt x="314325" y="171450"/>
                </a:lnTo>
                <a:lnTo>
                  <a:pt x="600075" y="171450"/>
                </a:lnTo>
                <a:lnTo>
                  <a:pt x="600075" y="100015"/>
                </a:lnTo>
                <a:cubicBezTo>
                  <a:pt x="600075" y="92154"/>
                  <a:pt x="593647" y="85725"/>
                  <a:pt x="585792" y="85725"/>
                </a:cubicBezTo>
                <a:lnTo>
                  <a:pt x="328617" y="85725"/>
                </a:lnTo>
                <a:cubicBezTo>
                  <a:pt x="320762" y="85725"/>
                  <a:pt x="314334" y="92154"/>
                  <a:pt x="314334" y="100015"/>
                </a:cubicBezTo>
                <a:lnTo>
                  <a:pt x="314325" y="100015"/>
                </a:lnTo>
                <a:moveTo>
                  <a:pt x="228600" y="171450"/>
                </a:moveTo>
                <a:lnTo>
                  <a:pt x="228600" y="100015"/>
                </a:lnTo>
                <a:cubicBezTo>
                  <a:pt x="228600" y="44834"/>
                  <a:pt x="273424" y="0"/>
                  <a:pt x="328617" y="0"/>
                </a:cubicBezTo>
                <a:lnTo>
                  <a:pt x="585792" y="0"/>
                </a:lnTo>
                <a:cubicBezTo>
                  <a:pt x="640976" y="0"/>
                  <a:pt x="685809" y="44826"/>
                  <a:pt x="685809" y="100015"/>
                </a:cubicBezTo>
                <a:lnTo>
                  <a:pt x="685809" y="171450"/>
                </a:lnTo>
                <a:lnTo>
                  <a:pt x="800109" y="171450"/>
                </a:lnTo>
                <a:cubicBezTo>
                  <a:pt x="863157" y="171450"/>
                  <a:pt x="914409" y="222705"/>
                  <a:pt x="914409" y="285747"/>
                </a:cubicBezTo>
                <a:lnTo>
                  <a:pt x="914409" y="500060"/>
                </a:lnTo>
                <a:lnTo>
                  <a:pt x="914409" y="742944"/>
                </a:lnTo>
                <a:cubicBezTo>
                  <a:pt x="914409" y="805986"/>
                  <a:pt x="863157" y="857241"/>
                  <a:pt x="800109" y="857241"/>
                </a:cubicBezTo>
                <a:lnTo>
                  <a:pt x="114309" y="857241"/>
                </a:lnTo>
                <a:cubicBezTo>
                  <a:pt x="51261" y="857241"/>
                  <a:pt x="9" y="805986"/>
                  <a:pt x="9" y="742944"/>
                </a:cubicBezTo>
                <a:lnTo>
                  <a:pt x="9" y="500060"/>
                </a:lnTo>
                <a:lnTo>
                  <a:pt x="9" y="285747"/>
                </a:lnTo>
                <a:cubicBezTo>
                  <a:pt x="9" y="222705"/>
                  <a:pt x="51261" y="171450"/>
                  <a:pt x="114309" y="171450"/>
                </a:cubicBezTo>
                <a:lnTo>
                  <a:pt x="228600" y="171450"/>
                </a:lnTo>
                <a:moveTo>
                  <a:pt x="85725" y="542922"/>
                </a:moveTo>
                <a:lnTo>
                  <a:pt x="85725" y="742944"/>
                </a:lnTo>
                <a:cubicBezTo>
                  <a:pt x="85725" y="758658"/>
                  <a:pt x="98581" y="771516"/>
                  <a:pt x="114300" y="771516"/>
                </a:cubicBezTo>
                <a:lnTo>
                  <a:pt x="800100" y="771516"/>
                </a:lnTo>
                <a:cubicBezTo>
                  <a:pt x="815819" y="771516"/>
                  <a:pt x="828675" y="758658"/>
                  <a:pt x="828675" y="742944"/>
                </a:cubicBezTo>
                <a:lnTo>
                  <a:pt x="828675" y="542922"/>
                </a:lnTo>
                <a:lnTo>
                  <a:pt x="571500" y="542922"/>
                </a:lnTo>
                <a:lnTo>
                  <a:pt x="571500" y="571494"/>
                </a:lnTo>
                <a:cubicBezTo>
                  <a:pt x="571500" y="603101"/>
                  <a:pt x="545961" y="628647"/>
                  <a:pt x="514350" y="628647"/>
                </a:cubicBezTo>
                <a:lnTo>
                  <a:pt x="400050" y="628647"/>
                </a:lnTo>
                <a:cubicBezTo>
                  <a:pt x="368439" y="628647"/>
                  <a:pt x="342900" y="603110"/>
                  <a:pt x="342900" y="571494"/>
                </a:cubicBezTo>
                <a:lnTo>
                  <a:pt x="342900" y="542922"/>
                </a:lnTo>
                <a:lnTo>
                  <a:pt x="85725" y="542922"/>
                </a:lnTo>
                <a:moveTo>
                  <a:pt x="342900" y="457197"/>
                </a:moveTo>
                <a:lnTo>
                  <a:pt x="571500" y="457197"/>
                </a:lnTo>
                <a:lnTo>
                  <a:pt x="828675" y="457197"/>
                </a:lnTo>
                <a:lnTo>
                  <a:pt x="828675" y="285747"/>
                </a:lnTo>
                <a:cubicBezTo>
                  <a:pt x="828675" y="270034"/>
                  <a:pt x="815819" y="257175"/>
                  <a:pt x="800100" y="257175"/>
                </a:cubicBezTo>
                <a:lnTo>
                  <a:pt x="642942" y="257175"/>
                </a:lnTo>
                <a:lnTo>
                  <a:pt x="271467" y="257175"/>
                </a:lnTo>
                <a:lnTo>
                  <a:pt x="114309" y="257175"/>
                </a:lnTo>
                <a:cubicBezTo>
                  <a:pt x="98591" y="257175"/>
                  <a:pt x="85734" y="270034"/>
                  <a:pt x="85734" y="285747"/>
                </a:cubicBezTo>
                <a:lnTo>
                  <a:pt x="85734" y="457197"/>
                </a:lnTo>
                <a:lnTo>
                  <a:pt x="342900" y="45719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265914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设计理念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65914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专注于招聘业务本身而非系统复杂度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3586" y="1833119"/>
            <a:ext cx="800100" cy="914400"/>
          </a:xfrm>
          <a:custGeom>
            <a:avLst/>
            <a:gdLst/>
            <a:ahLst/>
            <a:cxnLst/>
            <a:rect l="l" t="t" r="r" b="b"/>
            <a:pathLst>
              <a:path w="800100" h="914400">
                <a:moveTo>
                  <a:pt x="257176" y="228600"/>
                </a:moveTo>
                <a:lnTo>
                  <a:pt x="257176" y="342900"/>
                </a:lnTo>
                <a:lnTo>
                  <a:pt x="542924" y="342900"/>
                </a:lnTo>
                <a:lnTo>
                  <a:pt x="542924" y="228600"/>
                </a:lnTo>
                <a:cubicBezTo>
                  <a:pt x="542924" y="149660"/>
                  <a:pt x="478988" y="85725"/>
                  <a:pt x="400050" y="85725"/>
                </a:cubicBezTo>
                <a:cubicBezTo>
                  <a:pt x="321112" y="85725"/>
                  <a:pt x="257176" y="149660"/>
                  <a:pt x="257176" y="228600"/>
                </a:cubicBezTo>
                <a:lnTo>
                  <a:pt x="257176" y="228600"/>
                </a:lnTo>
                <a:moveTo>
                  <a:pt x="171453" y="342900"/>
                </a:moveTo>
                <a:lnTo>
                  <a:pt x="171453" y="228600"/>
                </a:lnTo>
                <a:cubicBezTo>
                  <a:pt x="171453" y="102331"/>
                  <a:pt x="273786" y="0"/>
                  <a:pt x="400050" y="0"/>
                </a:cubicBezTo>
                <a:cubicBezTo>
                  <a:pt x="526314" y="0"/>
                  <a:pt x="628647" y="102331"/>
                  <a:pt x="628647" y="228600"/>
                </a:cubicBezTo>
                <a:lnTo>
                  <a:pt x="628647" y="342900"/>
                </a:lnTo>
                <a:lnTo>
                  <a:pt x="685798" y="342900"/>
                </a:lnTo>
                <a:cubicBezTo>
                  <a:pt x="748838" y="342900"/>
                  <a:pt x="800100" y="394152"/>
                  <a:pt x="800100" y="457200"/>
                </a:cubicBezTo>
                <a:lnTo>
                  <a:pt x="800100" y="800100"/>
                </a:lnTo>
                <a:cubicBezTo>
                  <a:pt x="800100" y="863148"/>
                  <a:pt x="748846" y="914400"/>
                  <a:pt x="685798" y="914400"/>
                </a:cubicBezTo>
                <a:lnTo>
                  <a:pt x="114294" y="914400"/>
                </a:lnTo>
                <a:cubicBezTo>
                  <a:pt x="51254" y="914400"/>
                  <a:pt x="-8" y="863148"/>
                  <a:pt x="-8" y="800100"/>
                </a:cubicBezTo>
                <a:lnTo>
                  <a:pt x="-8" y="457200"/>
                </a:lnTo>
                <a:cubicBezTo>
                  <a:pt x="-8" y="394152"/>
                  <a:pt x="51246" y="342900"/>
                  <a:pt x="114294" y="342900"/>
                </a:cubicBezTo>
                <a:lnTo>
                  <a:pt x="171453" y="342900"/>
                </a:lnTo>
                <a:moveTo>
                  <a:pt x="85723" y="457200"/>
                </a:moveTo>
                <a:lnTo>
                  <a:pt x="85723" y="800100"/>
                </a:lnTo>
                <a:cubicBezTo>
                  <a:pt x="85723" y="815819"/>
                  <a:pt x="98580" y="828675"/>
                  <a:pt x="114294" y="828675"/>
                </a:cubicBezTo>
                <a:lnTo>
                  <a:pt x="685798" y="828675"/>
                </a:lnTo>
                <a:cubicBezTo>
                  <a:pt x="701512" y="828675"/>
                  <a:pt x="714369" y="815819"/>
                  <a:pt x="714369" y="800100"/>
                </a:cubicBezTo>
                <a:lnTo>
                  <a:pt x="714369" y="457200"/>
                </a:lnTo>
                <a:cubicBezTo>
                  <a:pt x="714369" y="441481"/>
                  <a:pt x="701512" y="428625"/>
                  <a:pt x="685798" y="428625"/>
                </a:cubicBezTo>
                <a:lnTo>
                  <a:pt x="114294" y="428625"/>
                </a:lnTo>
                <a:cubicBezTo>
                  <a:pt x="98580" y="428625"/>
                  <a:pt x="85723" y="441481"/>
                  <a:pt x="85723" y="457200"/>
                </a:cubicBezTo>
                <a:lnTo>
                  <a:pt x="85723" y="45720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90636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权限模型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0636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共用数据和权限无需复杂的权限管理系统.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01158" y="1833208"/>
            <a:ext cx="914400" cy="914221"/>
          </a:xfrm>
          <a:custGeom>
            <a:avLst/>
            <a:gdLst/>
            <a:ahLst/>
            <a:cxnLst/>
            <a:rect l="l" t="t" r="r" b="b"/>
            <a:pathLst>
              <a:path w="914400" h="914221">
                <a:moveTo>
                  <a:pt x="371402" y="314264"/>
                </a:moveTo>
                <a:cubicBezTo>
                  <a:pt x="371402" y="188019"/>
                  <a:pt x="473714" y="85708"/>
                  <a:pt x="599956" y="85708"/>
                </a:cubicBezTo>
                <a:cubicBezTo>
                  <a:pt x="726198" y="85708"/>
                  <a:pt x="828510" y="188019"/>
                  <a:pt x="828510" y="314264"/>
                </a:cubicBezTo>
                <a:cubicBezTo>
                  <a:pt x="828510" y="440508"/>
                  <a:pt x="726198" y="542819"/>
                  <a:pt x="599956" y="542819"/>
                </a:cubicBezTo>
                <a:cubicBezTo>
                  <a:pt x="581385" y="542819"/>
                  <a:pt x="563353" y="540680"/>
                  <a:pt x="546208" y="536392"/>
                </a:cubicBezTo>
                <a:cubicBezTo>
                  <a:pt x="531742" y="532817"/>
                  <a:pt x="516389" y="537105"/>
                  <a:pt x="505855" y="547820"/>
                </a:cubicBezTo>
                <a:lnTo>
                  <a:pt x="453716" y="599958"/>
                </a:lnTo>
                <a:lnTo>
                  <a:pt x="357119" y="599958"/>
                </a:lnTo>
                <a:cubicBezTo>
                  <a:pt x="333372" y="599958"/>
                  <a:pt x="314261" y="619065"/>
                  <a:pt x="314261" y="642817"/>
                </a:cubicBezTo>
                <a:lnTo>
                  <a:pt x="314261" y="714245"/>
                </a:lnTo>
                <a:lnTo>
                  <a:pt x="242837" y="714245"/>
                </a:lnTo>
                <a:cubicBezTo>
                  <a:pt x="219090" y="714245"/>
                  <a:pt x="199979" y="733352"/>
                  <a:pt x="199979" y="757103"/>
                </a:cubicBezTo>
                <a:lnTo>
                  <a:pt x="199979" y="828532"/>
                </a:lnTo>
                <a:lnTo>
                  <a:pt x="85698" y="828532"/>
                </a:lnTo>
                <a:lnTo>
                  <a:pt x="85698" y="689076"/>
                </a:lnTo>
                <a:lnTo>
                  <a:pt x="366391" y="408383"/>
                </a:lnTo>
                <a:cubicBezTo>
                  <a:pt x="376925" y="397851"/>
                  <a:pt x="381213" y="382492"/>
                  <a:pt x="377821" y="368029"/>
                </a:cubicBezTo>
                <a:cubicBezTo>
                  <a:pt x="373715" y="350887"/>
                  <a:pt x="371393" y="332850"/>
                  <a:pt x="371393" y="314282"/>
                </a:cubicBezTo>
                <a:lnTo>
                  <a:pt x="371402" y="314264"/>
                </a:lnTo>
                <a:moveTo>
                  <a:pt x="599956" y="0"/>
                </a:moveTo>
                <a:cubicBezTo>
                  <a:pt x="426394" y="0"/>
                  <a:pt x="285695" y="140708"/>
                  <a:pt x="285695" y="314264"/>
                </a:cubicBezTo>
                <a:cubicBezTo>
                  <a:pt x="285695" y="331222"/>
                  <a:pt x="286948" y="347834"/>
                  <a:pt x="289627" y="364080"/>
                </a:cubicBezTo>
                <a:lnTo>
                  <a:pt x="12500" y="641025"/>
                </a:lnTo>
                <a:cubicBezTo>
                  <a:pt x="4462" y="649061"/>
                  <a:pt x="0" y="659949"/>
                  <a:pt x="0" y="671377"/>
                </a:cubicBezTo>
                <a:lnTo>
                  <a:pt x="0" y="871363"/>
                </a:lnTo>
                <a:cubicBezTo>
                  <a:pt x="0" y="895114"/>
                  <a:pt x="19102" y="914222"/>
                  <a:pt x="42858" y="914222"/>
                </a:cubicBezTo>
                <a:lnTo>
                  <a:pt x="242846" y="914222"/>
                </a:lnTo>
                <a:cubicBezTo>
                  <a:pt x="266593" y="914222"/>
                  <a:pt x="285704" y="895114"/>
                  <a:pt x="285704" y="871372"/>
                </a:cubicBezTo>
                <a:lnTo>
                  <a:pt x="285704" y="799953"/>
                </a:lnTo>
                <a:lnTo>
                  <a:pt x="357128" y="799953"/>
                </a:lnTo>
                <a:cubicBezTo>
                  <a:pt x="380875" y="799953"/>
                  <a:pt x="399986" y="780846"/>
                  <a:pt x="399986" y="757103"/>
                </a:cubicBezTo>
                <a:lnTo>
                  <a:pt x="399986" y="685684"/>
                </a:lnTo>
                <a:lnTo>
                  <a:pt x="471410" y="685684"/>
                </a:lnTo>
                <a:cubicBezTo>
                  <a:pt x="482840" y="685684"/>
                  <a:pt x="493730" y="681223"/>
                  <a:pt x="501768" y="673187"/>
                </a:cubicBezTo>
                <a:lnTo>
                  <a:pt x="550332" y="624624"/>
                </a:lnTo>
                <a:cubicBezTo>
                  <a:pt x="566581" y="627119"/>
                  <a:pt x="583186" y="628555"/>
                  <a:pt x="600148" y="628555"/>
                </a:cubicBezTo>
                <a:cubicBezTo>
                  <a:pt x="773710" y="628555"/>
                  <a:pt x="914409" y="487847"/>
                  <a:pt x="914409" y="314291"/>
                </a:cubicBezTo>
                <a:cubicBezTo>
                  <a:pt x="914409" y="140735"/>
                  <a:pt x="773528" y="27"/>
                  <a:pt x="599965" y="27"/>
                </a:cubicBezTo>
                <a:lnTo>
                  <a:pt x="599956" y="0"/>
                </a:lnTo>
                <a:moveTo>
                  <a:pt x="657097" y="314264"/>
                </a:moveTo>
                <a:cubicBezTo>
                  <a:pt x="688653" y="314264"/>
                  <a:pt x="714238" y="288684"/>
                  <a:pt x="714238" y="257125"/>
                </a:cubicBezTo>
                <a:cubicBezTo>
                  <a:pt x="714238" y="225566"/>
                  <a:pt x="688653" y="199986"/>
                  <a:pt x="657097" y="199986"/>
                </a:cubicBezTo>
                <a:cubicBezTo>
                  <a:pt x="625541" y="199986"/>
                  <a:pt x="599956" y="225566"/>
                  <a:pt x="599956" y="257125"/>
                </a:cubicBezTo>
                <a:cubicBezTo>
                  <a:pt x="599956" y="288684"/>
                  <a:pt x="625541" y="314264"/>
                  <a:pt x="657097" y="314264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15358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账号信息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15358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账号zenflux密码hrhr123456快速登录.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83030" y="1833119"/>
            <a:ext cx="800100" cy="914400"/>
          </a:xfrm>
          <a:custGeom>
            <a:avLst/>
            <a:gdLst/>
            <a:ahLst/>
            <a:cxnLst/>
            <a:rect l="l" t="t" r="r" b="b"/>
            <a:pathLst>
              <a:path w="800100" h="914400">
                <a:moveTo>
                  <a:pt x="542924" y="228600"/>
                </a:moveTo>
                <a:cubicBezTo>
                  <a:pt x="542924" y="149696"/>
                  <a:pt x="478956" y="85725"/>
                  <a:pt x="400050" y="85725"/>
                </a:cubicBezTo>
                <a:cubicBezTo>
                  <a:pt x="321144" y="85725"/>
                  <a:pt x="257176" y="149696"/>
                  <a:pt x="257176" y="228600"/>
                </a:cubicBezTo>
                <a:cubicBezTo>
                  <a:pt x="257176" y="307504"/>
                  <a:pt x="321144" y="371475"/>
                  <a:pt x="400050" y="371475"/>
                </a:cubicBezTo>
                <a:cubicBezTo>
                  <a:pt x="478956" y="371475"/>
                  <a:pt x="542924" y="307504"/>
                  <a:pt x="542924" y="228600"/>
                </a:cubicBezTo>
                <a:moveTo>
                  <a:pt x="171453" y="228600"/>
                </a:moveTo>
                <a:cubicBezTo>
                  <a:pt x="171453" y="102349"/>
                  <a:pt x="273802" y="0"/>
                  <a:pt x="400050" y="0"/>
                </a:cubicBezTo>
                <a:cubicBezTo>
                  <a:pt x="526306" y="0"/>
                  <a:pt x="628647" y="102349"/>
                  <a:pt x="628647" y="228600"/>
                </a:cubicBezTo>
                <a:cubicBezTo>
                  <a:pt x="628647" y="354851"/>
                  <a:pt x="526298" y="457200"/>
                  <a:pt x="400050" y="457200"/>
                </a:cubicBezTo>
                <a:cubicBezTo>
                  <a:pt x="273794" y="457200"/>
                  <a:pt x="171453" y="354851"/>
                  <a:pt x="171453" y="228600"/>
                </a:cubicBezTo>
                <a:moveTo>
                  <a:pt x="88043" y="828675"/>
                </a:moveTo>
                <a:lnTo>
                  <a:pt x="712225" y="828675"/>
                </a:lnTo>
                <a:cubicBezTo>
                  <a:pt x="696327" y="715628"/>
                  <a:pt x="599179" y="628650"/>
                  <a:pt x="481836" y="628650"/>
                </a:cubicBezTo>
                <a:lnTo>
                  <a:pt x="318600" y="628650"/>
                </a:lnTo>
                <a:cubicBezTo>
                  <a:pt x="201265" y="628650"/>
                  <a:pt x="104109" y="715628"/>
                  <a:pt x="88211" y="828675"/>
                </a:cubicBezTo>
                <a:lnTo>
                  <a:pt x="88043" y="828675"/>
                </a:lnTo>
                <a:moveTo>
                  <a:pt x="0" y="861356"/>
                </a:moveTo>
                <a:cubicBezTo>
                  <a:pt x="0" y="685443"/>
                  <a:pt x="142514" y="542925"/>
                  <a:pt x="318432" y="542925"/>
                </a:cubicBezTo>
                <a:lnTo>
                  <a:pt x="481668" y="542925"/>
                </a:lnTo>
                <a:cubicBezTo>
                  <a:pt x="657586" y="542925"/>
                  <a:pt x="800100" y="685443"/>
                  <a:pt x="800100" y="861356"/>
                </a:cubicBezTo>
                <a:cubicBezTo>
                  <a:pt x="800100" y="890644"/>
                  <a:pt x="776345" y="914400"/>
                  <a:pt x="747061" y="914400"/>
                </a:cubicBezTo>
                <a:lnTo>
                  <a:pt x="53047" y="914400"/>
                </a:lnTo>
                <a:cubicBezTo>
                  <a:pt x="23755" y="914400"/>
                  <a:pt x="8" y="890644"/>
                  <a:pt x="8" y="861356"/>
                </a:cubicBezTo>
                <a:lnTo>
                  <a:pt x="0" y="86135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0080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简化策略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所有使用者共用统一账号降低使用门槛.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9344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4680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90016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79" y="1164795"/>
            <a:ext cx="10911841" cy="45719"/>
          </a:xfrm>
          <a:custGeom>
            <a:avLst/>
            <a:gdLst/>
            <a:ahLst/>
            <a:cxnLst/>
            <a:rect l="l" t="t" r="r" b="b"/>
            <a:pathLst>
              <a:path w="10911841" h="45719">
                <a:moveTo>
                  <a:pt x="0" y="0"/>
                </a:moveTo>
                <a:lnTo>
                  <a:pt x="10911841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主页看板设计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智能招聘管理系统全面解决方案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5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2876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帮助管理者快速了解招聘状态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2876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快速决策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7540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计划入职人数vs实际入职人数对比.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7540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目标对比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2204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当前月份招聘进度一眼可见.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2204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进度可视化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按月份展示招聘目标完成情况.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月度视图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91540" y="1816693"/>
            <a:ext cx="320040" cy="365760"/>
          </a:xfrm>
          <a:custGeom>
            <a:avLst/>
            <a:gdLst/>
            <a:ahLst/>
            <a:cxnLst/>
            <a:rect l="l" t="t" r="r" b="b"/>
            <a:pathLst>
              <a:path w="320040" h="365760">
                <a:moveTo>
                  <a:pt x="108586" y="17147"/>
                </a:moveTo>
                <a:cubicBezTo>
                  <a:pt x="108586" y="7644"/>
                  <a:pt x="100944" y="4"/>
                  <a:pt x="91442" y="4"/>
                </a:cubicBezTo>
                <a:cubicBezTo>
                  <a:pt x="81940" y="4"/>
                  <a:pt x="74297" y="7648"/>
                  <a:pt x="74297" y="17150"/>
                </a:cubicBezTo>
                <a:lnTo>
                  <a:pt x="74297" y="45727"/>
                </a:lnTo>
                <a:lnTo>
                  <a:pt x="45721" y="45727"/>
                </a:lnTo>
                <a:cubicBezTo>
                  <a:pt x="20505" y="45727"/>
                  <a:pt x="0" y="66228"/>
                  <a:pt x="0" y="91447"/>
                </a:cubicBezTo>
                <a:lnTo>
                  <a:pt x="0" y="102877"/>
                </a:lnTo>
                <a:lnTo>
                  <a:pt x="0" y="137167"/>
                </a:lnTo>
                <a:lnTo>
                  <a:pt x="0" y="320047"/>
                </a:lnTo>
                <a:cubicBezTo>
                  <a:pt x="0" y="345266"/>
                  <a:pt x="20502" y="365767"/>
                  <a:pt x="45721" y="365767"/>
                </a:cubicBezTo>
                <a:lnTo>
                  <a:pt x="274322" y="365767"/>
                </a:lnTo>
                <a:cubicBezTo>
                  <a:pt x="299538" y="365767"/>
                  <a:pt x="320043" y="345266"/>
                  <a:pt x="320043" y="320047"/>
                </a:cubicBezTo>
                <a:lnTo>
                  <a:pt x="320043" y="137167"/>
                </a:lnTo>
                <a:lnTo>
                  <a:pt x="320043" y="102877"/>
                </a:lnTo>
                <a:lnTo>
                  <a:pt x="320043" y="91447"/>
                </a:lnTo>
                <a:cubicBezTo>
                  <a:pt x="320043" y="66228"/>
                  <a:pt x="299541" y="45727"/>
                  <a:pt x="274322" y="45727"/>
                </a:cubicBezTo>
                <a:lnTo>
                  <a:pt x="245746" y="45727"/>
                </a:lnTo>
                <a:lnTo>
                  <a:pt x="245746" y="17154"/>
                </a:lnTo>
                <a:cubicBezTo>
                  <a:pt x="245746" y="7652"/>
                  <a:pt x="238103" y="11"/>
                  <a:pt x="228601" y="11"/>
                </a:cubicBezTo>
                <a:cubicBezTo>
                  <a:pt x="219099" y="11"/>
                  <a:pt x="211457" y="7655"/>
                  <a:pt x="211457" y="17158"/>
                </a:cubicBezTo>
                <a:lnTo>
                  <a:pt x="211457" y="45734"/>
                </a:lnTo>
                <a:lnTo>
                  <a:pt x="108586" y="45734"/>
                </a:lnTo>
                <a:lnTo>
                  <a:pt x="108586" y="17147"/>
                </a:lnTo>
                <a:moveTo>
                  <a:pt x="34289" y="137160"/>
                </a:moveTo>
                <a:lnTo>
                  <a:pt x="285748" y="137160"/>
                </a:lnTo>
                <a:lnTo>
                  <a:pt x="285748" y="320040"/>
                </a:lnTo>
                <a:cubicBezTo>
                  <a:pt x="285748" y="326327"/>
                  <a:pt x="280605" y="331470"/>
                  <a:pt x="274319" y="331470"/>
                </a:cubicBezTo>
                <a:lnTo>
                  <a:pt x="45718" y="331470"/>
                </a:lnTo>
                <a:cubicBezTo>
                  <a:pt x="39432" y="331470"/>
                  <a:pt x="34289" y="326327"/>
                  <a:pt x="34289" y="320040"/>
                </a:cubicBezTo>
                <a:lnTo>
                  <a:pt x="34289" y="13716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622040" y="1862413"/>
            <a:ext cx="365760" cy="274320"/>
          </a:xfrm>
          <a:custGeom>
            <a:avLst/>
            <a:gdLst/>
            <a:ahLst/>
            <a:cxnLst/>
            <a:rect l="l" t="t" r="r" b="b"/>
            <a:pathLst>
              <a:path w="365760" h="274320">
                <a:moveTo>
                  <a:pt x="331470" y="34290"/>
                </a:moveTo>
                <a:lnTo>
                  <a:pt x="331470" y="80011"/>
                </a:lnTo>
                <a:lnTo>
                  <a:pt x="228600" y="80011"/>
                </a:lnTo>
                <a:lnTo>
                  <a:pt x="228600" y="34290"/>
                </a:lnTo>
                <a:lnTo>
                  <a:pt x="331470" y="34290"/>
                </a:lnTo>
                <a:moveTo>
                  <a:pt x="34290" y="0"/>
                </a:moveTo>
                <a:cubicBezTo>
                  <a:pt x="15358" y="0"/>
                  <a:pt x="0" y="15359"/>
                  <a:pt x="0" y="34290"/>
                </a:cubicBezTo>
                <a:lnTo>
                  <a:pt x="0" y="80011"/>
                </a:lnTo>
                <a:cubicBezTo>
                  <a:pt x="0" y="98942"/>
                  <a:pt x="15358" y="114301"/>
                  <a:pt x="34290" y="114301"/>
                </a:cubicBezTo>
                <a:lnTo>
                  <a:pt x="331470" y="114301"/>
                </a:lnTo>
                <a:cubicBezTo>
                  <a:pt x="350402" y="114301"/>
                  <a:pt x="365760" y="98942"/>
                  <a:pt x="365760" y="80011"/>
                </a:cubicBezTo>
                <a:lnTo>
                  <a:pt x="365760" y="34290"/>
                </a:lnTo>
                <a:cubicBezTo>
                  <a:pt x="365760" y="15359"/>
                  <a:pt x="350402" y="0"/>
                  <a:pt x="331470" y="0"/>
                </a:cubicBezTo>
                <a:lnTo>
                  <a:pt x="34290" y="0"/>
                </a:lnTo>
                <a:moveTo>
                  <a:pt x="331470" y="194309"/>
                </a:moveTo>
                <a:lnTo>
                  <a:pt x="331470" y="240030"/>
                </a:lnTo>
                <a:lnTo>
                  <a:pt x="137160" y="240030"/>
                </a:lnTo>
                <a:lnTo>
                  <a:pt x="137160" y="194309"/>
                </a:lnTo>
                <a:lnTo>
                  <a:pt x="331470" y="194309"/>
                </a:lnTo>
                <a:moveTo>
                  <a:pt x="34290" y="160019"/>
                </a:moveTo>
                <a:cubicBezTo>
                  <a:pt x="15358" y="160019"/>
                  <a:pt x="0" y="175378"/>
                  <a:pt x="0" y="194309"/>
                </a:cubicBezTo>
                <a:lnTo>
                  <a:pt x="0" y="240030"/>
                </a:lnTo>
                <a:cubicBezTo>
                  <a:pt x="0" y="258961"/>
                  <a:pt x="15358" y="274320"/>
                  <a:pt x="34290" y="274320"/>
                </a:cubicBezTo>
                <a:lnTo>
                  <a:pt x="331470" y="274320"/>
                </a:lnTo>
                <a:cubicBezTo>
                  <a:pt x="350402" y="274320"/>
                  <a:pt x="365760" y="258961"/>
                  <a:pt x="365760" y="240030"/>
                </a:cubicBezTo>
                <a:lnTo>
                  <a:pt x="365760" y="194309"/>
                </a:lnTo>
                <a:cubicBezTo>
                  <a:pt x="365760" y="175378"/>
                  <a:pt x="350402" y="160019"/>
                  <a:pt x="331470" y="160019"/>
                </a:cubicBezTo>
                <a:lnTo>
                  <a:pt x="34290" y="16001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75400" y="1839553"/>
            <a:ext cx="365760" cy="320040"/>
          </a:xfrm>
          <a:custGeom>
            <a:avLst/>
            <a:gdLst/>
            <a:ahLst/>
            <a:cxnLst/>
            <a:rect l="l" t="t" r="r" b="b"/>
            <a:pathLst>
              <a:path w="365760" h="320040">
                <a:moveTo>
                  <a:pt x="17147" y="0"/>
                </a:moveTo>
                <a:cubicBezTo>
                  <a:pt x="26649" y="0"/>
                  <a:pt x="34294" y="7643"/>
                  <a:pt x="34294" y="17145"/>
                </a:cubicBezTo>
                <a:lnTo>
                  <a:pt x="34294" y="268603"/>
                </a:lnTo>
                <a:cubicBezTo>
                  <a:pt x="34294" y="278105"/>
                  <a:pt x="41938" y="285748"/>
                  <a:pt x="51440" y="285748"/>
                </a:cubicBezTo>
                <a:lnTo>
                  <a:pt x="348620" y="285748"/>
                </a:lnTo>
                <a:cubicBezTo>
                  <a:pt x="358123" y="285748"/>
                  <a:pt x="365767" y="293390"/>
                  <a:pt x="365767" y="302892"/>
                </a:cubicBezTo>
                <a:cubicBezTo>
                  <a:pt x="365767" y="312394"/>
                  <a:pt x="358123" y="320037"/>
                  <a:pt x="348624" y="320037"/>
                </a:cubicBezTo>
                <a:lnTo>
                  <a:pt x="51444" y="320037"/>
                </a:lnTo>
                <a:cubicBezTo>
                  <a:pt x="23014" y="320037"/>
                  <a:pt x="11" y="297032"/>
                  <a:pt x="11" y="268603"/>
                </a:cubicBezTo>
                <a:lnTo>
                  <a:pt x="11" y="17144"/>
                </a:lnTo>
                <a:cubicBezTo>
                  <a:pt x="11" y="7642"/>
                  <a:pt x="7655" y="0"/>
                  <a:pt x="17158" y="0"/>
                </a:cubicBezTo>
                <a:lnTo>
                  <a:pt x="17147" y="0"/>
                </a:lnTo>
              </a:path>
              <a:path w="365760" h="320040">
                <a:moveTo>
                  <a:pt x="120017" y="137160"/>
                </a:moveTo>
                <a:cubicBezTo>
                  <a:pt x="129519" y="137160"/>
                  <a:pt x="137164" y="144802"/>
                  <a:pt x="137164" y="154304"/>
                </a:cubicBezTo>
                <a:lnTo>
                  <a:pt x="137164" y="211454"/>
                </a:lnTo>
                <a:cubicBezTo>
                  <a:pt x="137164" y="220956"/>
                  <a:pt x="129519" y="228598"/>
                  <a:pt x="120020" y="228598"/>
                </a:cubicBezTo>
                <a:cubicBezTo>
                  <a:pt x="110518" y="228598"/>
                  <a:pt x="102877" y="220956"/>
                  <a:pt x="102877" y="211454"/>
                </a:cubicBezTo>
                <a:lnTo>
                  <a:pt x="102877" y="154304"/>
                </a:lnTo>
                <a:cubicBezTo>
                  <a:pt x="102877" y="144802"/>
                  <a:pt x="110522" y="137160"/>
                  <a:pt x="120024" y="137160"/>
                </a:cubicBezTo>
                <a:lnTo>
                  <a:pt x="120017" y="137160"/>
                </a:lnTo>
              </a:path>
              <a:path w="365760" h="320040">
                <a:moveTo>
                  <a:pt x="205740" y="85726"/>
                </a:moveTo>
                <a:lnTo>
                  <a:pt x="205740" y="211457"/>
                </a:lnTo>
                <a:cubicBezTo>
                  <a:pt x="205740" y="220959"/>
                  <a:pt x="198096" y="228601"/>
                  <a:pt x="188597" y="228601"/>
                </a:cubicBezTo>
                <a:cubicBezTo>
                  <a:pt x="179094" y="228601"/>
                  <a:pt x="171454" y="220959"/>
                  <a:pt x="171454" y="211457"/>
                </a:cubicBezTo>
                <a:lnTo>
                  <a:pt x="171454" y="85726"/>
                </a:lnTo>
                <a:cubicBezTo>
                  <a:pt x="171454" y="76224"/>
                  <a:pt x="179098" y="68581"/>
                  <a:pt x="188600" y="68581"/>
                </a:cubicBezTo>
                <a:cubicBezTo>
                  <a:pt x="198103" y="68581"/>
                  <a:pt x="205747" y="76224"/>
                  <a:pt x="205747" y="85726"/>
                </a:cubicBezTo>
                <a:lnTo>
                  <a:pt x="205740" y="85726"/>
                </a:lnTo>
              </a:path>
              <a:path w="365760" h="320040">
                <a:moveTo>
                  <a:pt x="257177" y="114299"/>
                </a:moveTo>
                <a:cubicBezTo>
                  <a:pt x="266679" y="114299"/>
                  <a:pt x="274324" y="121942"/>
                  <a:pt x="274324" y="131444"/>
                </a:cubicBezTo>
                <a:lnTo>
                  <a:pt x="274324" y="211454"/>
                </a:lnTo>
                <a:cubicBezTo>
                  <a:pt x="274324" y="220956"/>
                  <a:pt x="266679" y="228598"/>
                  <a:pt x="257180" y="228598"/>
                </a:cubicBezTo>
                <a:cubicBezTo>
                  <a:pt x="247678" y="228598"/>
                  <a:pt x="240037" y="220956"/>
                  <a:pt x="240037" y="211454"/>
                </a:cubicBezTo>
                <a:lnTo>
                  <a:pt x="240037" y="131444"/>
                </a:lnTo>
                <a:cubicBezTo>
                  <a:pt x="240037" y="121942"/>
                  <a:pt x="247682" y="114299"/>
                  <a:pt x="257184" y="114299"/>
                </a:cubicBezTo>
                <a:lnTo>
                  <a:pt x="257177" y="114299"/>
                </a:lnTo>
              </a:path>
              <a:path w="365760" h="320040">
                <a:moveTo>
                  <a:pt x="342900" y="40005"/>
                </a:moveTo>
                <a:lnTo>
                  <a:pt x="342900" y="211454"/>
                </a:lnTo>
                <a:cubicBezTo>
                  <a:pt x="342900" y="220956"/>
                  <a:pt x="335256" y="228598"/>
                  <a:pt x="325757" y="228598"/>
                </a:cubicBezTo>
                <a:cubicBezTo>
                  <a:pt x="316254" y="228598"/>
                  <a:pt x="308614" y="220956"/>
                  <a:pt x="308614" y="211454"/>
                </a:cubicBezTo>
                <a:lnTo>
                  <a:pt x="308614" y="40005"/>
                </a:lnTo>
                <a:cubicBezTo>
                  <a:pt x="308614" y="30503"/>
                  <a:pt x="316258" y="22860"/>
                  <a:pt x="325760" y="22860"/>
                </a:cubicBezTo>
                <a:cubicBezTo>
                  <a:pt x="335263" y="22860"/>
                  <a:pt x="342907" y="30503"/>
                  <a:pt x="342907" y="40005"/>
                </a:cubicBezTo>
                <a:lnTo>
                  <a:pt x="342900" y="4000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163021" y="1816693"/>
            <a:ext cx="297238" cy="365760"/>
          </a:xfrm>
          <a:custGeom>
            <a:avLst/>
            <a:gdLst/>
            <a:ahLst/>
            <a:cxnLst/>
            <a:rect l="l" t="t" r="r" b="b"/>
            <a:pathLst>
              <a:path w="297238" h="365760">
                <a:moveTo>
                  <a:pt x="91457" y="17147"/>
                </a:moveTo>
                <a:cubicBezTo>
                  <a:pt x="91457" y="7644"/>
                  <a:pt x="99102" y="0"/>
                  <a:pt x="108605" y="0"/>
                </a:cubicBezTo>
                <a:lnTo>
                  <a:pt x="188630" y="0"/>
                </a:lnTo>
                <a:cubicBezTo>
                  <a:pt x="198133" y="0"/>
                  <a:pt x="205778" y="7644"/>
                  <a:pt x="205778" y="17147"/>
                </a:cubicBezTo>
                <a:cubicBezTo>
                  <a:pt x="205778" y="26649"/>
                  <a:pt x="198133" y="34294"/>
                  <a:pt x="188630" y="34294"/>
                </a:cubicBezTo>
                <a:lnTo>
                  <a:pt x="165767" y="34294"/>
                </a:lnTo>
                <a:lnTo>
                  <a:pt x="165767" y="69589"/>
                </a:lnTo>
                <a:cubicBezTo>
                  <a:pt x="196778" y="73163"/>
                  <a:pt x="224929" y="86239"/>
                  <a:pt x="247079" y="105957"/>
                </a:cubicBezTo>
                <a:lnTo>
                  <a:pt x="267942" y="85021"/>
                </a:lnTo>
                <a:cubicBezTo>
                  <a:pt x="274660" y="78306"/>
                  <a:pt x="285518" y="78306"/>
                  <a:pt x="292164" y="85021"/>
                </a:cubicBezTo>
                <a:cubicBezTo>
                  <a:pt x="298810" y="91736"/>
                  <a:pt x="298882" y="102599"/>
                  <a:pt x="292164" y="109241"/>
                </a:cubicBezTo>
                <a:lnTo>
                  <a:pt x="270014" y="131392"/>
                </a:lnTo>
                <a:cubicBezTo>
                  <a:pt x="287162" y="155612"/>
                  <a:pt x="297238" y="185195"/>
                  <a:pt x="297238" y="217133"/>
                </a:cubicBezTo>
                <a:cubicBezTo>
                  <a:pt x="297238" y="299232"/>
                  <a:pt x="230716" y="365753"/>
                  <a:pt x="148619" y="365753"/>
                </a:cubicBezTo>
                <a:cubicBezTo>
                  <a:pt x="66522" y="365753"/>
                  <a:pt x="0" y="299301"/>
                  <a:pt x="0" y="217206"/>
                </a:cubicBezTo>
                <a:cubicBezTo>
                  <a:pt x="0" y="140898"/>
                  <a:pt x="57447" y="78090"/>
                  <a:pt x="131471" y="69589"/>
                </a:cubicBezTo>
                <a:lnTo>
                  <a:pt x="131471" y="34294"/>
                </a:lnTo>
                <a:lnTo>
                  <a:pt x="108608" y="34294"/>
                </a:lnTo>
                <a:cubicBezTo>
                  <a:pt x="99105" y="34294"/>
                  <a:pt x="91460" y="26649"/>
                  <a:pt x="91460" y="17147"/>
                </a:cubicBezTo>
                <a:lnTo>
                  <a:pt x="91457" y="17147"/>
                </a:lnTo>
                <a:moveTo>
                  <a:pt x="148619" y="331536"/>
                </a:moveTo>
                <a:cubicBezTo>
                  <a:pt x="211758" y="331536"/>
                  <a:pt x="262943" y="280351"/>
                  <a:pt x="262943" y="217214"/>
                </a:cubicBezTo>
                <a:cubicBezTo>
                  <a:pt x="262943" y="154076"/>
                  <a:pt x="211758" y="102892"/>
                  <a:pt x="148619" y="102892"/>
                </a:cubicBezTo>
                <a:cubicBezTo>
                  <a:pt x="85480" y="102892"/>
                  <a:pt x="34295" y="154076"/>
                  <a:pt x="34295" y="217214"/>
                </a:cubicBezTo>
                <a:cubicBezTo>
                  <a:pt x="34295" y="280351"/>
                  <a:pt x="85480" y="331536"/>
                  <a:pt x="148619" y="331536"/>
                </a:cubicBezTo>
                <a:lnTo>
                  <a:pt x="148619" y="331536"/>
                </a:lnTo>
                <a:moveTo>
                  <a:pt x="165767" y="154336"/>
                </a:moveTo>
                <a:lnTo>
                  <a:pt x="165767" y="228644"/>
                </a:lnTo>
                <a:cubicBezTo>
                  <a:pt x="165767" y="238146"/>
                  <a:pt x="158122" y="245791"/>
                  <a:pt x="148619" y="245791"/>
                </a:cubicBezTo>
                <a:cubicBezTo>
                  <a:pt x="139116" y="245791"/>
                  <a:pt x="131471" y="238146"/>
                  <a:pt x="131471" y="228644"/>
                </a:cubicBezTo>
                <a:lnTo>
                  <a:pt x="131471" y="154336"/>
                </a:lnTo>
                <a:cubicBezTo>
                  <a:pt x="131471" y="144834"/>
                  <a:pt x="139116" y="137189"/>
                  <a:pt x="148619" y="137189"/>
                </a:cubicBezTo>
                <a:cubicBezTo>
                  <a:pt x="158122" y="137189"/>
                  <a:pt x="165767" y="144834"/>
                  <a:pt x="165767" y="154336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655243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78" y="1164795"/>
            <a:ext cx="7955280" cy="45719"/>
          </a:xfrm>
          <a:custGeom>
            <a:avLst/>
            <a:gdLst/>
            <a:ahLst/>
            <a:cxnLst/>
            <a:rect l="l" t="t" r="r" b="b"/>
            <a:pathLst>
              <a:path w="7955280" h="45719">
                <a:moveTo>
                  <a:pt x="0" y="0"/>
                </a:moveTo>
                <a:lnTo>
                  <a:pt x="795528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78" y="1"/>
            <a:ext cx="795528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招聘计划管理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765" y="6309360"/>
            <a:ext cx="77375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智能招聘管理系统全面解决方案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991600" y="0"/>
            <a:ext cx="3200400" cy="6858000"/>
          </a:xfrm>
          <a:prstGeom prst="rect">
            <a:avLst/>
          </a:prstGeom>
          <a:blipFill>
            <a:blip r:embed="rId2"/>
            <a:srcRect/>
            <a:stretch>
              <a:fillRect l="-110777" r="-110777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78704" y="49104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每个岗位对应业务负责人明确协作关系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78704" y="4428237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责任到人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5055" y="49104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为每个岗位设定计划入职人数.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5055" y="4428237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目标设定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12353" y="2447141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P0/P1/P2优先级体系确保资源合理分配.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12353" y="196495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优先级标注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78704" y="2447141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按岗位维度拆分明确每个岗位的招聘目标.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78704" y="196495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岗位拆分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5055" y="2447141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每月制定招聘计划按月进行管理.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5055" y="196495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月度规划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16003" y="1414048"/>
            <a:ext cx="280035" cy="320040"/>
          </a:xfrm>
          <a:custGeom>
            <a:avLst/>
            <a:gdLst/>
            <a:ahLst/>
            <a:cxnLst/>
            <a:rect l="l" t="t" r="r" b="b"/>
            <a:pathLst>
              <a:path w="280035" h="320040">
                <a:moveTo>
                  <a:pt x="30003" y="15003"/>
                </a:moveTo>
                <a:cubicBezTo>
                  <a:pt x="30003" y="6689"/>
                  <a:pt x="23316" y="3"/>
                  <a:pt x="15001" y="3"/>
                </a:cubicBezTo>
                <a:cubicBezTo>
                  <a:pt x="6687" y="3"/>
                  <a:pt x="0" y="6692"/>
                  <a:pt x="0" y="15007"/>
                </a:cubicBezTo>
                <a:lnTo>
                  <a:pt x="0" y="40011"/>
                </a:lnTo>
                <a:lnTo>
                  <a:pt x="0" y="219096"/>
                </a:lnTo>
                <a:lnTo>
                  <a:pt x="0" y="250038"/>
                </a:lnTo>
                <a:lnTo>
                  <a:pt x="0" y="305046"/>
                </a:lnTo>
                <a:cubicBezTo>
                  <a:pt x="0" y="313361"/>
                  <a:pt x="6687" y="320050"/>
                  <a:pt x="15001" y="320050"/>
                </a:cubicBezTo>
                <a:cubicBezTo>
                  <a:pt x="23316" y="320050"/>
                  <a:pt x="30003" y="313361"/>
                  <a:pt x="30003" y="305049"/>
                </a:cubicBezTo>
                <a:lnTo>
                  <a:pt x="30003" y="242542"/>
                </a:lnTo>
                <a:lnTo>
                  <a:pt x="80196" y="229978"/>
                </a:lnTo>
                <a:cubicBezTo>
                  <a:pt x="105887" y="223538"/>
                  <a:pt x="133078" y="226540"/>
                  <a:pt x="156769" y="238353"/>
                </a:cubicBezTo>
                <a:cubicBezTo>
                  <a:pt x="184398" y="252166"/>
                  <a:pt x="216464" y="253856"/>
                  <a:pt x="245342" y="242978"/>
                </a:cubicBezTo>
                <a:lnTo>
                  <a:pt x="267033" y="234852"/>
                </a:lnTo>
                <a:cubicBezTo>
                  <a:pt x="274846" y="231914"/>
                  <a:pt x="280035" y="224476"/>
                  <a:pt x="280035" y="216101"/>
                </a:cubicBezTo>
                <a:lnTo>
                  <a:pt x="280035" y="41266"/>
                </a:lnTo>
                <a:cubicBezTo>
                  <a:pt x="280035" y="26890"/>
                  <a:pt x="264908" y="17513"/>
                  <a:pt x="252032" y="23952"/>
                </a:cubicBezTo>
                <a:lnTo>
                  <a:pt x="246030" y="26951"/>
                </a:lnTo>
                <a:cubicBezTo>
                  <a:pt x="217089" y="41452"/>
                  <a:pt x="183023" y="41452"/>
                  <a:pt x="154081" y="26951"/>
                </a:cubicBezTo>
                <a:cubicBezTo>
                  <a:pt x="132140" y="15948"/>
                  <a:pt x="106951" y="13199"/>
                  <a:pt x="83134" y="19138"/>
                </a:cubicBezTo>
                <a:lnTo>
                  <a:pt x="30003" y="32516"/>
                </a:lnTo>
                <a:lnTo>
                  <a:pt x="30003" y="15003"/>
                </a:lnTo>
                <a:moveTo>
                  <a:pt x="30003" y="63445"/>
                </a:moveTo>
                <a:lnTo>
                  <a:pt x="90384" y="48316"/>
                </a:lnTo>
                <a:cubicBezTo>
                  <a:pt x="107262" y="44127"/>
                  <a:pt x="125075" y="46067"/>
                  <a:pt x="140639" y="53818"/>
                </a:cubicBezTo>
                <a:cubicBezTo>
                  <a:pt x="174955" y="70946"/>
                  <a:pt x="214837" y="72383"/>
                  <a:pt x="250029" y="58068"/>
                </a:cubicBezTo>
                <a:lnTo>
                  <a:pt x="250029" y="209213"/>
                </a:lnTo>
                <a:lnTo>
                  <a:pt x="234779" y="214900"/>
                </a:lnTo>
                <a:cubicBezTo>
                  <a:pt x="213714" y="222777"/>
                  <a:pt x="190273" y="221589"/>
                  <a:pt x="170147" y="211524"/>
                </a:cubicBezTo>
                <a:cubicBezTo>
                  <a:pt x="140017" y="196460"/>
                  <a:pt x="105576" y="192709"/>
                  <a:pt x="72885" y="200835"/>
                </a:cubicBezTo>
                <a:lnTo>
                  <a:pt x="30003" y="211585"/>
                </a:lnTo>
                <a:lnTo>
                  <a:pt x="30003" y="6344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13140" y="1414048"/>
            <a:ext cx="240030" cy="320040"/>
          </a:xfrm>
          <a:custGeom>
            <a:avLst/>
            <a:gdLst/>
            <a:ahLst/>
            <a:cxnLst/>
            <a:rect l="l" t="t" r="r" b="b"/>
            <a:pathLst>
              <a:path w="240030" h="320040">
                <a:moveTo>
                  <a:pt x="175023" y="40005"/>
                </a:moveTo>
                <a:lnTo>
                  <a:pt x="200027" y="40005"/>
                </a:lnTo>
                <a:cubicBezTo>
                  <a:pt x="222093" y="40005"/>
                  <a:pt x="240032" y="57943"/>
                  <a:pt x="240032" y="80010"/>
                </a:cubicBezTo>
                <a:lnTo>
                  <a:pt x="240032" y="280035"/>
                </a:lnTo>
                <a:cubicBezTo>
                  <a:pt x="240032" y="302102"/>
                  <a:pt x="222092" y="320040"/>
                  <a:pt x="200027" y="320040"/>
                </a:cubicBezTo>
                <a:lnTo>
                  <a:pt x="40006" y="320040"/>
                </a:lnTo>
                <a:cubicBezTo>
                  <a:pt x="17940" y="320040"/>
                  <a:pt x="0" y="302102"/>
                  <a:pt x="0" y="280035"/>
                </a:cubicBezTo>
                <a:lnTo>
                  <a:pt x="0" y="80010"/>
                </a:lnTo>
                <a:cubicBezTo>
                  <a:pt x="0" y="57943"/>
                  <a:pt x="17940" y="40005"/>
                  <a:pt x="40006" y="40005"/>
                </a:cubicBezTo>
                <a:lnTo>
                  <a:pt x="65010" y="40005"/>
                </a:lnTo>
                <a:lnTo>
                  <a:pt x="71010" y="40005"/>
                </a:lnTo>
                <a:cubicBezTo>
                  <a:pt x="75636" y="17189"/>
                  <a:pt x="95827" y="0"/>
                  <a:pt x="120017" y="0"/>
                </a:cubicBezTo>
                <a:cubicBezTo>
                  <a:pt x="144208" y="0"/>
                  <a:pt x="164399" y="17189"/>
                  <a:pt x="169024" y="40005"/>
                </a:cubicBezTo>
                <a:lnTo>
                  <a:pt x="175023" y="40005"/>
                </a:lnTo>
                <a:moveTo>
                  <a:pt x="40006" y="70009"/>
                </a:moveTo>
                <a:cubicBezTo>
                  <a:pt x="34504" y="70009"/>
                  <a:pt x="30004" y="74509"/>
                  <a:pt x="30004" y="80010"/>
                </a:cubicBezTo>
                <a:lnTo>
                  <a:pt x="30004" y="280035"/>
                </a:lnTo>
                <a:cubicBezTo>
                  <a:pt x="30004" y="285536"/>
                  <a:pt x="34504" y="290036"/>
                  <a:pt x="40006" y="290036"/>
                </a:cubicBezTo>
                <a:lnTo>
                  <a:pt x="200027" y="290036"/>
                </a:lnTo>
                <a:cubicBezTo>
                  <a:pt x="205528" y="290036"/>
                  <a:pt x="210029" y="285536"/>
                  <a:pt x="210029" y="280035"/>
                </a:cubicBezTo>
                <a:lnTo>
                  <a:pt x="210029" y="80010"/>
                </a:lnTo>
                <a:cubicBezTo>
                  <a:pt x="210029" y="74509"/>
                  <a:pt x="205528" y="70009"/>
                  <a:pt x="200027" y="70009"/>
                </a:cubicBezTo>
                <a:lnTo>
                  <a:pt x="190025" y="70009"/>
                </a:lnTo>
                <a:lnTo>
                  <a:pt x="190025" y="85012"/>
                </a:lnTo>
                <a:cubicBezTo>
                  <a:pt x="190025" y="93327"/>
                  <a:pt x="183337" y="100016"/>
                  <a:pt x="175023" y="100016"/>
                </a:cubicBezTo>
                <a:lnTo>
                  <a:pt x="120015" y="100016"/>
                </a:lnTo>
                <a:lnTo>
                  <a:pt x="65007" y="100016"/>
                </a:lnTo>
                <a:cubicBezTo>
                  <a:pt x="56693" y="100016"/>
                  <a:pt x="50005" y="93327"/>
                  <a:pt x="50005" y="85015"/>
                </a:cubicBezTo>
                <a:lnTo>
                  <a:pt x="50005" y="70015"/>
                </a:lnTo>
                <a:lnTo>
                  <a:pt x="40006" y="70009"/>
                </a:lnTo>
                <a:moveTo>
                  <a:pt x="120015" y="65010"/>
                </a:moveTo>
                <a:cubicBezTo>
                  <a:pt x="128301" y="65010"/>
                  <a:pt x="135017" y="58292"/>
                  <a:pt x="135017" y="50009"/>
                </a:cubicBezTo>
                <a:cubicBezTo>
                  <a:pt x="135017" y="41724"/>
                  <a:pt x="128301" y="35009"/>
                  <a:pt x="120015" y="35009"/>
                </a:cubicBezTo>
                <a:cubicBezTo>
                  <a:pt x="111729" y="35009"/>
                  <a:pt x="105013" y="41727"/>
                  <a:pt x="105013" y="50013"/>
                </a:cubicBezTo>
                <a:cubicBezTo>
                  <a:pt x="105013" y="58299"/>
                  <a:pt x="111729" y="65016"/>
                  <a:pt x="120015" y="65016"/>
                </a:cubicBezTo>
                <a:lnTo>
                  <a:pt x="120015" y="6501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5057" y="1414048"/>
            <a:ext cx="280035" cy="320040"/>
          </a:xfrm>
          <a:custGeom>
            <a:avLst/>
            <a:gdLst/>
            <a:ahLst/>
            <a:cxnLst/>
            <a:rect l="l" t="t" r="r" b="b"/>
            <a:pathLst>
              <a:path w="280035" h="320040">
                <a:moveTo>
                  <a:pt x="95013" y="15003"/>
                </a:moveTo>
                <a:cubicBezTo>
                  <a:pt x="95013" y="6689"/>
                  <a:pt x="88326" y="3"/>
                  <a:pt x="80012" y="3"/>
                </a:cubicBezTo>
                <a:cubicBezTo>
                  <a:pt x="71697" y="3"/>
                  <a:pt x="65010" y="6692"/>
                  <a:pt x="65010" y="15007"/>
                </a:cubicBezTo>
                <a:lnTo>
                  <a:pt x="65010" y="40011"/>
                </a:lnTo>
                <a:lnTo>
                  <a:pt x="40006" y="40011"/>
                </a:lnTo>
                <a:cubicBezTo>
                  <a:pt x="17942" y="40011"/>
                  <a:pt x="0" y="57950"/>
                  <a:pt x="0" y="80016"/>
                </a:cubicBezTo>
                <a:lnTo>
                  <a:pt x="0" y="90018"/>
                </a:lnTo>
                <a:lnTo>
                  <a:pt x="0" y="120021"/>
                </a:lnTo>
                <a:lnTo>
                  <a:pt x="0" y="280041"/>
                </a:lnTo>
                <a:cubicBezTo>
                  <a:pt x="0" y="302108"/>
                  <a:pt x="17939" y="320046"/>
                  <a:pt x="40006" y="320046"/>
                </a:cubicBezTo>
                <a:lnTo>
                  <a:pt x="240032" y="320046"/>
                </a:lnTo>
                <a:cubicBezTo>
                  <a:pt x="262096" y="320046"/>
                  <a:pt x="280038" y="302108"/>
                  <a:pt x="280038" y="280041"/>
                </a:cubicBezTo>
                <a:lnTo>
                  <a:pt x="280038" y="120021"/>
                </a:lnTo>
                <a:lnTo>
                  <a:pt x="280038" y="90018"/>
                </a:lnTo>
                <a:lnTo>
                  <a:pt x="280038" y="80016"/>
                </a:lnTo>
                <a:cubicBezTo>
                  <a:pt x="280038" y="57950"/>
                  <a:pt x="262099" y="40011"/>
                  <a:pt x="240032" y="40011"/>
                </a:cubicBezTo>
                <a:lnTo>
                  <a:pt x="215028" y="40011"/>
                </a:lnTo>
                <a:lnTo>
                  <a:pt x="215028" y="15010"/>
                </a:lnTo>
                <a:cubicBezTo>
                  <a:pt x="215028" y="6695"/>
                  <a:pt x="208340" y="10"/>
                  <a:pt x="200026" y="10"/>
                </a:cubicBezTo>
                <a:cubicBezTo>
                  <a:pt x="191712" y="10"/>
                  <a:pt x="185025" y="6699"/>
                  <a:pt x="185025" y="15013"/>
                </a:cubicBezTo>
                <a:lnTo>
                  <a:pt x="185025" y="40018"/>
                </a:lnTo>
                <a:lnTo>
                  <a:pt x="95013" y="40018"/>
                </a:lnTo>
                <a:lnTo>
                  <a:pt x="95013" y="15003"/>
                </a:lnTo>
                <a:moveTo>
                  <a:pt x="30003" y="120015"/>
                </a:moveTo>
                <a:lnTo>
                  <a:pt x="250029" y="120015"/>
                </a:lnTo>
                <a:lnTo>
                  <a:pt x="250029" y="280035"/>
                </a:lnTo>
                <a:cubicBezTo>
                  <a:pt x="250029" y="285536"/>
                  <a:pt x="245529" y="290036"/>
                  <a:pt x="240029" y="290036"/>
                </a:cubicBezTo>
                <a:lnTo>
                  <a:pt x="40003" y="290036"/>
                </a:lnTo>
                <a:cubicBezTo>
                  <a:pt x="34503" y="290036"/>
                  <a:pt x="30003" y="285536"/>
                  <a:pt x="30003" y="280035"/>
                </a:cubicBezTo>
                <a:lnTo>
                  <a:pt x="30003" y="12001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73135" y="3903747"/>
            <a:ext cx="320040" cy="284480"/>
          </a:xfrm>
          <a:custGeom>
            <a:avLst/>
            <a:gdLst/>
            <a:ahLst/>
            <a:cxnLst/>
            <a:rect l="l" t="t" r="r" b="b"/>
            <a:pathLst>
              <a:path w="320040" h="284480">
                <a:moveTo>
                  <a:pt x="142239" y="0"/>
                </a:moveTo>
                <a:cubicBezTo>
                  <a:pt x="132404" y="0"/>
                  <a:pt x="124457" y="7946"/>
                  <a:pt x="124457" y="17780"/>
                </a:cubicBezTo>
                <a:lnTo>
                  <a:pt x="124457" y="53340"/>
                </a:lnTo>
                <a:cubicBezTo>
                  <a:pt x="124457" y="63174"/>
                  <a:pt x="132404" y="71120"/>
                  <a:pt x="142239" y="71120"/>
                </a:cubicBezTo>
                <a:lnTo>
                  <a:pt x="177798" y="71120"/>
                </a:lnTo>
                <a:cubicBezTo>
                  <a:pt x="187633" y="71120"/>
                  <a:pt x="195580" y="63174"/>
                  <a:pt x="195580" y="53340"/>
                </a:cubicBezTo>
                <a:lnTo>
                  <a:pt x="195580" y="17780"/>
                </a:lnTo>
                <a:cubicBezTo>
                  <a:pt x="195580" y="7946"/>
                  <a:pt x="187633" y="0"/>
                  <a:pt x="177798" y="0"/>
                </a:cubicBezTo>
                <a:lnTo>
                  <a:pt x="142239" y="0"/>
                </a:lnTo>
                <a:moveTo>
                  <a:pt x="106679" y="35560"/>
                </a:moveTo>
                <a:lnTo>
                  <a:pt x="35560" y="35560"/>
                </a:lnTo>
                <a:cubicBezTo>
                  <a:pt x="15948" y="35560"/>
                  <a:pt x="0" y="51505"/>
                  <a:pt x="0" y="71120"/>
                </a:cubicBezTo>
                <a:lnTo>
                  <a:pt x="0" y="248920"/>
                </a:lnTo>
                <a:cubicBezTo>
                  <a:pt x="0" y="268535"/>
                  <a:pt x="15948" y="284480"/>
                  <a:pt x="35560" y="284480"/>
                </a:cubicBezTo>
                <a:lnTo>
                  <a:pt x="284480" y="284480"/>
                </a:lnTo>
                <a:cubicBezTo>
                  <a:pt x="304092" y="284480"/>
                  <a:pt x="320040" y="268535"/>
                  <a:pt x="320040" y="248920"/>
                </a:cubicBezTo>
                <a:lnTo>
                  <a:pt x="320040" y="71120"/>
                </a:lnTo>
                <a:cubicBezTo>
                  <a:pt x="320040" y="51505"/>
                  <a:pt x="304092" y="35560"/>
                  <a:pt x="284480" y="35560"/>
                </a:cubicBezTo>
                <a:lnTo>
                  <a:pt x="213361" y="35560"/>
                </a:lnTo>
                <a:lnTo>
                  <a:pt x="213361" y="62230"/>
                </a:lnTo>
                <a:lnTo>
                  <a:pt x="284480" y="62230"/>
                </a:lnTo>
                <a:cubicBezTo>
                  <a:pt x="289371" y="62230"/>
                  <a:pt x="293371" y="66230"/>
                  <a:pt x="293371" y="71120"/>
                </a:cubicBezTo>
                <a:lnTo>
                  <a:pt x="293371" y="248920"/>
                </a:lnTo>
                <a:cubicBezTo>
                  <a:pt x="293371" y="253810"/>
                  <a:pt x="289371" y="257810"/>
                  <a:pt x="284480" y="257810"/>
                </a:cubicBezTo>
                <a:lnTo>
                  <a:pt x="35560" y="257810"/>
                </a:lnTo>
                <a:cubicBezTo>
                  <a:pt x="30669" y="257810"/>
                  <a:pt x="26669" y="253810"/>
                  <a:pt x="26669" y="248920"/>
                </a:cubicBezTo>
                <a:lnTo>
                  <a:pt x="26669" y="71120"/>
                </a:lnTo>
                <a:cubicBezTo>
                  <a:pt x="26669" y="66230"/>
                  <a:pt x="30669" y="62230"/>
                  <a:pt x="35560" y="62230"/>
                </a:cubicBezTo>
                <a:lnTo>
                  <a:pt x="106679" y="62230"/>
                </a:lnTo>
                <a:lnTo>
                  <a:pt x="106679" y="35560"/>
                </a:lnTo>
                <a:moveTo>
                  <a:pt x="160020" y="168910"/>
                </a:moveTo>
                <a:cubicBezTo>
                  <a:pt x="179658" y="168910"/>
                  <a:pt x="195580" y="152990"/>
                  <a:pt x="195580" y="133350"/>
                </a:cubicBezTo>
                <a:cubicBezTo>
                  <a:pt x="195580" y="113710"/>
                  <a:pt x="179658" y="97790"/>
                  <a:pt x="160020" y="97790"/>
                </a:cubicBezTo>
                <a:cubicBezTo>
                  <a:pt x="140382" y="97790"/>
                  <a:pt x="124460" y="113710"/>
                  <a:pt x="124460" y="133350"/>
                </a:cubicBezTo>
                <a:cubicBezTo>
                  <a:pt x="124460" y="152990"/>
                  <a:pt x="140382" y="168910"/>
                  <a:pt x="160020" y="168910"/>
                </a:cubicBezTo>
                <a:moveTo>
                  <a:pt x="142239" y="186690"/>
                </a:moveTo>
                <a:cubicBezTo>
                  <a:pt x="117679" y="186690"/>
                  <a:pt x="97788" y="206581"/>
                  <a:pt x="97788" y="231140"/>
                </a:cubicBezTo>
                <a:cubicBezTo>
                  <a:pt x="97788" y="236030"/>
                  <a:pt x="101789" y="240030"/>
                  <a:pt x="106679" y="240030"/>
                </a:cubicBezTo>
                <a:lnTo>
                  <a:pt x="213358" y="240030"/>
                </a:lnTo>
                <a:cubicBezTo>
                  <a:pt x="218248" y="240030"/>
                  <a:pt x="222249" y="236030"/>
                  <a:pt x="222249" y="231140"/>
                </a:cubicBezTo>
                <a:cubicBezTo>
                  <a:pt x="222249" y="206581"/>
                  <a:pt x="202358" y="186690"/>
                  <a:pt x="177798" y="186690"/>
                </a:cubicBezTo>
                <a:lnTo>
                  <a:pt x="142239" y="18669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45054" y="3885967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40">
                <a:moveTo>
                  <a:pt x="290036" y="160020"/>
                </a:moveTo>
                <a:cubicBezTo>
                  <a:pt x="290036" y="88213"/>
                  <a:pt x="231827" y="30004"/>
                  <a:pt x="160020" y="30004"/>
                </a:cubicBezTo>
                <a:cubicBezTo>
                  <a:pt x="88213" y="30004"/>
                  <a:pt x="30004" y="88213"/>
                  <a:pt x="30004" y="160020"/>
                </a:cubicBezTo>
                <a:cubicBezTo>
                  <a:pt x="30004" y="231827"/>
                  <a:pt x="88213" y="290036"/>
                  <a:pt x="160020" y="290036"/>
                </a:cubicBezTo>
                <a:cubicBezTo>
                  <a:pt x="231827" y="290036"/>
                  <a:pt x="290036" y="231827"/>
                  <a:pt x="290036" y="160020"/>
                </a:cubicBezTo>
                <a:lnTo>
                  <a:pt x="290036" y="160020"/>
                </a:lnTo>
                <a:moveTo>
                  <a:pt x="0" y="160020"/>
                </a:moveTo>
                <a:cubicBezTo>
                  <a:pt x="0" y="71644"/>
                  <a:pt x="71644" y="0"/>
                  <a:pt x="160020" y="0"/>
                </a:cubicBezTo>
                <a:cubicBezTo>
                  <a:pt x="248396" y="0"/>
                  <a:pt x="320040" y="71644"/>
                  <a:pt x="320040" y="160020"/>
                </a:cubicBezTo>
                <a:cubicBezTo>
                  <a:pt x="320040" y="248396"/>
                  <a:pt x="248396" y="320040"/>
                  <a:pt x="160020" y="320040"/>
                </a:cubicBezTo>
                <a:cubicBezTo>
                  <a:pt x="71644" y="320040"/>
                  <a:pt x="0" y="248396"/>
                  <a:pt x="0" y="160020"/>
                </a:cubicBezTo>
                <a:moveTo>
                  <a:pt x="160020" y="230029"/>
                </a:moveTo>
                <a:cubicBezTo>
                  <a:pt x="198684" y="230029"/>
                  <a:pt x="230029" y="198684"/>
                  <a:pt x="230029" y="160020"/>
                </a:cubicBezTo>
                <a:cubicBezTo>
                  <a:pt x="230029" y="121356"/>
                  <a:pt x="198684" y="90011"/>
                  <a:pt x="160020" y="90011"/>
                </a:cubicBezTo>
                <a:cubicBezTo>
                  <a:pt x="121356" y="90011"/>
                  <a:pt x="90011" y="121356"/>
                  <a:pt x="90011" y="160020"/>
                </a:cubicBezTo>
                <a:cubicBezTo>
                  <a:pt x="90011" y="198684"/>
                  <a:pt x="121356" y="230029"/>
                  <a:pt x="160020" y="230029"/>
                </a:cubicBezTo>
                <a:lnTo>
                  <a:pt x="160020" y="230029"/>
                </a:lnTo>
                <a:moveTo>
                  <a:pt x="160020" y="60008"/>
                </a:moveTo>
                <a:cubicBezTo>
                  <a:pt x="215256" y="60008"/>
                  <a:pt x="260033" y="104784"/>
                  <a:pt x="260033" y="160020"/>
                </a:cubicBezTo>
                <a:cubicBezTo>
                  <a:pt x="260033" y="215256"/>
                  <a:pt x="215256" y="260033"/>
                  <a:pt x="160020" y="260033"/>
                </a:cubicBezTo>
                <a:cubicBezTo>
                  <a:pt x="104784" y="260033"/>
                  <a:pt x="60008" y="215256"/>
                  <a:pt x="60008" y="160020"/>
                </a:cubicBezTo>
                <a:cubicBezTo>
                  <a:pt x="60008" y="104784"/>
                  <a:pt x="104784" y="60008"/>
                  <a:pt x="160020" y="60008"/>
                </a:cubicBezTo>
                <a:lnTo>
                  <a:pt x="160020" y="60008"/>
                </a:lnTo>
                <a:moveTo>
                  <a:pt x="160020" y="170021"/>
                </a:moveTo>
                <a:cubicBezTo>
                  <a:pt x="165544" y="170021"/>
                  <a:pt x="170021" y="165544"/>
                  <a:pt x="170021" y="160020"/>
                </a:cubicBezTo>
                <a:cubicBezTo>
                  <a:pt x="170021" y="154496"/>
                  <a:pt x="165544" y="150019"/>
                  <a:pt x="160020" y="150019"/>
                </a:cubicBezTo>
                <a:cubicBezTo>
                  <a:pt x="154496" y="150019"/>
                  <a:pt x="150019" y="154496"/>
                  <a:pt x="150019" y="160020"/>
                </a:cubicBezTo>
                <a:cubicBezTo>
                  <a:pt x="150019" y="165544"/>
                  <a:pt x="154496" y="170021"/>
                  <a:pt x="160020" y="170021"/>
                </a:cubicBezTo>
                <a:moveTo>
                  <a:pt x="160020" y="120015"/>
                </a:moveTo>
                <a:cubicBezTo>
                  <a:pt x="182116" y="120015"/>
                  <a:pt x="200025" y="137924"/>
                  <a:pt x="200025" y="160020"/>
                </a:cubicBezTo>
                <a:cubicBezTo>
                  <a:pt x="200025" y="182116"/>
                  <a:pt x="182116" y="200025"/>
                  <a:pt x="160020" y="200025"/>
                </a:cubicBezTo>
                <a:cubicBezTo>
                  <a:pt x="137924" y="200025"/>
                  <a:pt x="120015" y="182116"/>
                  <a:pt x="120015" y="160020"/>
                </a:cubicBezTo>
                <a:cubicBezTo>
                  <a:pt x="120015" y="137924"/>
                  <a:pt x="137924" y="120015"/>
                  <a:pt x="160020" y="120015"/>
                </a:cubicBezTo>
                <a:lnTo>
                  <a:pt x="160020" y="12001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346960" y="3786583"/>
            <a:ext cx="7498080" cy="9525"/>
          </a:xfrm>
          <a:custGeom>
            <a:avLst/>
            <a:gdLst/>
            <a:ahLst/>
            <a:cxnLst/>
            <a:rect l="l" t="t" r="r" b="b"/>
            <a:pathLst>
              <a:path w="7498080" h="9525">
                <a:moveTo>
                  <a:pt x="0" y="0"/>
                </a:moveTo>
                <a:lnTo>
                  <a:pt x="7498080" y="9525"/>
                </a:lnTo>
              </a:path>
            </a:pathLst>
          </a:custGeom>
          <a:noFill/>
          <a:ln w="28575">
            <a:solidFill>
              <a:srgbClr val="D0E2FC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0" y="3244398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026921" y="3244398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165079" y="3244398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61461" y="4058706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30539" y="4058706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06881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75960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845039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741421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10499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953305" y="3244398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87845" y="4179077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22384" y="3244398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056923" y="4179077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091463" y="3244398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招聘流程全景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智能招聘管理系统全面解决方案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027919" y="3691052"/>
            <a:ext cx="274320" cy="191063"/>
          </a:xfrm>
          <a:custGeom>
            <a:avLst/>
            <a:gdLst/>
            <a:ahLst/>
            <a:cxnLst/>
            <a:rect l="l" t="t" r="r" b="b"/>
            <a:pathLst>
              <a:path w="274320" h="191063">
                <a:moveTo>
                  <a:pt x="270005" y="4316"/>
                </a:moveTo>
                <a:cubicBezTo>
                  <a:pt x="275760" y="10071"/>
                  <a:pt x="275760" y="19376"/>
                  <a:pt x="270005" y="25069"/>
                </a:cubicBezTo>
                <a:lnTo>
                  <a:pt x="108389" y="186747"/>
                </a:lnTo>
                <a:cubicBezTo>
                  <a:pt x="102634" y="192502"/>
                  <a:pt x="93329" y="192502"/>
                  <a:pt x="87637" y="186747"/>
                </a:cubicBezTo>
                <a:lnTo>
                  <a:pt x="4318" y="103489"/>
                </a:lnTo>
                <a:cubicBezTo>
                  <a:pt x="-1437" y="97734"/>
                  <a:pt x="-1437" y="88430"/>
                  <a:pt x="4318" y="82736"/>
                </a:cubicBezTo>
                <a:cubicBezTo>
                  <a:pt x="10073" y="77042"/>
                  <a:pt x="19378" y="76981"/>
                  <a:pt x="25070" y="82736"/>
                </a:cubicBezTo>
                <a:lnTo>
                  <a:pt x="97921" y="155586"/>
                </a:lnTo>
                <a:lnTo>
                  <a:pt x="249192" y="4316"/>
                </a:lnTo>
                <a:cubicBezTo>
                  <a:pt x="254948" y="-1439"/>
                  <a:pt x="264253" y="-1439"/>
                  <a:pt x="269945" y="4316"/>
                </a:cubicBezTo>
                <a:lnTo>
                  <a:pt x="270005" y="4316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93379" y="3683713"/>
            <a:ext cx="274320" cy="205740"/>
          </a:xfrm>
          <a:custGeom>
            <a:avLst/>
            <a:gdLst/>
            <a:ahLst/>
            <a:cxnLst/>
            <a:rect l="l" t="t" r="r" b="b"/>
            <a:pathLst>
              <a:path w="274320" h="205740">
                <a:moveTo>
                  <a:pt x="34290" y="25718"/>
                </a:moveTo>
                <a:cubicBezTo>
                  <a:pt x="29574" y="25718"/>
                  <a:pt x="25718" y="29575"/>
                  <a:pt x="25718" y="34291"/>
                </a:cubicBezTo>
                <a:lnTo>
                  <a:pt x="25718" y="46131"/>
                </a:lnTo>
                <a:lnTo>
                  <a:pt x="118139" y="121998"/>
                </a:lnTo>
                <a:cubicBezTo>
                  <a:pt x="129229" y="131106"/>
                  <a:pt x="145143" y="131106"/>
                  <a:pt x="156234" y="121998"/>
                </a:cubicBezTo>
                <a:lnTo>
                  <a:pt x="248603" y="46131"/>
                </a:lnTo>
                <a:lnTo>
                  <a:pt x="248603" y="34291"/>
                </a:lnTo>
                <a:cubicBezTo>
                  <a:pt x="248603" y="29575"/>
                  <a:pt x="244746" y="25717"/>
                  <a:pt x="240030" y="25717"/>
                </a:cubicBezTo>
                <a:lnTo>
                  <a:pt x="34290" y="25718"/>
                </a:lnTo>
                <a:moveTo>
                  <a:pt x="25718" y="79403"/>
                </a:moveTo>
                <a:lnTo>
                  <a:pt x="25718" y="171451"/>
                </a:lnTo>
                <a:cubicBezTo>
                  <a:pt x="25718" y="176167"/>
                  <a:pt x="29574" y="180025"/>
                  <a:pt x="34290" y="180025"/>
                </a:cubicBezTo>
                <a:lnTo>
                  <a:pt x="240030" y="180025"/>
                </a:lnTo>
                <a:cubicBezTo>
                  <a:pt x="244746" y="180025"/>
                  <a:pt x="248603" y="176167"/>
                  <a:pt x="248603" y="171451"/>
                </a:cubicBezTo>
                <a:lnTo>
                  <a:pt x="248603" y="79403"/>
                </a:lnTo>
                <a:lnTo>
                  <a:pt x="172523" y="141876"/>
                </a:lnTo>
                <a:cubicBezTo>
                  <a:pt x="151949" y="158753"/>
                  <a:pt x="122319" y="158753"/>
                  <a:pt x="101800" y="141876"/>
                </a:cubicBezTo>
                <a:lnTo>
                  <a:pt x="25718" y="79403"/>
                </a:lnTo>
                <a:moveTo>
                  <a:pt x="0" y="34291"/>
                </a:moveTo>
                <a:cubicBezTo>
                  <a:pt x="0" y="15377"/>
                  <a:pt x="15376" y="0"/>
                  <a:pt x="34290" y="0"/>
                </a:cubicBezTo>
                <a:lnTo>
                  <a:pt x="240030" y="0"/>
                </a:lnTo>
                <a:cubicBezTo>
                  <a:pt x="258944" y="0"/>
                  <a:pt x="274320" y="15377"/>
                  <a:pt x="274320" y="34291"/>
                </a:cubicBezTo>
                <a:lnTo>
                  <a:pt x="274320" y="171451"/>
                </a:lnTo>
                <a:cubicBezTo>
                  <a:pt x="274320" y="190365"/>
                  <a:pt x="258944" y="205742"/>
                  <a:pt x="240030" y="205742"/>
                </a:cubicBezTo>
                <a:lnTo>
                  <a:pt x="34290" y="205742"/>
                </a:lnTo>
                <a:cubicBezTo>
                  <a:pt x="15376" y="205742"/>
                  <a:pt x="0" y="190365"/>
                  <a:pt x="0" y="171451"/>
                </a:cubicBezTo>
                <a:lnTo>
                  <a:pt x="0" y="34291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975985" y="3649423"/>
            <a:ext cx="240030" cy="274320"/>
          </a:xfrm>
          <a:custGeom>
            <a:avLst/>
            <a:gdLst/>
            <a:ahLst/>
            <a:cxnLst/>
            <a:rect l="l" t="t" r="r" b="b"/>
            <a:pathLst>
              <a:path w="240030" h="274320">
                <a:moveTo>
                  <a:pt x="81440" y="12860"/>
                </a:moveTo>
                <a:cubicBezTo>
                  <a:pt x="81440" y="5733"/>
                  <a:pt x="75708" y="3"/>
                  <a:pt x="68581" y="3"/>
                </a:cubicBezTo>
                <a:cubicBezTo>
                  <a:pt x="61455" y="3"/>
                  <a:pt x="55723" y="5736"/>
                  <a:pt x="55723" y="12863"/>
                </a:cubicBezTo>
                <a:lnTo>
                  <a:pt x="55723" y="34295"/>
                </a:lnTo>
                <a:lnTo>
                  <a:pt x="34291" y="34295"/>
                </a:lnTo>
                <a:cubicBezTo>
                  <a:pt x="15379" y="34295"/>
                  <a:pt x="0" y="49671"/>
                  <a:pt x="0" y="68585"/>
                </a:cubicBezTo>
                <a:lnTo>
                  <a:pt x="0" y="77158"/>
                </a:lnTo>
                <a:lnTo>
                  <a:pt x="0" y="102875"/>
                </a:lnTo>
                <a:lnTo>
                  <a:pt x="0" y="240035"/>
                </a:lnTo>
                <a:cubicBezTo>
                  <a:pt x="0" y="258950"/>
                  <a:pt x="15376" y="274325"/>
                  <a:pt x="34291" y="274325"/>
                </a:cubicBezTo>
                <a:lnTo>
                  <a:pt x="205742" y="274325"/>
                </a:lnTo>
                <a:cubicBezTo>
                  <a:pt x="224654" y="274325"/>
                  <a:pt x="240032" y="258950"/>
                  <a:pt x="240032" y="240035"/>
                </a:cubicBezTo>
                <a:lnTo>
                  <a:pt x="240032" y="102875"/>
                </a:lnTo>
                <a:lnTo>
                  <a:pt x="240032" y="77158"/>
                </a:lnTo>
                <a:lnTo>
                  <a:pt x="240032" y="68585"/>
                </a:lnTo>
                <a:cubicBezTo>
                  <a:pt x="240032" y="49671"/>
                  <a:pt x="224656" y="34295"/>
                  <a:pt x="205742" y="34295"/>
                </a:cubicBezTo>
                <a:lnTo>
                  <a:pt x="184310" y="34295"/>
                </a:lnTo>
                <a:lnTo>
                  <a:pt x="184310" y="12865"/>
                </a:lnTo>
                <a:cubicBezTo>
                  <a:pt x="184310" y="5739"/>
                  <a:pt x="178578" y="8"/>
                  <a:pt x="171451" y="8"/>
                </a:cubicBezTo>
                <a:cubicBezTo>
                  <a:pt x="164325" y="8"/>
                  <a:pt x="158593" y="5741"/>
                  <a:pt x="158593" y="12868"/>
                </a:cubicBezTo>
                <a:lnTo>
                  <a:pt x="158593" y="34301"/>
                </a:lnTo>
                <a:lnTo>
                  <a:pt x="81440" y="34301"/>
                </a:lnTo>
                <a:lnTo>
                  <a:pt x="81440" y="12860"/>
                </a:lnTo>
                <a:moveTo>
                  <a:pt x="25717" y="102870"/>
                </a:moveTo>
                <a:lnTo>
                  <a:pt x="214311" y="102870"/>
                </a:lnTo>
                <a:lnTo>
                  <a:pt x="214311" y="240030"/>
                </a:lnTo>
                <a:cubicBezTo>
                  <a:pt x="214311" y="244746"/>
                  <a:pt x="210454" y="248603"/>
                  <a:pt x="205739" y="248603"/>
                </a:cubicBezTo>
                <a:lnTo>
                  <a:pt x="34288" y="248603"/>
                </a:lnTo>
                <a:cubicBezTo>
                  <a:pt x="29574" y="248603"/>
                  <a:pt x="25717" y="244746"/>
                  <a:pt x="25717" y="240030"/>
                </a:cubicBezTo>
                <a:lnTo>
                  <a:pt x="25717" y="102870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924301" y="3666568"/>
            <a:ext cx="274320" cy="240030"/>
          </a:xfrm>
          <a:custGeom>
            <a:avLst/>
            <a:gdLst/>
            <a:ahLst/>
            <a:cxnLst/>
            <a:rect l="l" t="t" r="r" b="b"/>
            <a:pathLst>
              <a:path w="274320" h="240030">
                <a:moveTo>
                  <a:pt x="0" y="22342"/>
                </a:moveTo>
                <a:cubicBezTo>
                  <a:pt x="0" y="10019"/>
                  <a:pt x="10018" y="0"/>
                  <a:pt x="22343" y="0"/>
                </a:cubicBezTo>
                <a:lnTo>
                  <a:pt x="251979" y="0"/>
                </a:lnTo>
                <a:cubicBezTo>
                  <a:pt x="264302" y="0"/>
                  <a:pt x="274323" y="10019"/>
                  <a:pt x="274323" y="22342"/>
                </a:cubicBezTo>
                <a:cubicBezTo>
                  <a:pt x="274323" y="27486"/>
                  <a:pt x="272553" y="32469"/>
                  <a:pt x="269286" y="36434"/>
                </a:cubicBezTo>
                <a:lnTo>
                  <a:pt x="180025" y="146001"/>
                </a:lnTo>
                <a:lnTo>
                  <a:pt x="180025" y="222724"/>
                </a:lnTo>
                <a:cubicBezTo>
                  <a:pt x="180025" y="232260"/>
                  <a:pt x="172256" y="240030"/>
                  <a:pt x="162718" y="240030"/>
                </a:cubicBezTo>
                <a:cubicBezTo>
                  <a:pt x="158807" y="240030"/>
                  <a:pt x="155005" y="238691"/>
                  <a:pt x="151949" y="236281"/>
                </a:cubicBezTo>
                <a:lnTo>
                  <a:pt x="102390" y="196954"/>
                </a:lnTo>
                <a:cubicBezTo>
                  <a:pt x="97246" y="192883"/>
                  <a:pt x="94300" y="186722"/>
                  <a:pt x="94300" y="180183"/>
                </a:cubicBezTo>
                <a:lnTo>
                  <a:pt x="94300" y="146053"/>
                </a:lnTo>
                <a:lnTo>
                  <a:pt x="5039" y="36432"/>
                </a:lnTo>
                <a:cubicBezTo>
                  <a:pt x="1772" y="32467"/>
                  <a:pt x="3" y="27483"/>
                  <a:pt x="3" y="22340"/>
                </a:cubicBezTo>
                <a:lnTo>
                  <a:pt x="0" y="22342"/>
                </a:lnTo>
                <a:moveTo>
                  <a:pt x="29467" y="25717"/>
                </a:moveTo>
                <a:lnTo>
                  <a:pt x="117121" y="133301"/>
                </a:lnTo>
                <a:cubicBezTo>
                  <a:pt x="118997" y="135605"/>
                  <a:pt x="120015" y="138445"/>
                  <a:pt x="120015" y="141445"/>
                </a:cubicBezTo>
                <a:lnTo>
                  <a:pt x="120015" y="178093"/>
                </a:lnTo>
                <a:lnTo>
                  <a:pt x="154305" y="205310"/>
                </a:lnTo>
                <a:lnTo>
                  <a:pt x="154305" y="141445"/>
                </a:lnTo>
                <a:cubicBezTo>
                  <a:pt x="154305" y="138497"/>
                  <a:pt x="155323" y="135605"/>
                  <a:pt x="157199" y="133301"/>
                </a:cubicBezTo>
                <a:lnTo>
                  <a:pt x="244853" y="25717"/>
                </a:lnTo>
                <a:lnTo>
                  <a:pt x="29467" y="25717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889761" y="3649423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73008" y="147414"/>
                </a:moveTo>
                <a:cubicBezTo>
                  <a:pt x="81794" y="143664"/>
                  <a:pt x="91971" y="146128"/>
                  <a:pt x="98025" y="153520"/>
                </a:cubicBezTo>
                <a:lnTo>
                  <a:pt x="115810" y="175268"/>
                </a:lnTo>
                <a:cubicBezTo>
                  <a:pt x="140452" y="160965"/>
                  <a:pt x="161023" y="140394"/>
                  <a:pt x="175323" y="115755"/>
                </a:cubicBezTo>
                <a:lnTo>
                  <a:pt x="153627" y="98023"/>
                </a:lnTo>
                <a:cubicBezTo>
                  <a:pt x="146234" y="91968"/>
                  <a:pt x="143716" y="81791"/>
                  <a:pt x="147521" y="73005"/>
                </a:cubicBezTo>
                <a:lnTo>
                  <a:pt x="173233" y="13008"/>
                </a:lnTo>
                <a:cubicBezTo>
                  <a:pt x="177252" y="3580"/>
                  <a:pt x="187374" y="-1671"/>
                  <a:pt x="197392" y="472"/>
                </a:cubicBezTo>
                <a:lnTo>
                  <a:pt x="257389" y="13329"/>
                </a:lnTo>
                <a:cubicBezTo>
                  <a:pt x="267245" y="15420"/>
                  <a:pt x="274317" y="24151"/>
                  <a:pt x="274317" y="34274"/>
                </a:cubicBezTo>
                <a:lnTo>
                  <a:pt x="274317" y="34274"/>
                </a:lnTo>
                <a:cubicBezTo>
                  <a:pt x="274317" y="158123"/>
                  <a:pt x="180464" y="260066"/>
                  <a:pt x="59988" y="272924"/>
                </a:cubicBezTo>
                <a:cubicBezTo>
                  <a:pt x="54738" y="273459"/>
                  <a:pt x="49435" y="273889"/>
                  <a:pt x="44133" y="274103"/>
                </a:cubicBezTo>
                <a:lnTo>
                  <a:pt x="44133" y="274103"/>
                </a:lnTo>
                <a:lnTo>
                  <a:pt x="44078" y="274103"/>
                </a:lnTo>
                <a:cubicBezTo>
                  <a:pt x="40811" y="274210"/>
                  <a:pt x="37596" y="274317"/>
                  <a:pt x="34274" y="274317"/>
                </a:cubicBezTo>
                <a:lnTo>
                  <a:pt x="34274" y="274317"/>
                </a:lnTo>
                <a:cubicBezTo>
                  <a:pt x="24148" y="274317"/>
                  <a:pt x="15417" y="267245"/>
                  <a:pt x="13329" y="257389"/>
                </a:cubicBezTo>
                <a:lnTo>
                  <a:pt x="472" y="197392"/>
                </a:lnTo>
                <a:cubicBezTo>
                  <a:pt x="-1671" y="187374"/>
                  <a:pt x="3580" y="177252"/>
                  <a:pt x="13008" y="173233"/>
                </a:cubicBezTo>
                <a:lnTo>
                  <a:pt x="73005" y="147521"/>
                </a:lnTo>
                <a:lnTo>
                  <a:pt x="73008" y="147414"/>
                </a:lnTo>
                <a:moveTo>
                  <a:pt x="37812" y="248553"/>
                </a:moveTo>
                <a:cubicBezTo>
                  <a:pt x="153413" y="246680"/>
                  <a:pt x="246732" y="153306"/>
                  <a:pt x="248605" y="37760"/>
                </a:cubicBezTo>
                <a:lnTo>
                  <a:pt x="195464" y="26351"/>
                </a:lnTo>
                <a:lnTo>
                  <a:pt x="172429" y="80134"/>
                </a:lnTo>
                <a:lnTo>
                  <a:pt x="191607" y="95883"/>
                </a:lnTo>
                <a:cubicBezTo>
                  <a:pt x="201356" y="103866"/>
                  <a:pt x="203875" y="117738"/>
                  <a:pt x="197554" y="128667"/>
                </a:cubicBezTo>
                <a:cubicBezTo>
                  <a:pt x="181002" y="157218"/>
                  <a:pt x="157218" y="181005"/>
                  <a:pt x="128664" y="197557"/>
                </a:cubicBezTo>
                <a:cubicBezTo>
                  <a:pt x="117735" y="203877"/>
                  <a:pt x="103863" y="201359"/>
                  <a:pt x="95880" y="191610"/>
                </a:cubicBezTo>
                <a:lnTo>
                  <a:pt x="80132" y="172377"/>
                </a:lnTo>
                <a:lnTo>
                  <a:pt x="26348" y="195412"/>
                </a:lnTo>
                <a:lnTo>
                  <a:pt x="37812" y="248553"/>
                </a:lnTo>
                <a:moveTo>
                  <a:pt x="248608" y="34279"/>
                </a:moveTo>
                <a:lnTo>
                  <a:pt x="248608" y="34279"/>
                </a:lnTo>
                <a:lnTo>
                  <a:pt x="248608" y="34279"/>
                </a:lnTo>
                <a:lnTo>
                  <a:pt x="248608" y="34279"/>
                </a:lnTo>
                <a:lnTo>
                  <a:pt x="248608" y="34279"/>
                </a:lnTo>
                <a:lnTo>
                  <a:pt x="248608" y="34279"/>
                </a:lnTo>
                <a:lnTo>
                  <a:pt x="248608" y="34279"/>
                </a:lnTo>
                <a:lnTo>
                  <a:pt x="248608" y="34279"/>
                </a:lnTo>
                <a:lnTo>
                  <a:pt x="248608" y="34279"/>
                </a:lnTo>
                <a:lnTo>
                  <a:pt x="248608" y="34279"/>
                </a:lnTo>
                <a:lnTo>
                  <a:pt x="248608" y="34279"/>
                </a:lnTo>
                <a:lnTo>
                  <a:pt x="248608" y="34279"/>
                </a:lnTo>
                <a:lnTo>
                  <a:pt x="248608" y="34279"/>
                </a:lnTo>
                <a:lnTo>
                  <a:pt x="248608" y="34279"/>
                </a:lnTo>
                <a:lnTo>
                  <a:pt x="248608" y="34279"/>
                </a:lnTo>
                <a:lnTo>
                  <a:pt x="248608" y="34279"/>
                </a:lnTo>
                <a:lnTo>
                  <a:pt x="248608" y="34279"/>
                </a:lnTo>
                <a:lnTo>
                  <a:pt x="248608" y="34279"/>
                </a:lnTo>
                <a:lnTo>
                  <a:pt x="248608" y="34279"/>
                </a:lnTo>
                <a:lnTo>
                  <a:pt x="248608" y="34279"/>
                </a:lnTo>
                <a:lnTo>
                  <a:pt x="248608" y="34279"/>
                </a:lnTo>
                <a:lnTo>
                  <a:pt x="248608" y="34279"/>
                </a:lnTo>
                <a:lnTo>
                  <a:pt x="248608" y="34279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55477" y="1566155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候选人来源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主动沟通或人才池主动寻找建立接触.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71301" y="4523271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简历筛选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筛选简历进行在线沟通推给业务负责人.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05840" y="1566155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面试阶段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邀约面试进行一面二面三面多轮评估.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0381" y="4527703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Offer阶段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进行offer沟通发放offer确认意向.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74919" y="1566155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入职完成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候选人正式入职完成招聘闭环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655243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79" y="1311410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3439" y="1311410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79" y="1164795"/>
            <a:ext cx="7863840" cy="45719"/>
          </a:xfrm>
          <a:custGeom>
            <a:avLst/>
            <a:gdLst/>
            <a:ahLst/>
            <a:cxnLst/>
            <a:rect l="l" t="t" r="r" b="b"/>
            <a:pathLst>
              <a:path w="7863840" h="45719">
                <a:moveTo>
                  <a:pt x="0" y="0"/>
                </a:moveTo>
                <a:lnTo>
                  <a:pt x="78638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79" y="3821072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3439" y="3821072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900160" y="0"/>
            <a:ext cx="3291840" cy="6858000"/>
          </a:xfrm>
          <a:prstGeom prst="rect">
            <a:avLst/>
          </a:prstGeom>
          <a:blipFill>
            <a:blip r:embed="rId2"/>
            <a:srcRect/>
            <a:stretch>
              <a:fillRect l="-115221" r="-115221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0079" y="1"/>
            <a:ext cx="786384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面试管理功能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8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57765" y="6309360"/>
            <a:ext cx="76461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智能招聘管理系统全面解决方案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37759" y="50449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为offer决策提供全面的评估依据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59" y="45719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决策依据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399" y="50449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完整的面试记录便于后续复盘分析.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399" y="45719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复盘支持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59" y="253529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记录每轮面试官面试评价面试结果.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59" y="206228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面试信息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399" y="253529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支持一面二面三面多轮面试记录.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399" y="206228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多轮记录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25829" y="1502320"/>
            <a:ext cx="342900" cy="365760"/>
          </a:xfrm>
          <a:custGeom>
            <a:avLst/>
            <a:gdLst/>
            <a:ahLst/>
            <a:cxnLst/>
            <a:rect l="l" t="t" r="r" b="b"/>
            <a:pathLst>
              <a:path w="342900" h="365760">
                <a:moveTo>
                  <a:pt x="171450" y="34290"/>
                </a:moveTo>
                <a:lnTo>
                  <a:pt x="297181" y="34290"/>
                </a:lnTo>
                <a:cubicBezTo>
                  <a:pt x="303467" y="34290"/>
                  <a:pt x="308610" y="39433"/>
                  <a:pt x="308610" y="45720"/>
                </a:cubicBezTo>
                <a:lnTo>
                  <a:pt x="308610" y="320040"/>
                </a:lnTo>
                <a:cubicBezTo>
                  <a:pt x="308610" y="326327"/>
                  <a:pt x="303467" y="331470"/>
                  <a:pt x="297181" y="331470"/>
                </a:cubicBezTo>
                <a:lnTo>
                  <a:pt x="171450" y="331470"/>
                </a:lnTo>
                <a:lnTo>
                  <a:pt x="171450" y="34290"/>
                </a:lnTo>
                <a:moveTo>
                  <a:pt x="137160" y="34290"/>
                </a:moveTo>
                <a:lnTo>
                  <a:pt x="137160" y="331470"/>
                </a:lnTo>
                <a:lnTo>
                  <a:pt x="91441" y="331470"/>
                </a:lnTo>
                <a:cubicBezTo>
                  <a:pt x="85156" y="331470"/>
                  <a:pt x="80012" y="326327"/>
                  <a:pt x="80012" y="320040"/>
                </a:cubicBezTo>
                <a:lnTo>
                  <a:pt x="80012" y="297180"/>
                </a:lnTo>
                <a:lnTo>
                  <a:pt x="97157" y="297180"/>
                </a:lnTo>
                <a:cubicBezTo>
                  <a:pt x="106659" y="297180"/>
                  <a:pt x="114302" y="289536"/>
                  <a:pt x="114302" y="280037"/>
                </a:cubicBezTo>
                <a:cubicBezTo>
                  <a:pt x="114302" y="270534"/>
                  <a:pt x="106659" y="262894"/>
                  <a:pt x="97157" y="262894"/>
                </a:cubicBezTo>
                <a:lnTo>
                  <a:pt x="80012" y="262894"/>
                </a:lnTo>
                <a:lnTo>
                  <a:pt x="80012" y="200030"/>
                </a:lnTo>
                <a:lnTo>
                  <a:pt x="97157" y="200030"/>
                </a:lnTo>
                <a:cubicBezTo>
                  <a:pt x="106659" y="200030"/>
                  <a:pt x="114302" y="192386"/>
                  <a:pt x="114302" y="182887"/>
                </a:cubicBezTo>
                <a:cubicBezTo>
                  <a:pt x="114302" y="173385"/>
                  <a:pt x="106659" y="165744"/>
                  <a:pt x="97157" y="165744"/>
                </a:cubicBezTo>
                <a:lnTo>
                  <a:pt x="80012" y="165744"/>
                </a:lnTo>
                <a:lnTo>
                  <a:pt x="80012" y="102881"/>
                </a:lnTo>
                <a:lnTo>
                  <a:pt x="97157" y="102881"/>
                </a:lnTo>
                <a:cubicBezTo>
                  <a:pt x="106659" y="102881"/>
                  <a:pt x="114302" y="95236"/>
                  <a:pt x="114302" y="85738"/>
                </a:cubicBezTo>
                <a:cubicBezTo>
                  <a:pt x="114302" y="76235"/>
                  <a:pt x="106659" y="68594"/>
                  <a:pt x="97157" y="68594"/>
                </a:cubicBezTo>
                <a:lnTo>
                  <a:pt x="80012" y="68594"/>
                </a:lnTo>
                <a:lnTo>
                  <a:pt x="80012" y="45734"/>
                </a:lnTo>
                <a:cubicBezTo>
                  <a:pt x="80012" y="39447"/>
                  <a:pt x="85156" y="34304"/>
                  <a:pt x="91441" y="34304"/>
                </a:cubicBezTo>
                <a:lnTo>
                  <a:pt x="137160" y="34290"/>
                </a:lnTo>
                <a:moveTo>
                  <a:pt x="45719" y="297180"/>
                </a:moveTo>
                <a:lnTo>
                  <a:pt x="45719" y="320040"/>
                </a:lnTo>
                <a:cubicBezTo>
                  <a:pt x="45719" y="345259"/>
                  <a:pt x="66221" y="365760"/>
                  <a:pt x="91438" y="365760"/>
                </a:cubicBezTo>
                <a:lnTo>
                  <a:pt x="297178" y="365760"/>
                </a:lnTo>
                <a:cubicBezTo>
                  <a:pt x="322395" y="365760"/>
                  <a:pt x="342897" y="345259"/>
                  <a:pt x="342897" y="320040"/>
                </a:cubicBezTo>
                <a:lnTo>
                  <a:pt x="342897" y="45720"/>
                </a:lnTo>
                <a:cubicBezTo>
                  <a:pt x="342897" y="20501"/>
                  <a:pt x="322395" y="0"/>
                  <a:pt x="297178" y="0"/>
                </a:cubicBezTo>
                <a:lnTo>
                  <a:pt x="91438" y="0"/>
                </a:lnTo>
                <a:cubicBezTo>
                  <a:pt x="66221" y="0"/>
                  <a:pt x="45719" y="20501"/>
                  <a:pt x="45719" y="45720"/>
                </a:cubicBezTo>
                <a:lnTo>
                  <a:pt x="45719" y="68580"/>
                </a:lnTo>
                <a:lnTo>
                  <a:pt x="17145" y="68580"/>
                </a:lnTo>
                <a:cubicBezTo>
                  <a:pt x="7643" y="68580"/>
                  <a:pt x="0" y="76224"/>
                  <a:pt x="0" y="85727"/>
                </a:cubicBezTo>
                <a:cubicBezTo>
                  <a:pt x="0" y="95229"/>
                  <a:pt x="7643" y="102874"/>
                  <a:pt x="17145" y="102874"/>
                </a:cubicBezTo>
                <a:lnTo>
                  <a:pt x="45719" y="102874"/>
                </a:lnTo>
                <a:lnTo>
                  <a:pt x="45719" y="165740"/>
                </a:lnTo>
                <a:lnTo>
                  <a:pt x="17145" y="165740"/>
                </a:lnTo>
                <a:cubicBezTo>
                  <a:pt x="7643" y="165740"/>
                  <a:pt x="0" y="173385"/>
                  <a:pt x="0" y="182887"/>
                </a:cubicBezTo>
                <a:cubicBezTo>
                  <a:pt x="0" y="192390"/>
                  <a:pt x="7643" y="200034"/>
                  <a:pt x="17145" y="200034"/>
                </a:cubicBezTo>
                <a:lnTo>
                  <a:pt x="45719" y="200034"/>
                </a:lnTo>
                <a:lnTo>
                  <a:pt x="45719" y="262901"/>
                </a:lnTo>
                <a:lnTo>
                  <a:pt x="17145" y="262901"/>
                </a:lnTo>
                <a:cubicBezTo>
                  <a:pt x="7643" y="262901"/>
                  <a:pt x="0" y="270545"/>
                  <a:pt x="0" y="280048"/>
                </a:cubicBezTo>
                <a:cubicBezTo>
                  <a:pt x="0" y="289550"/>
                  <a:pt x="7643" y="297194"/>
                  <a:pt x="17145" y="297194"/>
                </a:cubicBezTo>
                <a:lnTo>
                  <a:pt x="45719" y="29718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83479" y="1502320"/>
            <a:ext cx="274320" cy="365760"/>
          </a:xfrm>
          <a:custGeom>
            <a:avLst/>
            <a:gdLst/>
            <a:ahLst/>
            <a:cxnLst/>
            <a:rect l="l" t="t" r="r" b="b"/>
            <a:pathLst>
              <a:path w="274320" h="365760">
                <a:moveTo>
                  <a:pt x="200026" y="45720"/>
                </a:moveTo>
                <a:lnTo>
                  <a:pt x="228602" y="45720"/>
                </a:lnTo>
                <a:cubicBezTo>
                  <a:pt x="253820" y="45720"/>
                  <a:pt x="274323" y="66221"/>
                  <a:pt x="274323" y="91440"/>
                </a:cubicBezTo>
                <a:lnTo>
                  <a:pt x="274323" y="320040"/>
                </a:lnTo>
                <a:cubicBezTo>
                  <a:pt x="274323" y="345259"/>
                  <a:pt x="253820" y="365760"/>
                  <a:pt x="228602" y="365760"/>
                </a:cubicBezTo>
                <a:lnTo>
                  <a:pt x="45721" y="365760"/>
                </a:lnTo>
                <a:cubicBezTo>
                  <a:pt x="20503" y="365760"/>
                  <a:pt x="0" y="345259"/>
                  <a:pt x="0" y="320040"/>
                </a:cubicBezTo>
                <a:lnTo>
                  <a:pt x="0" y="91440"/>
                </a:lnTo>
                <a:cubicBezTo>
                  <a:pt x="0" y="66221"/>
                  <a:pt x="20503" y="45720"/>
                  <a:pt x="45721" y="45720"/>
                </a:cubicBezTo>
                <a:lnTo>
                  <a:pt x="74297" y="45720"/>
                </a:lnTo>
                <a:lnTo>
                  <a:pt x="81155" y="45720"/>
                </a:lnTo>
                <a:cubicBezTo>
                  <a:pt x="86441" y="19645"/>
                  <a:pt x="109517" y="0"/>
                  <a:pt x="137163" y="0"/>
                </a:cubicBezTo>
                <a:cubicBezTo>
                  <a:pt x="164809" y="0"/>
                  <a:pt x="187885" y="19645"/>
                  <a:pt x="193171" y="45720"/>
                </a:cubicBezTo>
                <a:lnTo>
                  <a:pt x="200026" y="45720"/>
                </a:lnTo>
                <a:moveTo>
                  <a:pt x="45721" y="80010"/>
                </a:moveTo>
                <a:cubicBezTo>
                  <a:pt x="39434" y="80010"/>
                  <a:pt x="34290" y="85153"/>
                  <a:pt x="34290" y="91440"/>
                </a:cubicBezTo>
                <a:lnTo>
                  <a:pt x="34290" y="320040"/>
                </a:lnTo>
                <a:cubicBezTo>
                  <a:pt x="34290" y="326327"/>
                  <a:pt x="39434" y="331470"/>
                  <a:pt x="45721" y="331470"/>
                </a:cubicBezTo>
                <a:lnTo>
                  <a:pt x="228602" y="331470"/>
                </a:lnTo>
                <a:cubicBezTo>
                  <a:pt x="234889" y="331470"/>
                  <a:pt x="240033" y="326327"/>
                  <a:pt x="240033" y="320040"/>
                </a:cubicBezTo>
                <a:lnTo>
                  <a:pt x="240033" y="91440"/>
                </a:lnTo>
                <a:cubicBezTo>
                  <a:pt x="240033" y="85153"/>
                  <a:pt x="234889" y="80010"/>
                  <a:pt x="228602" y="80010"/>
                </a:cubicBezTo>
                <a:lnTo>
                  <a:pt x="217171" y="80010"/>
                </a:lnTo>
                <a:lnTo>
                  <a:pt x="217171" y="97157"/>
                </a:lnTo>
                <a:cubicBezTo>
                  <a:pt x="217171" y="106659"/>
                  <a:pt x="209528" y="114304"/>
                  <a:pt x="200026" y="114304"/>
                </a:cubicBezTo>
                <a:lnTo>
                  <a:pt x="137160" y="114304"/>
                </a:lnTo>
                <a:lnTo>
                  <a:pt x="74294" y="114304"/>
                </a:lnTo>
                <a:cubicBezTo>
                  <a:pt x="64792" y="114304"/>
                  <a:pt x="57149" y="106659"/>
                  <a:pt x="57149" y="97160"/>
                </a:cubicBezTo>
                <a:lnTo>
                  <a:pt x="57149" y="80017"/>
                </a:lnTo>
                <a:lnTo>
                  <a:pt x="45721" y="80010"/>
                </a:lnTo>
                <a:moveTo>
                  <a:pt x="137160" y="74297"/>
                </a:moveTo>
                <a:cubicBezTo>
                  <a:pt x="146630" y="74297"/>
                  <a:pt x="154305" y="66619"/>
                  <a:pt x="154305" y="57154"/>
                </a:cubicBezTo>
                <a:cubicBezTo>
                  <a:pt x="154305" y="47684"/>
                  <a:pt x="146630" y="40010"/>
                  <a:pt x="137160" y="40010"/>
                </a:cubicBezTo>
                <a:cubicBezTo>
                  <a:pt x="127690" y="40010"/>
                  <a:pt x="120015" y="47688"/>
                  <a:pt x="120015" y="57157"/>
                </a:cubicBezTo>
                <a:cubicBezTo>
                  <a:pt x="120015" y="66627"/>
                  <a:pt x="127690" y="74304"/>
                  <a:pt x="137160" y="74304"/>
                </a:cubicBezTo>
                <a:lnTo>
                  <a:pt x="137160" y="7429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14399" y="4012031"/>
            <a:ext cx="365760" cy="365662"/>
          </a:xfrm>
          <a:custGeom>
            <a:avLst/>
            <a:gdLst/>
            <a:ahLst/>
            <a:cxnLst/>
            <a:rect l="l" t="t" r="r" b="b"/>
            <a:pathLst>
              <a:path w="365760" h="365662">
                <a:moveTo>
                  <a:pt x="262864" y="148576"/>
                </a:moveTo>
                <a:cubicBezTo>
                  <a:pt x="262864" y="85455"/>
                  <a:pt x="211695" y="34288"/>
                  <a:pt x="148575" y="34288"/>
                </a:cubicBezTo>
                <a:cubicBezTo>
                  <a:pt x="85456" y="34288"/>
                  <a:pt x="34286" y="85455"/>
                  <a:pt x="34286" y="148576"/>
                </a:cubicBezTo>
                <a:cubicBezTo>
                  <a:pt x="34286" y="211696"/>
                  <a:pt x="85456" y="262863"/>
                  <a:pt x="148575" y="262863"/>
                </a:cubicBezTo>
                <a:cubicBezTo>
                  <a:pt x="211695" y="262863"/>
                  <a:pt x="262864" y="211696"/>
                  <a:pt x="262864" y="148576"/>
                </a:cubicBezTo>
                <a:lnTo>
                  <a:pt x="262864" y="148576"/>
                </a:lnTo>
                <a:moveTo>
                  <a:pt x="240791" y="265079"/>
                </a:moveTo>
                <a:cubicBezTo>
                  <a:pt x="215506" y="285150"/>
                  <a:pt x="183432" y="297151"/>
                  <a:pt x="148575" y="297151"/>
                </a:cubicBezTo>
                <a:cubicBezTo>
                  <a:pt x="66502" y="297151"/>
                  <a:pt x="0" y="230649"/>
                  <a:pt x="0" y="148576"/>
                </a:cubicBezTo>
                <a:cubicBezTo>
                  <a:pt x="0" y="66503"/>
                  <a:pt x="66503" y="0"/>
                  <a:pt x="148575" y="0"/>
                </a:cubicBezTo>
                <a:cubicBezTo>
                  <a:pt x="230648" y="0"/>
                  <a:pt x="297151" y="66503"/>
                  <a:pt x="297151" y="148576"/>
                </a:cubicBezTo>
                <a:cubicBezTo>
                  <a:pt x="297151" y="183434"/>
                  <a:pt x="285150" y="215506"/>
                  <a:pt x="265077" y="240792"/>
                </a:cubicBezTo>
                <a:lnTo>
                  <a:pt x="360723" y="336438"/>
                </a:lnTo>
                <a:cubicBezTo>
                  <a:pt x="367439" y="343152"/>
                  <a:pt x="367439" y="354012"/>
                  <a:pt x="360723" y="360652"/>
                </a:cubicBezTo>
                <a:cubicBezTo>
                  <a:pt x="354008" y="367296"/>
                  <a:pt x="343152" y="367366"/>
                  <a:pt x="336510" y="360652"/>
                </a:cubicBezTo>
                <a:lnTo>
                  <a:pt x="240791" y="26507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37759" y="4034842"/>
            <a:ext cx="365760" cy="320040"/>
          </a:xfrm>
          <a:custGeom>
            <a:avLst/>
            <a:gdLst/>
            <a:ahLst/>
            <a:cxnLst/>
            <a:rect l="l" t="t" r="r" b="b"/>
            <a:pathLst>
              <a:path w="365760" h="320040">
                <a:moveTo>
                  <a:pt x="17147" y="0"/>
                </a:moveTo>
                <a:cubicBezTo>
                  <a:pt x="26649" y="0"/>
                  <a:pt x="34294" y="7643"/>
                  <a:pt x="34294" y="17145"/>
                </a:cubicBezTo>
                <a:lnTo>
                  <a:pt x="34294" y="268603"/>
                </a:lnTo>
                <a:cubicBezTo>
                  <a:pt x="34294" y="278105"/>
                  <a:pt x="41938" y="285748"/>
                  <a:pt x="51440" y="285748"/>
                </a:cubicBezTo>
                <a:lnTo>
                  <a:pt x="348620" y="285748"/>
                </a:lnTo>
                <a:cubicBezTo>
                  <a:pt x="358123" y="285748"/>
                  <a:pt x="365767" y="293390"/>
                  <a:pt x="365767" y="302892"/>
                </a:cubicBezTo>
                <a:cubicBezTo>
                  <a:pt x="365767" y="312394"/>
                  <a:pt x="358123" y="320037"/>
                  <a:pt x="348624" y="320037"/>
                </a:cubicBezTo>
                <a:lnTo>
                  <a:pt x="51444" y="320037"/>
                </a:lnTo>
                <a:cubicBezTo>
                  <a:pt x="23014" y="320037"/>
                  <a:pt x="11" y="297032"/>
                  <a:pt x="11" y="268603"/>
                </a:cubicBezTo>
                <a:lnTo>
                  <a:pt x="11" y="17144"/>
                </a:lnTo>
                <a:cubicBezTo>
                  <a:pt x="11" y="7642"/>
                  <a:pt x="7655" y="0"/>
                  <a:pt x="17158" y="0"/>
                </a:cubicBezTo>
                <a:lnTo>
                  <a:pt x="17147" y="0"/>
                </a:lnTo>
              </a:path>
              <a:path w="365760" h="320040">
                <a:moveTo>
                  <a:pt x="120017" y="137160"/>
                </a:moveTo>
                <a:cubicBezTo>
                  <a:pt x="129519" y="137160"/>
                  <a:pt x="137164" y="144802"/>
                  <a:pt x="137164" y="154304"/>
                </a:cubicBezTo>
                <a:lnTo>
                  <a:pt x="137164" y="211454"/>
                </a:lnTo>
                <a:cubicBezTo>
                  <a:pt x="137164" y="220956"/>
                  <a:pt x="129519" y="228598"/>
                  <a:pt x="120020" y="228598"/>
                </a:cubicBezTo>
                <a:cubicBezTo>
                  <a:pt x="110518" y="228598"/>
                  <a:pt x="102877" y="220956"/>
                  <a:pt x="102877" y="211454"/>
                </a:cubicBezTo>
                <a:lnTo>
                  <a:pt x="102877" y="154304"/>
                </a:lnTo>
                <a:cubicBezTo>
                  <a:pt x="102877" y="144802"/>
                  <a:pt x="110522" y="137160"/>
                  <a:pt x="120024" y="137160"/>
                </a:cubicBezTo>
                <a:lnTo>
                  <a:pt x="120017" y="137160"/>
                </a:lnTo>
              </a:path>
              <a:path w="365760" h="320040">
                <a:moveTo>
                  <a:pt x="205740" y="85726"/>
                </a:moveTo>
                <a:lnTo>
                  <a:pt x="205740" y="211457"/>
                </a:lnTo>
                <a:cubicBezTo>
                  <a:pt x="205740" y="220959"/>
                  <a:pt x="198096" y="228601"/>
                  <a:pt x="188597" y="228601"/>
                </a:cubicBezTo>
                <a:cubicBezTo>
                  <a:pt x="179094" y="228601"/>
                  <a:pt x="171454" y="220959"/>
                  <a:pt x="171454" y="211457"/>
                </a:cubicBezTo>
                <a:lnTo>
                  <a:pt x="171454" y="85726"/>
                </a:lnTo>
                <a:cubicBezTo>
                  <a:pt x="171454" y="76224"/>
                  <a:pt x="179098" y="68581"/>
                  <a:pt x="188600" y="68581"/>
                </a:cubicBezTo>
                <a:cubicBezTo>
                  <a:pt x="198103" y="68581"/>
                  <a:pt x="205747" y="76224"/>
                  <a:pt x="205747" y="85726"/>
                </a:cubicBezTo>
                <a:lnTo>
                  <a:pt x="205740" y="85726"/>
                </a:lnTo>
              </a:path>
              <a:path w="365760" h="320040">
                <a:moveTo>
                  <a:pt x="257177" y="114299"/>
                </a:moveTo>
                <a:cubicBezTo>
                  <a:pt x="266679" y="114299"/>
                  <a:pt x="274324" y="121942"/>
                  <a:pt x="274324" y="131444"/>
                </a:cubicBezTo>
                <a:lnTo>
                  <a:pt x="274324" y="211454"/>
                </a:lnTo>
                <a:cubicBezTo>
                  <a:pt x="274324" y="220956"/>
                  <a:pt x="266679" y="228598"/>
                  <a:pt x="257180" y="228598"/>
                </a:cubicBezTo>
                <a:cubicBezTo>
                  <a:pt x="247678" y="228598"/>
                  <a:pt x="240037" y="220956"/>
                  <a:pt x="240037" y="211454"/>
                </a:cubicBezTo>
                <a:lnTo>
                  <a:pt x="240037" y="131444"/>
                </a:lnTo>
                <a:cubicBezTo>
                  <a:pt x="240037" y="121942"/>
                  <a:pt x="247682" y="114299"/>
                  <a:pt x="257184" y="114299"/>
                </a:cubicBezTo>
                <a:lnTo>
                  <a:pt x="257177" y="114299"/>
                </a:lnTo>
              </a:path>
              <a:path w="365760" h="320040">
                <a:moveTo>
                  <a:pt x="342900" y="40005"/>
                </a:moveTo>
                <a:lnTo>
                  <a:pt x="342900" y="211454"/>
                </a:lnTo>
                <a:cubicBezTo>
                  <a:pt x="342900" y="220956"/>
                  <a:pt x="335256" y="228598"/>
                  <a:pt x="325757" y="228598"/>
                </a:cubicBezTo>
                <a:cubicBezTo>
                  <a:pt x="316254" y="228598"/>
                  <a:pt x="308614" y="220956"/>
                  <a:pt x="308614" y="211454"/>
                </a:cubicBezTo>
                <a:lnTo>
                  <a:pt x="308614" y="40005"/>
                </a:lnTo>
                <a:cubicBezTo>
                  <a:pt x="308614" y="30503"/>
                  <a:pt x="316258" y="22860"/>
                  <a:pt x="325760" y="22860"/>
                </a:cubicBezTo>
                <a:cubicBezTo>
                  <a:pt x="335263" y="22860"/>
                  <a:pt x="342907" y="30503"/>
                  <a:pt x="342907" y="40005"/>
                </a:cubicBezTo>
                <a:lnTo>
                  <a:pt x="342900" y="4000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08379" y="1164795"/>
            <a:ext cx="10546525" cy="45719"/>
          </a:xfrm>
          <a:custGeom>
            <a:avLst/>
            <a:gdLst/>
            <a:ahLst/>
            <a:cxnLst/>
            <a:rect l="l" t="t" r="r" b="b"/>
            <a:pathLst>
              <a:path w="10546525" h="45719">
                <a:moveTo>
                  <a:pt x="0" y="0"/>
                </a:moveTo>
                <a:lnTo>
                  <a:pt x="10546525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8380" y="1"/>
            <a:ext cx="10550004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候选人管理界面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智能招聘管理系统全面解决方案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8379" y="4087138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89649" y="1730804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08379" y="1730329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85958" y="4091368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35253" y="4504163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交互简单方便快速录入和调整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35253" y="4087632"/>
            <a:ext cx="36576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操作直观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57674" y="4504162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面试时间字段可直接点击编辑日期加时间.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57674" y="4087632"/>
            <a:ext cx="36576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时间编辑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35252" y="2146286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清晰展示候选人当前所处阶段.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35252" y="1729756"/>
            <a:ext cx="36576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状态管理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57674" y="1735919"/>
            <a:ext cx="36576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全流程跟踪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57674" y="2152449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从接触到入职的完整流程管理.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-5568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-5566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623118" y="4242816"/>
            <a:ext cx="457200" cy="428625"/>
          </a:xfrm>
          <a:custGeom>
            <a:avLst/>
            <a:gdLst/>
            <a:ahLst/>
            <a:cxnLst/>
            <a:rect l="l" t="t" r="r" b="b"/>
            <a:pathLst>
              <a:path w="457200" h="428625">
                <a:moveTo>
                  <a:pt x="0" y="357186"/>
                </a:moveTo>
                <a:cubicBezTo>
                  <a:pt x="0" y="369063"/>
                  <a:pt x="9555" y="378617"/>
                  <a:pt x="21434" y="378617"/>
                </a:cubicBezTo>
                <a:lnTo>
                  <a:pt x="74743" y="378617"/>
                </a:lnTo>
                <a:cubicBezTo>
                  <a:pt x="83850" y="407640"/>
                  <a:pt x="110908" y="428625"/>
                  <a:pt x="142875" y="428625"/>
                </a:cubicBezTo>
                <a:cubicBezTo>
                  <a:pt x="174842" y="428625"/>
                  <a:pt x="201900" y="407640"/>
                  <a:pt x="211007" y="378617"/>
                </a:cubicBezTo>
                <a:lnTo>
                  <a:pt x="435766" y="378617"/>
                </a:lnTo>
                <a:cubicBezTo>
                  <a:pt x="447645" y="378617"/>
                  <a:pt x="457200" y="369063"/>
                  <a:pt x="457200" y="357186"/>
                </a:cubicBezTo>
                <a:cubicBezTo>
                  <a:pt x="457200" y="345309"/>
                  <a:pt x="447645" y="335755"/>
                  <a:pt x="435771" y="335755"/>
                </a:cubicBezTo>
                <a:lnTo>
                  <a:pt x="211012" y="335755"/>
                </a:lnTo>
                <a:cubicBezTo>
                  <a:pt x="201904" y="306733"/>
                  <a:pt x="174847" y="285747"/>
                  <a:pt x="142880" y="285747"/>
                </a:cubicBezTo>
                <a:cubicBezTo>
                  <a:pt x="110912" y="285747"/>
                  <a:pt x="83855" y="306733"/>
                  <a:pt x="74748" y="335755"/>
                </a:cubicBezTo>
                <a:lnTo>
                  <a:pt x="21438" y="335755"/>
                </a:lnTo>
                <a:cubicBezTo>
                  <a:pt x="9560" y="335755"/>
                  <a:pt x="9" y="345309"/>
                  <a:pt x="9" y="357186"/>
                </a:cubicBezTo>
                <a:lnTo>
                  <a:pt x="0" y="357186"/>
                </a:lnTo>
                <a:moveTo>
                  <a:pt x="114300" y="357186"/>
                </a:moveTo>
                <a:cubicBezTo>
                  <a:pt x="114300" y="341404"/>
                  <a:pt x="127092" y="328610"/>
                  <a:pt x="142875" y="328610"/>
                </a:cubicBezTo>
                <a:cubicBezTo>
                  <a:pt x="158658" y="328610"/>
                  <a:pt x="171450" y="341404"/>
                  <a:pt x="171450" y="357186"/>
                </a:cubicBezTo>
                <a:cubicBezTo>
                  <a:pt x="171450" y="372968"/>
                  <a:pt x="158658" y="385763"/>
                  <a:pt x="142875" y="385763"/>
                </a:cubicBezTo>
                <a:cubicBezTo>
                  <a:pt x="127092" y="385763"/>
                  <a:pt x="114300" y="372968"/>
                  <a:pt x="114300" y="357186"/>
                </a:cubicBezTo>
                <a:moveTo>
                  <a:pt x="285750" y="214313"/>
                </a:moveTo>
                <a:cubicBezTo>
                  <a:pt x="285750" y="198531"/>
                  <a:pt x="298542" y="185736"/>
                  <a:pt x="314325" y="185736"/>
                </a:cubicBezTo>
                <a:cubicBezTo>
                  <a:pt x="330108" y="185736"/>
                  <a:pt x="342900" y="198531"/>
                  <a:pt x="342900" y="214313"/>
                </a:cubicBezTo>
                <a:cubicBezTo>
                  <a:pt x="342900" y="230094"/>
                  <a:pt x="330108" y="242889"/>
                  <a:pt x="314325" y="242889"/>
                </a:cubicBezTo>
                <a:cubicBezTo>
                  <a:pt x="298542" y="242889"/>
                  <a:pt x="285750" y="230094"/>
                  <a:pt x="285750" y="214313"/>
                </a:cubicBezTo>
                <a:moveTo>
                  <a:pt x="314325" y="142874"/>
                </a:moveTo>
                <a:cubicBezTo>
                  <a:pt x="282358" y="142874"/>
                  <a:pt x="255300" y="163859"/>
                  <a:pt x="246193" y="192881"/>
                </a:cubicBezTo>
                <a:lnTo>
                  <a:pt x="21434" y="192881"/>
                </a:lnTo>
                <a:cubicBezTo>
                  <a:pt x="9555" y="192881"/>
                  <a:pt x="5" y="202435"/>
                  <a:pt x="5" y="214313"/>
                </a:cubicBezTo>
                <a:cubicBezTo>
                  <a:pt x="5" y="226190"/>
                  <a:pt x="9560" y="235744"/>
                  <a:pt x="21438" y="235744"/>
                </a:cubicBezTo>
                <a:lnTo>
                  <a:pt x="246198" y="235744"/>
                </a:lnTo>
                <a:cubicBezTo>
                  <a:pt x="255305" y="264766"/>
                  <a:pt x="282362" y="285751"/>
                  <a:pt x="314330" y="285751"/>
                </a:cubicBezTo>
                <a:cubicBezTo>
                  <a:pt x="346297" y="285751"/>
                  <a:pt x="373354" y="264766"/>
                  <a:pt x="382462" y="235744"/>
                </a:cubicBezTo>
                <a:lnTo>
                  <a:pt x="435771" y="235744"/>
                </a:lnTo>
                <a:cubicBezTo>
                  <a:pt x="447649" y="235744"/>
                  <a:pt x="457205" y="226190"/>
                  <a:pt x="457205" y="214313"/>
                </a:cubicBezTo>
                <a:cubicBezTo>
                  <a:pt x="457205" y="202435"/>
                  <a:pt x="447649" y="192881"/>
                  <a:pt x="435776" y="192881"/>
                </a:cubicBezTo>
                <a:lnTo>
                  <a:pt x="382466" y="192881"/>
                </a:lnTo>
                <a:cubicBezTo>
                  <a:pt x="373359" y="163859"/>
                  <a:pt x="346302" y="142874"/>
                  <a:pt x="314334" y="142874"/>
                </a:cubicBezTo>
                <a:lnTo>
                  <a:pt x="314325" y="142874"/>
                </a:lnTo>
                <a:moveTo>
                  <a:pt x="171450" y="100011"/>
                </a:moveTo>
                <a:cubicBezTo>
                  <a:pt x="155667" y="100011"/>
                  <a:pt x="142875" y="87217"/>
                  <a:pt x="142875" y="71435"/>
                </a:cubicBezTo>
                <a:cubicBezTo>
                  <a:pt x="142875" y="55653"/>
                  <a:pt x="155667" y="42858"/>
                  <a:pt x="171450" y="42858"/>
                </a:cubicBezTo>
                <a:cubicBezTo>
                  <a:pt x="187233" y="42858"/>
                  <a:pt x="200025" y="55653"/>
                  <a:pt x="200025" y="71435"/>
                </a:cubicBezTo>
                <a:cubicBezTo>
                  <a:pt x="200025" y="87217"/>
                  <a:pt x="187233" y="100011"/>
                  <a:pt x="171450" y="100011"/>
                </a:cubicBezTo>
                <a:moveTo>
                  <a:pt x="239582" y="50008"/>
                </a:moveTo>
                <a:cubicBezTo>
                  <a:pt x="230475" y="20985"/>
                  <a:pt x="203417" y="0"/>
                  <a:pt x="171450" y="0"/>
                </a:cubicBezTo>
                <a:cubicBezTo>
                  <a:pt x="139483" y="0"/>
                  <a:pt x="112425" y="20985"/>
                  <a:pt x="103318" y="50008"/>
                </a:cubicBezTo>
                <a:lnTo>
                  <a:pt x="21434" y="50008"/>
                </a:lnTo>
                <a:cubicBezTo>
                  <a:pt x="9555" y="50008"/>
                  <a:pt x="5" y="59562"/>
                  <a:pt x="5" y="71439"/>
                </a:cubicBezTo>
                <a:cubicBezTo>
                  <a:pt x="5" y="83316"/>
                  <a:pt x="9560" y="92870"/>
                  <a:pt x="21438" y="92870"/>
                </a:cubicBezTo>
                <a:lnTo>
                  <a:pt x="103323" y="92870"/>
                </a:lnTo>
                <a:cubicBezTo>
                  <a:pt x="112430" y="121892"/>
                  <a:pt x="139487" y="142878"/>
                  <a:pt x="171455" y="142878"/>
                </a:cubicBezTo>
                <a:cubicBezTo>
                  <a:pt x="203422" y="142878"/>
                  <a:pt x="230479" y="121892"/>
                  <a:pt x="239587" y="92870"/>
                </a:cubicBezTo>
                <a:lnTo>
                  <a:pt x="435771" y="92870"/>
                </a:lnTo>
                <a:cubicBezTo>
                  <a:pt x="447649" y="92870"/>
                  <a:pt x="457205" y="83316"/>
                  <a:pt x="457205" y="71439"/>
                </a:cubicBezTo>
                <a:cubicBezTo>
                  <a:pt x="457205" y="59562"/>
                  <a:pt x="447649" y="50008"/>
                  <a:pt x="435776" y="50008"/>
                </a:cubicBezTo>
                <a:lnTo>
                  <a:pt x="239582" y="50008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74114" y="4224298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35733" y="21434"/>
                </a:moveTo>
                <a:cubicBezTo>
                  <a:pt x="135733" y="9555"/>
                  <a:pt x="126180" y="5"/>
                  <a:pt x="114302" y="5"/>
                </a:cubicBezTo>
                <a:cubicBezTo>
                  <a:pt x="102425" y="5"/>
                  <a:pt x="92872" y="9560"/>
                  <a:pt x="92872" y="21438"/>
                </a:cubicBezTo>
                <a:lnTo>
                  <a:pt x="92872" y="57159"/>
                </a:lnTo>
                <a:lnTo>
                  <a:pt x="57151" y="57159"/>
                </a:lnTo>
                <a:cubicBezTo>
                  <a:pt x="25631" y="57159"/>
                  <a:pt x="0" y="82785"/>
                  <a:pt x="0" y="114309"/>
                </a:cubicBezTo>
                <a:lnTo>
                  <a:pt x="0" y="128597"/>
                </a:lnTo>
                <a:lnTo>
                  <a:pt x="0" y="171459"/>
                </a:lnTo>
                <a:lnTo>
                  <a:pt x="0" y="400059"/>
                </a:lnTo>
                <a:cubicBezTo>
                  <a:pt x="0" y="431583"/>
                  <a:pt x="25627" y="457209"/>
                  <a:pt x="57151" y="457209"/>
                </a:cubicBezTo>
                <a:lnTo>
                  <a:pt x="342903" y="457209"/>
                </a:lnTo>
                <a:cubicBezTo>
                  <a:pt x="374423" y="457209"/>
                  <a:pt x="400054" y="431583"/>
                  <a:pt x="400054" y="400059"/>
                </a:cubicBezTo>
                <a:lnTo>
                  <a:pt x="400054" y="171459"/>
                </a:lnTo>
                <a:lnTo>
                  <a:pt x="400054" y="128597"/>
                </a:lnTo>
                <a:lnTo>
                  <a:pt x="400054" y="114309"/>
                </a:lnTo>
                <a:cubicBezTo>
                  <a:pt x="400054" y="82785"/>
                  <a:pt x="374427" y="57159"/>
                  <a:pt x="342903" y="57159"/>
                </a:cubicBezTo>
                <a:lnTo>
                  <a:pt x="307182" y="57159"/>
                </a:lnTo>
                <a:lnTo>
                  <a:pt x="307182" y="21443"/>
                </a:lnTo>
                <a:cubicBezTo>
                  <a:pt x="307182" y="9565"/>
                  <a:pt x="297629" y="14"/>
                  <a:pt x="285752" y="14"/>
                </a:cubicBezTo>
                <a:cubicBezTo>
                  <a:pt x="273874" y="14"/>
                  <a:pt x="264321" y="9569"/>
                  <a:pt x="264321" y="21447"/>
                </a:cubicBezTo>
                <a:lnTo>
                  <a:pt x="264321" y="57168"/>
                </a:lnTo>
                <a:lnTo>
                  <a:pt x="135733" y="57168"/>
                </a:lnTo>
                <a:lnTo>
                  <a:pt x="135733" y="21434"/>
                </a:lnTo>
                <a:moveTo>
                  <a:pt x="42861" y="171450"/>
                </a:moveTo>
                <a:lnTo>
                  <a:pt x="357185" y="171450"/>
                </a:lnTo>
                <a:lnTo>
                  <a:pt x="357185" y="400050"/>
                </a:lnTo>
                <a:cubicBezTo>
                  <a:pt x="357185" y="407909"/>
                  <a:pt x="350756" y="414338"/>
                  <a:pt x="342899" y="414338"/>
                </a:cubicBezTo>
                <a:lnTo>
                  <a:pt x="57147" y="414338"/>
                </a:lnTo>
                <a:cubicBezTo>
                  <a:pt x="49290" y="414338"/>
                  <a:pt x="42861" y="407909"/>
                  <a:pt x="42861" y="400050"/>
                </a:cubicBezTo>
                <a:lnTo>
                  <a:pt x="42861" y="17145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626809" y="1925114"/>
            <a:ext cx="457200" cy="342900"/>
          </a:xfrm>
          <a:custGeom>
            <a:avLst/>
            <a:gdLst/>
            <a:ahLst/>
            <a:cxnLst/>
            <a:rect l="l" t="t" r="r" b="b"/>
            <a:pathLst>
              <a:path w="457200" h="342900">
                <a:moveTo>
                  <a:pt x="91440" y="34290"/>
                </a:moveTo>
                <a:cubicBezTo>
                  <a:pt x="104063" y="34290"/>
                  <a:pt x="114300" y="44526"/>
                  <a:pt x="114300" y="57151"/>
                </a:cubicBezTo>
                <a:cubicBezTo>
                  <a:pt x="114300" y="69777"/>
                  <a:pt x="104063" y="80012"/>
                  <a:pt x="91440" y="80012"/>
                </a:cubicBezTo>
                <a:cubicBezTo>
                  <a:pt x="78817" y="80012"/>
                  <a:pt x="68580" y="69777"/>
                  <a:pt x="68580" y="57151"/>
                </a:cubicBezTo>
                <a:cubicBezTo>
                  <a:pt x="68580" y="44526"/>
                  <a:pt x="78817" y="34290"/>
                  <a:pt x="91440" y="34290"/>
                </a:cubicBezTo>
                <a:lnTo>
                  <a:pt x="91440" y="34290"/>
                </a:lnTo>
                <a:moveTo>
                  <a:pt x="108585" y="111659"/>
                </a:moveTo>
                <a:cubicBezTo>
                  <a:pt x="131802" y="104372"/>
                  <a:pt x="148590" y="82728"/>
                  <a:pt x="148590" y="57151"/>
                </a:cubicBezTo>
                <a:cubicBezTo>
                  <a:pt x="148590" y="25577"/>
                  <a:pt x="123014" y="0"/>
                  <a:pt x="91440" y="0"/>
                </a:cubicBezTo>
                <a:cubicBezTo>
                  <a:pt x="59866" y="0"/>
                  <a:pt x="34290" y="25573"/>
                  <a:pt x="34290" y="57151"/>
                </a:cubicBezTo>
                <a:cubicBezTo>
                  <a:pt x="34290" y="82725"/>
                  <a:pt x="51078" y="104372"/>
                  <a:pt x="74295" y="111659"/>
                </a:cubicBezTo>
                <a:lnTo>
                  <a:pt x="74295" y="154308"/>
                </a:lnTo>
                <a:lnTo>
                  <a:pt x="17145" y="154308"/>
                </a:lnTo>
                <a:cubicBezTo>
                  <a:pt x="7644" y="154308"/>
                  <a:pt x="0" y="161952"/>
                  <a:pt x="0" y="171453"/>
                </a:cubicBezTo>
                <a:cubicBezTo>
                  <a:pt x="0" y="180955"/>
                  <a:pt x="7644" y="188598"/>
                  <a:pt x="17145" y="188598"/>
                </a:cubicBezTo>
                <a:lnTo>
                  <a:pt x="211455" y="188598"/>
                </a:lnTo>
                <a:lnTo>
                  <a:pt x="211455" y="231245"/>
                </a:lnTo>
                <a:cubicBezTo>
                  <a:pt x="188238" y="238532"/>
                  <a:pt x="171450" y="260175"/>
                  <a:pt x="171450" y="285752"/>
                </a:cubicBezTo>
                <a:cubicBezTo>
                  <a:pt x="171450" y="317327"/>
                  <a:pt x="197026" y="342903"/>
                  <a:pt x="228600" y="342903"/>
                </a:cubicBezTo>
                <a:cubicBezTo>
                  <a:pt x="260174" y="342903"/>
                  <a:pt x="285750" y="317330"/>
                  <a:pt x="285750" y="285752"/>
                </a:cubicBezTo>
                <a:cubicBezTo>
                  <a:pt x="285750" y="260179"/>
                  <a:pt x="268962" y="238532"/>
                  <a:pt x="245745" y="231245"/>
                </a:cubicBezTo>
                <a:lnTo>
                  <a:pt x="245745" y="188598"/>
                </a:lnTo>
                <a:lnTo>
                  <a:pt x="440055" y="188598"/>
                </a:lnTo>
                <a:cubicBezTo>
                  <a:pt x="449556" y="188598"/>
                  <a:pt x="457200" y="180955"/>
                  <a:pt x="457200" y="171453"/>
                </a:cubicBezTo>
                <a:cubicBezTo>
                  <a:pt x="457200" y="161952"/>
                  <a:pt x="449556" y="154308"/>
                  <a:pt x="440055" y="154308"/>
                </a:cubicBezTo>
                <a:lnTo>
                  <a:pt x="382905" y="154308"/>
                </a:lnTo>
                <a:lnTo>
                  <a:pt x="382905" y="111659"/>
                </a:lnTo>
                <a:cubicBezTo>
                  <a:pt x="406122" y="104372"/>
                  <a:pt x="422910" y="82728"/>
                  <a:pt x="422910" y="57151"/>
                </a:cubicBezTo>
                <a:cubicBezTo>
                  <a:pt x="422910" y="25577"/>
                  <a:pt x="397334" y="0"/>
                  <a:pt x="365760" y="0"/>
                </a:cubicBezTo>
                <a:cubicBezTo>
                  <a:pt x="334186" y="0"/>
                  <a:pt x="308610" y="25573"/>
                  <a:pt x="308610" y="57151"/>
                </a:cubicBezTo>
                <a:cubicBezTo>
                  <a:pt x="308610" y="82725"/>
                  <a:pt x="325398" y="104372"/>
                  <a:pt x="348615" y="111659"/>
                </a:cubicBezTo>
                <a:lnTo>
                  <a:pt x="348615" y="154308"/>
                </a:lnTo>
                <a:lnTo>
                  <a:pt x="108585" y="154308"/>
                </a:lnTo>
                <a:lnTo>
                  <a:pt x="108585" y="111659"/>
                </a:lnTo>
                <a:moveTo>
                  <a:pt x="228600" y="308610"/>
                </a:moveTo>
                <a:cubicBezTo>
                  <a:pt x="215977" y="308610"/>
                  <a:pt x="205740" y="298374"/>
                  <a:pt x="205740" y="285749"/>
                </a:cubicBezTo>
                <a:cubicBezTo>
                  <a:pt x="205740" y="273123"/>
                  <a:pt x="215977" y="262888"/>
                  <a:pt x="228600" y="262888"/>
                </a:cubicBezTo>
                <a:cubicBezTo>
                  <a:pt x="241223" y="262888"/>
                  <a:pt x="251460" y="273123"/>
                  <a:pt x="251460" y="285749"/>
                </a:cubicBezTo>
                <a:cubicBezTo>
                  <a:pt x="251460" y="298374"/>
                  <a:pt x="241223" y="308610"/>
                  <a:pt x="228600" y="308610"/>
                </a:cubicBezTo>
                <a:moveTo>
                  <a:pt x="342900" y="57151"/>
                </a:moveTo>
                <a:cubicBezTo>
                  <a:pt x="342900" y="44526"/>
                  <a:pt x="353137" y="34290"/>
                  <a:pt x="365760" y="34290"/>
                </a:cubicBezTo>
                <a:cubicBezTo>
                  <a:pt x="378383" y="34290"/>
                  <a:pt x="388620" y="44526"/>
                  <a:pt x="388620" y="57151"/>
                </a:cubicBezTo>
                <a:cubicBezTo>
                  <a:pt x="388620" y="69777"/>
                  <a:pt x="378383" y="80012"/>
                  <a:pt x="365760" y="80012"/>
                </a:cubicBezTo>
                <a:cubicBezTo>
                  <a:pt x="353137" y="80012"/>
                  <a:pt x="342900" y="69777"/>
                  <a:pt x="342900" y="57151"/>
                </a:cubicBezTo>
                <a:lnTo>
                  <a:pt x="342900" y="57151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02689" y="1867489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50032" y="57150"/>
                </a:moveTo>
                <a:lnTo>
                  <a:pt x="285752" y="57150"/>
                </a:lnTo>
                <a:cubicBezTo>
                  <a:pt x="317275" y="57150"/>
                  <a:pt x="342903" y="82776"/>
                  <a:pt x="342903" y="114300"/>
                </a:cubicBezTo>
                <a:lnTo>
                  <a:pt x="342903" y="400050"/>
                </a:lnTo>
                <a:cubicBezTo>
                  <a:pt x="342903" y="431574"/>
                  <a:pt x="317275" y="457200"/>
                  <a:pt x="285752" y="457200"/>
                </a:cubicBezTo>
                <a:lnTo>
                  <a:pt x="57151" y="457200"/>
                </a:lnTo>
                <a:cubicBezTo>
                  <a:pt x="25628" y="457200"/>
                  <a:pt x="0" y="431574"/>
                  <a:pt x="0" y="400050"/>
                </a:cubicBezTo>
                <a:lnTo>
                  <a:pt x="0" y="114300"/>
                </a:lnTo>
                <a:cubicBezTo>
                  <a:pt x="0" y="82776"/>
                  <a:pt x="25628" y="57150"/>
                  <a:pt x="57151" y="57150"/>
                </a:cubicBezTo>
                <a:lnTo>
                  <a:pt x="92871" y="57150"/>
                </a:lnTo>
                <a:lnTo>
                  <a:pt x="101444" y="57150"/>
                </a:lnTo>
                <a:cubicBezTo>
                  <a:pt x="108051" y="24556"/>
                  <a:pt x="136896" y="0"/>
                  <a:pt x="171453" y="0"/>
                </a:cubicBezTo>
                <a:cubicBezTo>
                  <a:pt x="206011" y="0"/>
                  <a:pt x="234856" y="24556"/>
                  <a:pt x="241463" y="57150"/>
                </a:cubicBezTo>
                <a:lnTo>
                  <a:pt x="250032" y="57150"/>
                </a:lnTo>
                <a:moveTo>
                  <a:pt x="57151" y="100013"/>
                </a:moveTo>
                <a:cubicBezTo>
                  <a:pt x="49292" y="100013"/>
                  <a:pt x="42863" y="106441"/>
                  <a:pt x="42863" y="114300"/>
                </a:cubicBezTo>
                <a:lnTo>
                  <a:pt x="42863" y="400050"/>
                </a:lnTo>
                <a:cubicBezTo>
                  <a:pt x="42863" y="407909"/>
                  <a:pt x="49292" y="414338"/>
                  <a:pt x="57151" y="414338"/>
                </a:cubicBezTo>
                <a:lnTo>
                  <a:pt x="285752" y="414338"/>
                </a:lnTo>
                <a:cubicBezTo>
                  <a:pt x="293612" y="414338"/>
                  <a:pt x="300041" y="407909"/>
                  <a:pt x="300041" y="400050"/>
                </a:cubicBezTo>
                <a:lnTo>
                  <a:pt x="300041" y="114300"/>
                </a:lnTo>
                <a:cubicBezTo>
                  <a:pt x="300041" y="106441"/>
                  <a:pt x="293612" y="100013"/>
                  <a:pt x="285752" y="100013"/>
                </a:cubicBezTo>
                <a:lnTo>
                  <a:pt x="271464" y="100013"/>
                </a:lnTo>
                <a:lnTo>
                  <a:pt x="271464" y="121446"/>
                </a:lnTo>
                <a:cubicBezTo>
                  <a:pt x="271464" y="133324"/>
                  <a:pt x="261910" y="142880"/>
                  <a:pt x="250032" y="142880"/>
                </a:cubicBezTo>
                <a:lnTo>
                  <a:pt x="171450" y="142880"/>
                </a:lnTo>
                <a:lnTo>
                  <a:pt x="92868" y="142880"/>
                </a:lnTo>
                <a:cubicBezTo>
                  <a:pt x="80990" y="142880"/>
                  <a:pt x="71436" y="133324"/>
                  <a:pt x="71436" y="121451"/>
                </a:cubicBezTo>
                <a:lnTo>
                  <a:pt x="71436" y="100022"/>
                </a:lnTo>
                <a:lnTo>
                  <a:pt x="57151" y="100013"/>
                </a:lnTo>
                <a:moveTo>
                  <a:pt x="171450" y="92871"/>
                </a:moveTo>
                <a:cubicBezTo>
                  <a:pt x="183287" y="92871"/>
                  <a:pt x="192881" y="83274"/>
                  <a:pt x="192881" y="71442"/>
                </a:cubicBezTo>
                <a:cubicBezTo>
                  <a:pt x="192881" y="59605"/>
                  <a:pt x="183287" y="50013"/>
                  <a:pt x="171450" y="50013"/>
                </a:cubicBezTo>
                <a:cubicBezTo>
                  <a:pt x="159613" y="50013"/>
                  <a:pt x="150019" y="59610"/>
                  <a:pt x="150019" y="71447"/>
                </a:cubicBezTo>
                <a:cubicBezTo>
                  <a:pt x="150019" y="83284"/>
                  <a:pt x="159613" y="92880"/>
                  <a:pt x="171450" y="92880"/>
                </a:cubicBezTo>
                <a:lnTo>
                  <a:pt x="171450" y="92871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83373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739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21059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414718" y="1554480"/>
            <a:ext cx="2103120" cy="438912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79" y="1164795"/>
            <a:ext cx="10877759" cy="45719"/>
          </a:xfrm>
          <a:custGeom>
            <a:avLst/>
            <a:gdLst/>
            <a:ahLst/>
            <a:cxnLst/>
            <a:rect l="l" t="t" r="r" b="b"/>
            <a:pathLst>
              <a:path w="10877759" h="45719">
                <a:moveTo>
                  <a:pt x="0" y="0"/>
                </a:moveTo>
                <a:lnTo>
                  <a:pt x="10877759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招聘漏斗分析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59" y="1716002"/>
            <a:ext cx="457200" cy="45720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2959" y="17160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570E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62339" y="1716002"/>
            <a:ext cx="457200" cy="45720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062339" y="17160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570E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55999" y="1716002"/>
            <a:ext cx="457200" cy="45720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55999" y="17160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570E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49659" y="1716002"/>
            <a:ext cx="457200" cy="45720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49659" y="17160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570E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43318" y="1716002"/>
            <a:ext cx="457200" cy="45720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643318" y="17160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570E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智能招聘管理系统全面解决方案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643318" y="2925509"/>
            <a:ext cx="1645920" cy="2746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基于数据判断招聘流程改进点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43318" y="2350691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优化方向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49659" y="2925509"/>
            <a:ext cx="1645920" cy="2746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统计不同阶段流失原因及占比.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49659" y="2350691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流失分析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5999" y="2928385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快速发现转化率低的环节.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5999" y="2353567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瓶颈识别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062339" y="2928385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各阶段转化情况数据化呈现.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62339" y="2353567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转化率统计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7701" y="2928385"/>
            <a:ext cx="1645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从简历筛选到最终入职的完整漏斗.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7701" y="2353567"/>
            <a:ext cx="1645920" cy="457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全流程展示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9" y="1164795"/>
            <a:ext cx="8229600" cy="45719"/>
          </a:xfrm>
          <a:custGeom>
            <a:avLst/>
            <a:gdLst/>
            <a:ahLst/>
            <a:cxnLst/>
            <a:rect l="l" t="t" r="r" b="b"/>
            <a:pathLst>
              <a:path w="8229600" h="45719">
                <a:moveTo>
                  <a:pt x="0" y="0"/>
                </a:moveTo>
                <a:lnTo>
                  <a:pt x="822960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79" y="1"/>
            <a:ext cx="822960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流失原因分析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智能招聘管理系统全面解决方案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03243" y="54917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为流程优化提供数据支撑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03243" y="5075201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改进依据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03243" y="43689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精准定位招聘流程中的问题点.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03243" y="3952398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问题定位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03243" y="32021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流失原因的分布占比一目了然.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03243" y="2785642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占比分析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03243" y="1600270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多维度统计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03243" y="2016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按阶段按原因进行流失统计.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441159" y="0"/>
            <a:ext cx="2750841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441159" y="0"/>
            <a:ext cx="2750841" cy="6858000"/>
          </a:xfrm>
          <a:prstGeom prst="rect">
            <a:avLst/>
          </a:prstGeom>
          <a:blipFill>
            <a:blip r:embed="rId1"/>
            <a:srcRect l="0" t="0" r="0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9165" y="5097597"/>
            <a:ext cx="457200" cy="400050"/>
          </a:xfrm>
          <a:custGeom>
            <a:avLst/>
            <a:gdLst/>
            <a:ahLst/>
            <a:cxnLst/>
            <a:rect l="l" t="t" r="r" b="b"/>
            <a:pathLst>
              <a:path w="457200" h="400050">
                <a:moveTo>
                  <a:pt x="371475" y="42861"/>
                </a:moveTo>
                <a:cubicBezTo>
                  <a:pt x="379334" y="42861"/>
                  <a:pt x="385763" y="49290"/>
                  <a:pt x="385763" y="57147"/>
                </a:cubicBezTo>
                <a:cubicBezTo>
                  <a:pt x="385763" y="65004"/>
                  <a:pt x="379334" y="71433"/>
                  <a:pt x="371475" y="71433"/>
                </a:cubicBezTo>
                <a:lnTo>
                  <a:pt x="85725" y="71433"/>
                </a:lnTo>
                <a:cubicBezTo>
                  <a:pt x="77866" y="71433"/>
                  <a:pt x="71438" y="65004"/>
                  <a:pt x="71438" y="57147"/>
                </a:cubicBezTo>
                <a:cubicBezTo>
                  <a:pt x="71438" y="49290"/>
                  <a:pt x="77866" y="42861"/>
                  <a:pt x="85725" y="42861"/>
                </a:cubicBezTo>
                <a:lnTo>
                  <a:pt x="371475" y="42861"/>
                </a:lnTo>
                <a:moveTo>
                  <a:pt x="85725" y="0"/>
                </a:moveTo>
                <a:cubicBezTo>
                  <a:pt x="54201" y="0"/>
                  <a:pt x="28575" y="25627"/>
                  <a:pt x="28575" y="57151"/>
                </a:cubicBezTo>
                <a:cubicBezTo>
                  <a:pt x="28575" y="88671"/>
                  <a:pt x="54201" y="114302"/>
                  <a:pt x="85725" y="114302"/>
                </a:cubicBezTo>
                <a:lnTo>
                  <a:pt x="207171" y="114302"/>
                </a:lnTo>
                <a:lnTo>
                  <a:pt x="207171" y="128588"/>
                </a:lnTo>
                <a:lnTo>
                  <a:pt x="198329" y="137429"/>
                </a:lnTo>
                <a:lnTo>
                  <a:pt x="173238" y="162520"/>
                </a:lnTo>
                <a:lnTo>
                  <a:pt x="164309" y="171449"/>
                </a:lnTo>
                <a:lnTo>
                  <a:pt x="114305" y="171449"/>
                </a:lnTo>
                <a:cubicBezTo>
                  <a:pt x="70907" y="171449"/>
                  <a:pt x="35726" y="206634"/>
                  <a:pt x="35726" y="250031"/>
                </a:cubicBezTo>
                <a:lnTo>
                  <a:pt x="35726" y="285752"/>
                </a:lnTo>
                <a:lnTo>
                  <a:pt x="28584" y="285752"/>
                </a:lnTo>
                <a:cubicBezTo>
                  <a:pt x="12779" y="285752"/>
                  <a:pt x="9" y="298521"/>
                  <a:pt x="9" y="314327"/>
                </a:cubicBezTo>
                <a:lnTo>
                  <a:pt x="9" y="371478"/>
                </a:lnTo>
                <a:cubicBezTo>
                  <a:pt x="9" y="387284"/>
                  <a:pt x="12779" y="400054"/>
                  <a:pt x="28584" y="400054"/>
                </a:cubicBezTo>
                <a:lnTo>
                  <a:pt x="85734" y="400054"/>
                </a:lnTo>
                <a:cubicBezTo>
                  <a:pt x="101540" y="400054"/>
                  <a:pt x="114309" y="387284"/>
                  <a:pt x="114309" y="371478"/>
                </a:cubicBezTo>
                <a:lnTo>
                  <a:pt x="114309" y="314327"/>
                </a:lnTo>
                <a:cubicBezTo>
                  <a:pt x="114309" y="298521"/>
                  <a:pt x="101540" y="285752"/>
                  <a:pt x="85734" y="285752"/>
                </a:cubicBezTo>
                <a:lnTo>
                  <a:pt x="78593" y="285752"/>
                </a:lnTo>
                <a:lnTo>
                  <a:pt x="78593" y="250031"/>
                </a:lnTo>
                <a:cubicBezTo>
                  <a:pt x="78593" y="230297"/>
                  <a:pt x="94576" y="214311"/>
                  <a:pt x="114314" y="214311"/>
                </a:cubicBezTo>
                <a:lnTo>
                  <a:pt x="164322" y="214311"/>
                </a:lnTo>
                <a:lnTo>
                  <a:pt x="173165" y="223152"/>
                </a:lnTo>
                <a:lnTo>
                  <a:pt x="198256" y="248243"/>
                </a:lnTo>
                <a:lnTo>
                  <a:pt x="207185" y="257172"/>
                </a:lnTo>
                <a:lnTo>
                  <a:pt x="207185" y="285748"/>
                </a:lnTo>
                <a:lnTo>
                  <a:pt x="200043" y="285748"/>
                </a:lnTo>
                <a:cubicBezTo>
                  <a:pt x="184238" y="285748"/>
                  <a:pt x="171468" y="298517"/>
                  <a:pt x="171468" y="314323"/>
                </a:cubicBezTo>
                <a:lnTo>
                  <a:pt x="171468" y="371474"/>
                </a:lnTo>
                <a:cubicBezTo>
                  <a:pt x="171468" y="387280"/>
                  <a:pt x="184238" y="400050"/>
                  <a:pt x="200043" y="400050"/>
                </a:cubicBezTo>
                <a:lnTo>
                  <a:pt x="257193" y="400050"/>
                </a:lnTo>
                <a:cubicBezTo>
                  <a:pt x="272999" y="400050"/>
                  <a:pt x="285768" y="387280"/>
                  <a:pt x="285768" y="371474"/>
                </a:cubicBezTo>
                <a:lnTo>
                  <a:pt x="285768" y="314323"/>
                </a:lnTo>
                <a:cubicBezTo>
                  <a:pt x="285768" y="298517"/>
                  <a:pt x="272999" y="285748"/>
                  <a:pt x="257193" y="285748"/>
                </a:cubicBezTo>
                <a:lnTo>
                  <a:pt x="250052" y="285748"/>
                </a:lnTo>
                <a:lnTo>
                  <a:pt x="250052" y="257172"/>
                </a:lnTo>
                <a:lnTo>
                  <a:pt x="258894" y="248331"/>
                </a:lnTo>
                <a:lnTo>
                  <a:pt x="283985" y="223240"/>
                </a:lnTo>
                <a:lnTo>
                  <a:pt x="292914" y="214311"/>
                </a:lnTo>
                <a:lnTo>
                  <a:pt x="342923" y="214311"/>
                </a:lnTo>
                <a:cubicBezTo>
                  <a:pt x="362656" y="214311"/>
                  <a:pt x="378644" y="230297"/>
                  <a:pt x="378644" y="250031"/>
                </a:cubicBezTo>
                <a:lnTo>
                  <a:pt x="378644" y="285752"/>
                </a:lnTo>
                <a:lnTo>
                  <a:pt x="371502" y="285752"/>
                </a:lnTo>
                <a:cubicBezTo>
                  <a:pt x="355697" y="285752"/>
                  <a:pt x="342927" y="298521"/>
                  <a:pt x="342927" y="314327"/>
                </a:cubicBezTo>
                <a:lnTo>
                  <a:pt x="342927" y="371478"/>
                </a:lnTo>
                <a:cubicBezTo>
                  <a:pt x="342927" y="387284"/>
                  <a:pt x="355697" y="400054"/>
                  <a:pt x="371502" y="400054"/>
                </a:cubicBezTo>
                <a:lnTo>
                  <a:pt x="428652" y="400054"/>
                </a:lnTo>
                <a:cubicBezTo>
                  <a:pt x="444458" y="400054"/>
                  <a:pt x="457227" y="387284"/>
                  <a:pt x="457227" y="371478"/>
                </a:cubicBezTo>
                <a:lnTo>
                  <a:pt x="457227" y="314327"/>
                </a:lnTo>
                <a:cubicBezTo>
                  <a:pt x="457227" y="298521"/>
                  <a:pt x="444458" y="285752"/>
                  <a:pt x="428652" y="285752"/>
                </a:cubicBezTo>
                <a:lnTo>
                  <a:pt x="421511" y="285752"/>
                </a:lnTo>
                <a:lnTo>
                  <a:pt x="421511" y="250031"/>
                </a:lnTo>
                <a:cubicBezTo>
                  <a:pt x="421511" y="206634"/>
                  <a:pt x="386329" y="171449"/>
                  <a:pt x="342932" y="171449"/>
                </a:cubicBezTo>
                <a:lnTo>
                  <a:pt x="292928" y="171449"/>
                </a:lnTo>
                <a:lnTo>
                  <a:pt x="284086" y="162608"/>
                </a:lnTo>
                <a:lnTo>
                  <a:pt x="258995" y="137517"/>
                </a:lnTo>
                <a:lnTo>
                  <a:pt x="250066" y="128588"/>
                </a:lnTo>
                <a:lnTo>
                  <a:pt x="250066" y="114302"/>
                </a:lnTo>
                <a:lnTo>
                  <a:pt x="371512" y="114302"/>
                </a:lnTo>
                <a:cubicBezTo>
                  <a:pt x="403036" y="114302"/>
                  <a:pt x="428662" y="88675"/>
                  <a:pt x="428662" y="57151"/>
                </a:cubicBezTo>
                <a:cubicBezTo>
                  <a:pt x="428662" y="25631"/>
                  <a:pt x="403036" y="0"/>
                  <a:pt x="371512" y="0"/>
                </a:cubicBezTo>
                <a:lnTo>
                  <a:pt x="85725" y="0"/>
                </a:lnTo>
                <a:moveTo>
                  <a:pt x="42863" y="357189"/>
                </a:moveTo>
                <a:lnTo>
                  <a:pt x="42863" y="328613"/>
                </a:lnTo>
                <a:lnTo>
                  <a:pt x="71438" y="328613"/>
                </a:lnTo>
                <a:lnTo>
                  <a:pt x="71438" y="357189"/>
                </a:lnTo>
                <a:lnTo>
                  <a:pt x="42863" y="357189"/>
                </a:lnTo>
                <a:moveTo>
                  <a:pt x="214313" y="357189"/>
                </a:moveTo>
                <a:lnTo>
                  <a:pt x="214313" y="328613"/>
                </a:lnTo>
                <a:lnTo>
                  <a:pt x="242888" y="328613"/>
                </a:lnTo>
                <a:lnTo>
                  <a:pt x="242888" y="357189"/>
                </a:lnTo>
                <a:lnTo>
                  <a:pt x="214313" y="357189"/>
                </a:lnTo>
                <a:moveTo>
                  <a:pt x="385763" y="357189"/>
                </a:moveTo>
                <a:lnTo>
                  <a:pt x="385763" y="328613"/>
                </a:lnTo>
                <a:lnTo>
                  <a:pt x="414338" y="328613"/>
                </a:lnTo>
                <a:lnTo>
                  <a:pt x="414338" y="357189"/>
                </a:lnTo>
                <a:lnTo>
                  <a:pt x="385763" y="357189"/>
                </a:lnTo>
                <a:moveTo>
                  <a:pt x="203509" y="192880"/>
                </a:moveTo>
                <a:lnTo>
                  <a:pt x="228600" y="167789"/>
                </a:lnTo>
                <a:lnTo>
                  <a:pt x="253691" y="192880"/>
                </a:lnTo>
                <a:lnTo>
                  <a:pt x="228600" y="217971"/>
                </a:lnTo>
                <a:lnTo>
                  <a:pt x="203509" y="19288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0079" y="3946487"/>
            <a:ext cx="457200" cy="457077"/>
          </a:xfrm>
          <a:custGeom>
            <a:avLst/>
            <a:gdLst/>
            <a:ahLst/>
            <a:cxnLst/>
            <a:rect l="l" t="t" r="r" b="b"/>
            <a:pathLst>
              <a:path w="457200" h="457077">
                <a:moveTo>
                  <a:pt x="328580" y="185720"/>
                </a:moveTo>
                <a:cubicBezTo>
                  <a:pt x="328580" y="106819"/>
                  <a:pt x="264618" y="42860"/>
                  <a:pt x="185719" y="42860"/>
                </a:cubicBezTo>
                <a:cubicBezTo>
                  <a:pt x="106820" y="42860"/>
                  <a:pt x="42858" y="106819"/>
                  <a:pt x="42858" y="185720"/>
                </a:cubicBezTo>
                <a:cubicBezTo>
                  <a:pt x="42858" y="264620"/>
                  <a:pt x="106820" y="328579"/>
                  <a:pt x="185719" y="328579"/>
                </a:cubicBezTo>
                <a:cubicBezTo>
                  <a:pt x="264618" y="328579"/>
                  <a:pt x="328580" y="264620"/>
                  <a:pt x="328580" y="185720"/>
                </a:cubicBezTo>
                <a:moveTo>
                  <a:pt x="300988" y="331349"/>
                </a:moveTo>
                <a:cubicBezTo>
                  <a:pt x="269382" y="356438"/>
                  <a:pt x="229290" y="371439"/>
                  <a:pt x="185719" y="371439"/>
                </a:cubicBezTo>
                <a:cubicBezTo>
                  <a:pt x="83128" y="371439"/>
                  <a:pt x="0" y="288311"/>
                  <a:pt x="0" y="185720"/>
                </a:cubicBezTo>
                <a:cubicBezTo>
                  <a:pt x="0" y="83129"/>
                  <a:pt x="83128" y="0"/>
                  <a:pt x="185719" y="0"/>
                </a:cubicBezTo>
                <a:cubicBezTo>
                  <a:pt x="288310" y="0"/>
                  <a:pt x="371438" y="83129"/>
                  <a:pt x="371438" y="185720"/>
                </a:cubicBezTo>
                <a:cubicBezTo>
                  <a:pt x="371438" y="229293"/>
                  <a:pt x="356438" y="269383"/>
                  <a:pt x="331347" y="300990"/>
                </a:cubicBezTo>
                <a:lnTo>
                  <a:pt x="450904" y="420548"/>
                </a:lnTo>
                <a:cubicBezTo>
                  <a:pt x="459299" y="428940"/>
                  <a:pt x="459299" y="442515"/>
                  <a:pt x="450904" y="450815"/>
                </a:cubicBezTo>
                <a:cubicBezTo>
                  <a:pt x="442510" y="459121"/>
                  <a:pt x="428940" y="459207"/>
                  <a:pt x="420638" y="450815"/>
                </a:cubicBezTo>
                <a:lnTo>
                  <a:pt x="300988" y="331349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0079" y="2855695"/>
            <a:ext cx="457200" cy="304816"/>
          </a:xfrm>
          <a:custGeom>
            <a:avLst/>
            <a:gdLst/>
            <a:ahLst/>
            <a:cxnLst/>
            <a:rect l="l" t="t" r="r" b="b"/>
            <a:pathLst>
              <a:path w="457200" h="304816">
                <a:moveTo>
                  <a:pt x="417364" y="127880"/>
                </a:moveTo>
                <a:cubicBezTo>
                  <a:pt x="419824" y="134070"/>
                  <a:pt x="424350" y="139310"/>
                  <a:pt x="430303" y="142328"/>
                </a:cubicBezTo>
                <a:lnTo>
                  <a:pt x="443164" y="148756"/>
                </a:lnTo>
                <a:cubicBezTo>
                  <a:pt x="455705" y="155027"/>
                  <a:pt x="460784" y="170267"/>
                  <a:pt x="454516" y="182811"/>
                </a:cubicBezTo>
                <a:cubicBezTo>
                  <a:pt x="448243" y="195354"/>
                  <a:pt x="433005" y="200432"/>
                  <a:pt x="420464" y="194162"/>
                </a:cubicBezTo>
                <a:lnTo>
                  <a:pt x="396968" y="182414"/>
                </a:lnTo>
                <a:cubicBezTo>
                  <a:pt x="385301" y="176540"/>
                  <a:pt x="371804" y="175428"/>
                  <a:pt x="359341" y="179317"/>
                </a:cubicBezTo>
                <a:lnTo>
                  <a:pt x="326317" y="189477"/>
                </a:lnTo>
                <a:cubicBezTo>
                  <a:pt x="307824" y="195192"/>
                  <a:pt x="287977" y="194637"/>
                  <a:pt x="269798" y="188047"/>
                </a:cubicBezTo>
                <a:lnTo>
                  <a:pt x="245983" y="179393"/>
                </a:lnTo>
                <a:cubicBezTo>
                  <a:pt x="234790" y="175346"/>
                  <a:pt x="222487" y="175346"/>
                  <a:pt x="211295" y="179393"/>
                </a:cubicBezTo>
                <a:lnTo>
                  <a:pt x="187479" y="188047"/>
                </a:lnTo>
                <a:cubicBezTo>
                  <a:pt x="169301" y="194634"/>
                  <a:pt x="149459" y="195192"/>
                  <a:pt x="130960" y="189477"/>
                </a:cubicBezTo>
                <a:lnTo>
                  <a:pt x="97937" y="179317"/>
                </a:lnTo>
                <a:cubicBezTo>
                  <a:pt x="85474" y="175507"/>
                  <a:pt x="71982" y="176620"/>
                  <a:pt x="60309" y="182414"/>
                </a:cubicBezTo>
                <a:lnTo>
                  <a:pt x="36731" y="194162"/>
                </a:lnTo>
                <a:cubicBezTo>
                  <a:pt x="24190" y="200432"/>
                  <a:pt x="8947" y="195354"/>
                  <a:pt x="2679" y="182811"/>
                </a:cubicBezTo>
                <a:cubicBezTo>
                  <a:pt x="-3594" y="170267"/>
                  <a:pt x="1490" y="155027"/>
                  <a:pt x="14031" y="148756"/>
                </a:cubicBezTo>
                <a:lnTo>
                  <a:pt x="26893" y="142328"/>
                </a:lnTo>
                <a:cubicBezTo>
                  <a:pt x="32845" y="139310"/>
                  <a:pt x="37372" y="134073"/>
                  <a:pt x="39831" y="127880"/>
                </a:cubicBezTo>
                <a:cubicBezTo>
                  <a:pt x="69755" y="52947"/>
                  <a:pt x="142944" y="0"/>
                  <a:pt x="228595" y="0"/>
                </a:cubicBezTo>
                <a:cubicBezTo>
                  <a:pt x="314247" y="0"/>
                  <a:pt x="387431" y="52947"/>
                  <a:pt x="417360" y="127880"/>
                </a:cubicBezTo>
                <a:lnTo>
                  <a:pt x="417364" y="127880"/>
                </a:lnTo>
                <a:moveTo>
                  <a:pt x="158113" y="52151"/>
                </a:moveTo>
                <a:cubicBezTo>
                  <a:pt x="151841" y="48975"/>
                  <a:pt x="144224" y="51596"/>
                  <a:pt x="141046" y="57866"/>
                </a:cubicBezTo>
                <a:lnTo>
                  <a:pt x="128345" y="83267"/>
                </a:lnTo>
                <a:cubicBezTo>
                  <a:pt x="125172" y="89537"/>
                  <a:pt x="127787" y="97157"/>
                  <a:pt x="134060" y="100333"/>
                </a:cubicBezTo>
                <a:cubicBezTo>
                  <a:pt x="135807" y="101205"/>
                  <a:pt x="137631" y="101604"/>
                  <a:pt x="139460" y="101684"/>
                </a:cubicBezTo>
                <a:lnTo>
                  <a:pt x="140017" y="101684"/>
                </a:lnTo>
                <a:cubicBezTo>
                  <a:pt x="144544" y="101604"/>
                  <a:pt x="148910" y="99065"/>
                  <a:pt x="151132" y="94697"/>
                </a:cubicBezTo>
                <a:lnTo>
                  <a:pt x="163833" y="69297"/>
                </a:lnTo>
                <a:cubicBezTo>
                  <a:pt x="167006" y="63027"/>
                  <a:pt x="164391" y="55406"/>
                  <a:pt x="158118" y="52230"/>
                </a:cubicBezTo>
                <a:lnTo>
                  <a:pt x="158113" y="52151"/>
                </a:lnTo>
                <a:moveTo>
                  <a:pt x="299169" y="52151"/>
                </a:moveTo>
                <a:cubicBezTo>
                  <a:pt x="292896" y="55327"/>
                  <a:pt x="290359" y="62948"/>
                  <a:pt x="293454" y="69218"/>
                </a:cubicBezTo>
                <a:lnTo>
                  <a:pt x="306155" y="94618"/>
                </a:lnTo>
                <a:cubicBezTo>
                  <a:pt x="308299" y="98983"/>
                  <a:pt x="312665" y="101525"/>
                  <a:pt x="317269" y="101604"/>
                </a:cubicBezTo>
                <a:lnTo>
                  <a:pt x="317827" y="101604"/>
                </a:lnTo>
                <a:cubicBezTo>
                  <a:pt x="319651" y="101604"/>
                  <a:pt x="321480" y="101129"/>
                  <a:pt x="323227" y="100254"/>
                </a:cubicBezTo>
                <a:cubicBezTo>
                  <a:pt x="329499" y="97078"/>
                  <a:pt x="332037" y="89457"/>
                  <a:pt x="328942" y="83187"/>
                </a:cubicBezTo>
                <a:lnTo>
                  <a:pt x="316241" y="57787"/>
                </a:lnTo>
                <a:cubicBezTo>
                  <a:pt x="313068" y="51517"/>
                  <a:pt x="305446" y="48975"/>
                  <a:pt x="299173" y="52072"/>
                </a:cubicBezTo>
                <a:lnTo>
                  <a:pt x="299169" y="52151"/>
                </a:lnTo>
                <a:moveTo>
                  <a:pt x="228600" y="50804"/>
                </a:moveTo>
                <a:cubicBezTo>
                  <a:pt x="221614" y="50804"/>
                  <a:pt x="215899" y="56519"/>
                  <a:pt x="215899" y="63505"/>
                </a:cubicBezTo>
                <a:lnTo>
                  <a:pt x="215899" y="88906"/>
                </a:lnTo>
                <a:cubicBezTo>
                  <a:pt x="215899" y="95892"/>
                  <a:pt x="221614" y="101607"/>
                  <a:pt x="228600" y="101607"/>
                </a:cubicBezTo>
                <a:cubicBezTo>
                  <a:pt x="235586" y="101607"/>
                  <a:pt x="241301" y="95892"/>
                  <a:pt x="241301" y="88906"/>
                </a:cubicBezTo>
                <a:lnTo>
                  <a:pt x="241301" y="63505"/>
                </a:lnTo>
                <a:cubicBezTo>
                  <a:pt x="241301" y="56519"/>
                  <a:pt x="235586" y="50804"/>
                  <a:pt x="228600" y="50804"/>
                </a:cubicBezTo>
                <a:moveTo>
                  <a:pt x="71588" y="205117"/>
                </a:moveTo>
                <a:cubicBezTo>
                  <a:pt x="74921" y="203450"/>
                  <a:pt x="78574" y="202578"/>
                  <a:pt x="82227" y="202419"/>
                </a:cubicBezTo>
                <a:lnTo>
                  <a:pt x="100721" y="257984"/>
                </a:lnTo>
                <a:cubicBezTo>
                  <a:pt x="102468" y="263145"/>
                  <a:pt x="107309" y="266638"/>
                  <a:pt x="112787" y="266638"/>
                </a:cubicBezTo>
                <a:lnTo>
                  <a:pt x="344336" y="266638"/>
                </a:lnTo>
                <a:cubicBezTo>
                  <a:pt x="349813" y="266638"/>
                  <a:pt x="354655" y="263145"/>
                  <a:pt x="356401" y="257984"/>
                </a:cubicBezTo>
                <a:lnTo>
                  <a:pt x="374895" y="202419"/>
                </a:lnTo>
                <a:cubicBezTo>
                  <a:pt x="378548" y="202499"/>
                  <a:pt x="382196" y="203453"/>
                  <a:pt x="385534" y="205117"/>
                </a:cubicBezTo>
                <a:lnTo>
                  <a:pt x="409029" y="216865"/>
                </a:lnTo>
                <a:cubicBezTo>
                  <a:pt x="409345" y="217023"/>
                  <a:pt x="409743" y="217182"/>
                  <a:pt x="410063" y="217340"/>
                </a:cubicBezTo>
                <a:lnTo>
                  <a:pt x="392520" y="270049"/>
                </a:lnTo>
                <a:cubicBezTo>
                  <a:pt x="385616" y="290767"/>
                  <a:pt x="366167" y="304816"/>
                  <a:pt x="344336" y="304816"/>
                </a:cubicBezTo>
                <a:lnTo>
                  <a:pt x="112787" y="304816"/>
                </a:lnTo>
                <a:cubicBezTo>
                  <a:pt x="90955" y="304816"/>
                  <a:pt x="71511" y="290847"/>
                  <a:pt x="64602" y="270049"/>
                </a:cubicBezTo>
                <a:lnTo>
                  <a:pt x="47060" y="217419"/>
                </a:lnTo>
                <a:cubicBezTo>
                  <a:pt x="47375" y="217261"/>
                  <a:pt x="47773" y="217102"/>
                  <a:pt x="48093" y="216944"/>
                </a:cubicBezTo>
                <a:lnTo>
                  <a:pt x="71588" y="205196"/>
                </a:lnTo>
                <a:lnTo>
                  <a:pt x="71588" y="20511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0079" y="1632771"/>
            <a:ext cx="457200" cy="400050"/>
          </a:xfrm>
          <a:custGeom>
            <a:avLst/>
            <a:gdLst/>
            <a:ahLst/>
            <a:cxnLst/>
            <a:rect l="l" t="t" r="r" b="b"/>
            <a:pathLst>
              <a:path w="457200" h="400050">
                <a:moveTo>
                  <a:pt x="21434" y="0"/>
                </a:moveTo>
                <a:cubicBezTo>
                  <a:pt x="33312" y="0"/>
                  <a:pt x="42867" y="9553"/>
                  <a:pt x="42867" y="21431"/>
                </a:cubicBezTo>
                <a:lnTo>
                  <a:pt x="42867" y="335754"/>
                </a:lnTo>
                <a:cubicBezTo>
                  <a:pt x="42867" y="347631"/>
                  <a:pt x="52423" y="357185"/>
                  <a:pt x="64301" y="357185"/>
                </a:cubicBezTo>
                <a:lnTo>
                  <a:pt x="435776" y="357185"/>
                </a:lnTo>
                <a:cubicBezTo>
                  <a:pt x="447654" y="357185"/>
                  <a:pt x="457209" y="366738"/>
                  <a:pt x="457209" y="378615"/>
                </a:cubicBezTo>
                <a:cubicBezTo>
                  <a:pt x="457209" y="390493"/>
                  <a:pt x="447654" y="400046"/>
                  <a:pt x="435780" y="400046"/>
                </a:cubicBezTo>
                <a:lnTo>
                  <a:pt x="64305" y="400046"/>
                </a:lnTo>
                <a:cubicBezTo>
                  <a:pt x="28767" y="400046"/>
                  <a:pt x="14" y="371290"/>
                  <a:pt x="14" y="335754"/>
                </a:cubicBezTo>
                <a:lnTo>
                  <a:pt x="14" y="21431"/>
                </a:lnTo>
                <a:cubicBezTo>
                  <a:pt x="14" y="9553"/>
                  <a:pt x="9569" y="0"/>
                  <a:pt x="21447" y="0"/>
                </a:cubicBezTo>
                <a:lnTo>
                  <a:pt x="21434" y="0"/>
                </a:lnTo>
              </a:path>
              <a:path w="457200" h="400050">
                <a:moveTo>
                  <a:pt x="150021" y="171449"/>
                </a:moveTo>
                <a:cubicBezTo>
                  <a:pt x="161899" y="171449"/>
                  <a:pt x="171455" y="181003"/>
                  <a:pt x="171455" y="192880"/>
                </a:cubicBezTo>
                <a:lnTo>
                  <a:pt x="171455" y="264317"/>
                </a:lnTo>
                <a:cubicBezTo>
                  <a:pt x="171455" y="276195"/>
                  <a:pt x="161899" y="285748"/>
                  <a:pt x="150026" y="285748"/>
                </a:cubicBezTo>
                <a:cubicBezTo>
                  <a:pt x="138148" y="285748"/>
                  <a:pt x="128597" y="276195"/>
                  <a:pt x="128597" y="264317"/>
                </a:cubicBezTo>
                <a:lnTo>
                  <a:pt x="128597" y="192880"/>
                </a:lnTo>
                <a:cubicBezTo>
                  <a:pt x="128597" y="181003"/>
                  <a:pt x="138152" y="171449"/>
                  <a:pt x="150030" y="171449"/>
                </a:cubicBezTo>
                <a:lnTo>
                  <a:pt x="150021" y="171449"/>
                </a:lnTo>
              </a:path>
              <a:path w="457200" h="400050">
                <a:moveTo>
                  <a:pt x="257175" y="107157"/>
                </a:moveTo>
                <a:lnTo>
                  <a:pt x="257175" y="264321"/>
                </a:lnTo>
                <a:cubicBezTo>
                  <a:pt x="257175" y="276199"/>
                  <a:pt x="247620" y="285752"/>
                  <a:pt x="235746" y="285752"/>
                </a:cubicBezTo>
                <a:cubicBezTo>
                  <a:pt x="223868" y="285752"/>
                  <a:pt x="214317" y="276199"/>
                  <a:pt x="214317" y="264321"/>
                </a:cubicBezTo>
                <a:lnTo>
                  <a:pt x="214317" y="107157"/>
                </a:lnTo>
                <a:cubicBezTo>
                  <a:pt x="214317" y="95280"/>
                  <a:pt x="223873" y="85727"/>
                  <a:pt x="235751" y="85727"/>
                </a:cubicBezTo>
                <a:cubicBezTo>
                  <a:pt x="247629" y="85727"/>
                  <a:pt x="257184" y="95280"/>
                  <a:pt x="257184" y="107157"/>
                </a:cubicBezTo>
                <a:lnTo>
                  <a:pt x="257175" y="107157"/>
                </a:lnTo>
              </a:path>
              <a:path w="457200" h="400050">
                <a:moveTo>
                  <a:pt x="321471" y="142874"/>
                </a:moveTo>
                <a:cubicBezTo>
                  <a:pt x="333349" y="142874"/>
                  <a:pt x="342905" y="152427"/>
                  <a:pt x="342905" y="164305"/>
                </a:cubicBezTo>
                <a:lnTo>
                  <a:pt x="342905" y="264317"/>
                </a:lnTo>
                <a:cubicBezTo>
                  <a:pt x="342905" y="276195"/>
                  <a:pt x="333349" y="285748"/>
                  <a:pt x="321476" y="285748"/>
                </a:cubicBezTo>
                <a:cubicBezTo>
                  <a:pt x="309598" y="285748"/>
                  <a:pt x="300047" y="276195"/>
                  <a:pt x="300047" y="264317"/>
                </a:cubicBezTo>
                <a:lnTo>
                  <a:pt x="300047" y="164305"/>
                </a:lnTo>
                <a:cubicBezTo>
                  <a:pt x="300047" y="152427"/>
                  <a:pt x="309602" y="142874"/>
                  <a:pt x="321480" y="142874"/>
                </a:cubicBezTo>
                <a:lnTo>
                  <a:pt x="321471" y="142874"/>
                </a:lnTo>
              </a:path>
              <a:path w="457200" h="400050">
                <a:moveTo>
                  <a:pt x="428625" y="50006"/>
                </a:moveTo>
                <a:lnTo>
                  <a:pt x="428625" y="264317"/>
                </a:lnTo>
                <a:cubicBezTo>
                  <a:pt x="428625" y="276195"/>
                  <a:pt x="419070" y="285748"/>
                  <a:pt x="407196" y="285748"/>
                </a:cubicBezTo>
                <a:cubicBezTo>
                  <a:pt x="395318" y="285748"/>
                  <a:pt x="385767" y="276195"/>
                  <a:pt x="385767" y="264317"/>
                </a:cubicBezTo>
                <a:lnTo>
                  <a:pt x="385767" y="50006"/>
                </a:lnTo>
                <a:cubicBezTo>
                  <a:pt x="385767" y="38129"/>
                  <a:pt x="395323" y="28576"/>
                  <a:pt x="407201" y="28576"/>
                </a:cubicBezTo>
                <a:cubicBezTo>
                  <a:pt x="419079" y="28576"/>
                  <a:pt x="428634" y="38129"/>
                  <a:pt x="428634" y="50006"/>
                </a:cubicBezTo>
                <a:lnTo>
                  <a:pt x="428625" y="5000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562018" y="1574157"/>
            <a:ext cx="4236334" cy="4233672"/>
          </a:xfrm>
          <a:custGeom>
            <a:avLst/>
            <a:gdLst/>
            <a:ahLst/>
            <a:cxnLst/>
            <a:rect l="l" t="t" r="r" b="b"/>
            <a:pathLst>
              <a:path w="4236334" h="4233672">
                <a:moveTo>
                  <a:pt x="0" y="2116836"/>
                </a:moveTo>
                <a:cubicBezTo>
                  <a:pt x="0" y="947750"/>
                  <a:pt x="948346" y="0"/>
                  <a:pt x="2118167" y="0"/>
                </a:cubicBezTo>
                <a:cubicBezTo>
                  <a:pt x="3287988" y="0"/>
                  <a:pt x="4236334" y="947750"/>
                  <a:pt x="4236334" y="2116836"/>
                </a:cubicBezTo>
                <a:cubicBezTo>
                  <a:pt x="4236334" y="3285922"/>
                  <a:pt x="3287988" y="4233672"/>
                  <a:pt x="2118167" y="4233672"/>
                </a:cubicBezTo>
                <a:cubicBezTo>
                  <a:pt x="948346" y="4233672"/>
                  <a:pt x="0" y="3285922"/>
                  <a:pt x="0" y="2116836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1164617"/>
            <a:ext cx="10874394" cy="10672"/>
          </a:xfrm>
          <a:custGeom>
            <a:avLst/>
            <a:gdLst/>
            <a:ahLst/>
            <a:cxnLst/>
            <a:rect l="l" t="t" r="r" b="b"/>
            <a:pathLst>
              <a:path w="10874394" h="10672">
                <a:moveTo>
                  <a:pt x="0" y="0"/>
                </a:moveTo>
                <a:lnTo>
                  <a:pt x="10874394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79" y="1"/>
            <a:ext cx="10908453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核心价值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7766" y="6309360"/>
            <a:ext cx="50214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智能招聘管理系统全面解决方案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78" y="2648365"/>
            <a:ext cx="5659717" cy="2884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统一账号 简化登录流程降低使用门槛. 月度看板 实时掌握招聘进度支持快速决策. 全流程管理 从计划到入职的完整闭环. 数据驱动 漏斗分析和流失分析优化招聘效率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78" y="1672714"/>
            <a:ext cx="5659717" cy="778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核心价值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308585" y="2319661"/>
            <a:ext cx="2743200" cy="2742664"/>
          </a:xfrm>
          <a:custGeom>
            <a:avLst/>
            <a:gdLst/>
            <a:ahLst/>
            <a:cxnLst/>
            <a:rect l="l" t="t" r="r" b="b"/>
            <a:pathLst>
              <a:path w="2743200" h="2742664">
                <a:moveTo>
                  <a:pt x="1114206" y="942791"/>
                </a:moveTo>
                <a:cubicBezTo>
                  <a:pt x="1114206" y="564056"/>
                  <a:pt x="1421142" y="257125"/>
                  <a:pt x="1799868" y="257125"/>
                </a:cubicBezTo>
                <a:cubicBezTo>
                  <a:pt x="2178595" y="257125"/>
                  <a:pt x="2485531" y="564056"/>
                  <a:pt x="2485531" y="942791"/>
                </a:cubicBezTo>
                <a:cubicBezTo>
                  <a:pt x="2485531" y="1321525"/>
                  <a:pt x="2178595" y="1628457"/>
                  <a:pt x="1799868" y="1628457"/>
                </a:cubicBezTo>
                <a:cubicBezTo>
                  <a:pt x="1744154" y="1628457"/>
                  <a:pt x="1690058" y="1622039"/>
                  <a:pt x="1638623" y="1609176"/>
                </a:cubicBezTo>
                <a:cubicBezTo>
                  <a:pt x="1595226" y="1598452"/>
                  <a:pt x="1549167" y="1611315"/>
                  <a:pt x="1517566" y="1643459"/>
                </a:cubicBezTo>
                <a:lnTo>
                  <a:pt x="1361148" y="1799874"/>
                </a:lnTo>
                <a:lnTo>
                  <a:pt x="1071357" y="1799874"/>
                </a:lnTo>
                <a:cubicBezTo>
                  <a:pt x="1000116" y="1799874"/>
                  <a:pt x="942783" y="1857195"/>
                  <a:pt x="942783" y="1928450"/>
                </a:cubicBezTo>
                <a:lnTo>
                  <a:pt x="942783" y="2142734"/>
                </a:lnTo>
                <a:lnTo>
                  <a:pt x="728512" y="2142734"/>
                </a:lnTo>
                <a:cubicBezTo>
                  <a:pt x="657271" y="2142734"/>
                  <a:pt x="599938" y="2200056"/>
                  <a:pt x="599938" y="2271310"/>
                </a:cubicBezTo>
                <a:lnTo>
                  <a:pt x="599938" y="2485594"/>
                </a:lnTo>
                <a:lnTo>
                  <a:pt x="257093" y="2485594"/>
                </a:lnTo>
                <a:lnTo>
                  <a:pt x="257093" y="2067228"/>
                </a:lnTo>
                <a:lnTo>
                  <a:pt x="1099173" y="1225148"/>
                </a:lnTo>
                <a:cubicBezTo>
                  <a:pt x="1130774" y="1193553"/>
                  <a:pt x="1143640" y="1147476"/>
                  <a:pt x="1133463" y="1104087"/>
                </a:cubicBezTo>
                <a:cubicBezTo>
                  <a:pt x="1121146" y="1052662"/>
                  <a:pt x="1114178" y="998549"/>
                  <a:pt x="1114178" y="942846"/>
                </a:cubicBezTo>
                <a:lnTo>
                  <a:pt x="1114206" y="942791"/>
                </a:lnTo>
                <a:moveTo>
                  <a:pt x="1799868" y="0"/>
                </a:moveTo>
                <a:cubicBezTo>
                  <a:pt x="1279182" y="0"/>
                  <a:pt x="857085" y="422123"/>
                  <a:pt x="857085" y="942791"/>
                </a:cubicBezTo>
                <a:cubicBezTo>
                  <a:pt x="857085" y="993667"/>
                  <a:pt x="860844" y="1043501"/>
                  <a:pt x="868881" y="1092239"/>
                </a:cubicBezTo>
                <a:lnTo>
                  <a:pt x="37500" y="1923074"/>
                </a:lnTo>
                <a:cubicBezTo>
                  <a:pt x="13387" y="1947182"/>
                  <a:pt x="0" y="1979847"/>
                  <a:pt x="0" y="2014130"/>
                </a:cubicBezTo>
                <a:lnTo>
                  <a:pt x="0" y="2614088"/>
                </a:lnTo>
                <a:cubicBezTo>
                  <a:pt x="0" y="2685343"/>
                  <a:pt x="57305" y="2742664"/>
                  <a:pt x="128574" y="2742664"/>
                </a:cubicBezTo>
                <a:lnTo>
                  <a:pt x="728539" y="2742664"/>
                </a:lnTo>
                <a:cubicBezTo>
                  <a:pt x="799780" y="2742664"/>
                  <a:pt x="857113" y="2685343"/>
                  <a:pt x="857113" y="2614116"/>
                </a:cubicBezTo>
                <a:lnTo>
                  <a:pt x="857113" y="2399859"/>
                </a:lnTo>
                <a:lnTo>
                  <a:pt x="1071384" y="2399859"/>
                </a:lnTo>
                <a:cubicBezTo>
                  <a:pt x="1142625" y="2399859"/>
                  <a:pt x="1199958" y="2342537"/>
                  <a:pt x="1199958" y="2271310"/>
                </a:cubicBezTo>
                <a:lnTo>
                  <a:pt x="1199958" y="2057053"/>
                </a:lnTo>
                <a:lnTo>
                  <a:pt x="1414229" y="2057053"/>
                </a:lnTo>
                <a:cubicBezTo>
                  <a:pt x="1448519" y="2057053"/>
                  <a:pt x="1481191" y="2043669"/>
                  <a:pt x="1505304" y="2019561"/>
                </a:cubicBezTo>
                <a:lnTo>
                  <a:pt x="1650995" y="1873871"/>
                </a:lnTo>
                <a:cubicBezTo>
                  <a:pt x="1699742" y="1881358"/>
                  <a:pt x="1749558" y="1885664"/>
                  <a:pt x="1800444" y="1885664"/>
                </a:cubicBezTo>
                <a:cubicBezTo>
                  <a:pt x="2321131" y="1885664"/>
                  <a:pt x="2743227" y="1463541"/>
                  <a:pt x="2743227" y="942873"/>
                </a:cubicBezTo>
                <a:cubicBezTo>
                  <a:pt x="2743227" y="422206"/>
                  <a:pt x="2320583" y="82"/>
                  <a:pt x="1799896" y="82"/>
                </a:cubicBezTo>
                <a:lnTo>
                  <a:pt x="1799868" y="0"/>
                </a:lnTo>
                <a:moveTo>
                  <a:pt x="1971291" y="942791"/>
                </a:moveTo>
                <a:cubicBezTo>
                  <a:pt x="2065959" y="942791"/>
                  <a:pt x="2142714" y="866051"/>
                  <a:pt x="2142714" y="771374"/>
                </a:cubicBezTo>
                <a:cubicBezTo>
                  <a:pt x="2142714" y="676698"/>
                  <a:pt x="2065959" y="599958"/>
                  <a:pt x="1971291" y="599958"/>
                </a:cubicBezTo>
                <a:cubicBezTo>
                  <a:pt x="1876623" y="599958"/>
                  <a:pt x="1799868" y="676698"/>
                  <a:pt x="1799868" y="771374"/>
                </a:cubicBezTo>
                <a:cubicBezTo>
                  <a:pt x="1799868" y="866051"/>
                  <a:pt x="1876623" y="942791"/>
                  <a:pt x="1971291" y="942791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SlideSpeak</dc:creator>
  <cp:lastModifiedBy>SlideSpeak</cp:lastModifiedBy>
  <cp:revision>1</cp:revision>
  <dcterms:created xsi:type="dcterms:W3CDTF">2025-12-25T08:54:09Z</dcterms:created>
  <dcterms:modified xsi:type="dcterms:W3CDTF">2025-12-25T08:54:09Z</dcterms:modified>
</cp:coreProperties>
</file>